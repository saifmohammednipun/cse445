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77"/>
  </p:handoutMasterIdLst>
  <p:sldIdLst>
    <p:sldId id="389" r:id="rId2"/>
    <p:sldId id="390" r:id="rId3"/>
    <p:sldId id="391" r:id="rId4"/>
    <p:sldId id="392" r:id="rId5"/>
    <p:sldId id="394" r:id="rId6"/>
    <p:sldId id="395" r:id="rId7"/>
    <p:sldId id="396" r:id="rId8"/>
    <p:sldId id="397" r:id="rId9"/>
    <p:sldId id="467" r:id="rId10"/>
    <p:sldId id="398" r:id="rId11"/>
    <p:sldId id="443" r:id="rId12"/>
    <p:sldId id="399" r:id="rId13"/>
    <p:sldId id="430" r:id="rId14"/>
    <p:sldId id="431" r:id="rId15"/>
    <p:sldId id="432" r:id="rId16"/>
    <p:sldId id="433" r:id="rId17"/>
    <p:sldId id="434" r:id="rId18"/>
    <p:sldId id="435" r:id="rId19"/>
    <p:sldId id="444" r:id="rId20"/>
    <p:sldId id="445" r:id="rId21"/>
    <p:sldId id="446" r:id="rId22"/>
    <p:sldId id="447" r:id="rId23"/>
    <p:sldId id="448" r:id="rId24"/>
    <p:sldId id="449" r:id="rId25"/>
    <p:sldId id="450" r:id="rId26"/>
    <p:sldId id="451" r:id="rId27"/>
    <p:sldId id="409" r:id="rId28"/>
    <p:sldId id="414" r:id="rId29"/>
    <p:sldId id="415" r:id="rId30"/>
    <p:sldId id="416" r:id="rId31"/>
    <p:sldId id="469" r:id="rId32"/>
    <p:sldId id="471" r:id="rId33"/>
    <p:sldId id="470" r:id="rId34"/>
    <p:sldId id="493" r:id="rId35"/>
    <p:sldId id="494" r:id="rId36"/>
    <p:sldId id="495" r:id="rId37"/>
    <p:sldId id="496" r:id="rId38"/>
    <p:sldId id="497" r:id="rId39"/>
    <p:sldId id="478" r:id="rId40"/>
    <p:sldId id="504" r:id="rId41"/>
    <p:sldId id="507" r:id="rId42"/>
    <p:sldId id="510" r:id="rId43"/>
    <p:sldId id="479" r:id="rId44"/>
    <p:sldId id="480" r:id="rId45"/>
    <p:sldId id="481" r:id="rId46"/>
    <p:sldId id="482" r:id="rId47"/>
    <p:sldId id="483" r:id="rId48"/>
    <p:sldId id="484" r:id="rId49"/>
    <p:sldId id="485" r:id="rId50"/>
    <p:sldId id="486" r:id="rId51"/>
    <p:sldId id="487" r:id="rId52"/>
    <p:sldId id="488" r:id="rId53"/>
    <p:sldId id="489" r:id="rId54"/>
    <p:sldId id="490" r:id="rId55"/>
    <p:sldId id="491" r:id="rId56"/>
    <p:sldId id="458" r:id="rId57"/>
    <p:sldId id="459" r:id="rId58"/>
    <p:sldId id="460" r:id="rId59"/>
    <p:sldId id="461" r:id="rId60"/>
    <p:sldId id="462" r:id="rId61"/>
    <p:sldId id="463" r:id="rId62"/>
    <p:sldId id="464" r:id="rId63"/>
    <p:sldId id="465" r:id="rId64"/>
    <p:sldId id="466" r:id="rId65"/>
    <p:sldId id="498" r:id="rId66"/>
    <p:sldId id="499" r:id="rId67"/>
    <p:sldId id="508" r:id="rId68"/>
    <p:sldId id="500" r:id="rId69"/>
    <p:sldId id="501" r:id="rId70"/>
    <p:sldId id="509" r:id="rId71"/>
    <p:sldId id="502" r:id="rId72"/>
    <p:sldId id="506" r:id="rId73"/>
    <p:sldId id="503" r:id="rId74"/>
    <p:sldId id="505" r:id="rId75"/>
    <p:sldId id="512" r:id="rId76"/>
  </p:sldIdLst>
  <p:sldSz cx="9144000" cy="6858000" type="screen4x3"/>
  <p:notesSz cx="7034213" cy="92837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99"/>
    <a:srgbClr val="33CC33"/>
    <a:srgbClr val="006600"/>
    <a:srgbClr val="800080"/>
    <a:srgbClr val="FF0000"/>
    <a:srgbClr val="0000FF"/>
    <a:srgbClr val="FF33CC"/>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62D414-A046-4789-8FA8-10DA4520039B}" v="3" dt="2025-04-12T12:56:24.2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515" autoAdjust="0"/>
    <p:restoredTop sz="90929"/>
  </p:normalViewPr>
  <p:slideViewPr>
    <p:cSldViewPr>
      <p:cViewPr varScale="1">
        <p:scale>
          <a:sx n="82" d="100"/>
          <a:sy n="82" d="100"/>
        </p:scale>
        <p:origin x="1248" y="8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Lst>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_rels/viewProps.xml.rels><?xml version="1.0" encoding="UTF-8" standalone="yes"?>
<Relationships xmlns="http://schemas.openxmlformats.org/package/2006/relationships"><Relationship Id="rId8" Type="http://schemas.openxmlformats.org/officeDocument/2006/relationships/slide" Target="slides/slide41.xml"/><Relationship Id="rId3" Type="http://schemas.openxmlformats.org/officeDocument/2006/relationships/slide" Target="slides/slide11.xml"/><Relationship Id="rId7" Type="http://schemas.openxmlformats.org/officeDocument/2006/relationships/slide" Target="slides/slide40.xml"/><Relationship Id="rId12" Type="http://schemas.openxmlformats.org/officeDocument/2006/relationships/slide" Target="slides/slide52.xml"/><Relationship Id="rId2" Type="http://schemas.openxmlformats.org/officeDocument/2006/relationships/slide" Target="slides/slide4.xml"/><Relationship Id="rId1" Type="http://schemas.openxmlformats.org/officeDocument/2006/relationships/slide" Target="slides/slide1.xml"/><Relationship Id="rId6" Type="http://schemas.openxmlformats.org/officeDocument/2006/relationships/slide" Target="slides/slide39.xml"/><Relationship Id="rId11" Type="http://schemas.openxmlformats.org/officeDocument/2006/relationships/slide" Target="slides/slide44.xml"/><Relationship Id="rId5" Type="http://schemas.openxmlformats.org/officeDocument/2006/relationships/slide" Target="slides/slide33.xml"/><Relationship Id="rId10" Type="http://schemas.openxmlformats.org/officeDocument/2006/relationships/slide" Target="slides/slide43.xml"/><Relationship Id="rId4" Type="http://schemas.openxmlformats.org/officeDocument/2006/relationships/slide" Target="slides/slide31.xml"/><Relationship Id="rId9" Type="http://schemas.openxmlformats.org/officeDocument/2006/relationships/slide" Target="slides/slide4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asat Khan" userId="826ac62dfbb52e43" providerId="Windows Live" clId="Web-{EC48E1FE-EEF7-4702-B807-7C7108BA83DC}"/>
    <pc:docChg chg="modSld">
      <pc:chgData name="Riasat Khan" userId="826ac62dfbb52e43" providerId="Windows Live" clId="Web-{EC48E1FE-EEF7-4702-B807-7C7108BA83DC}" dt="2023-06-05T06:06:57.847" v="13" actId="20577"/>
      <pc:docMkLst>
        <pc:docMk/>
      </pc:docMkLst>
      <pc:sldChg chg="modSp">
        <pc:chgData name="Riasat Khan" userId="826ac62dfbb52e43" providerId="Windows Live" clId="Web-{EC48E1FE-EEF7-4702-B807-7C7108BA83DC}" dt="2023-06-05T06:06:57.847" v="13" actId="20577"/>
        <pc:sldMkLst>
          <pc:docMk/>
          <pc:sldMk cId="1377371895" sldId="504"/>
        </pc:sldMkLst>
      </pc:sldChg>
    </pc:docChg>
  </pc:docChgLst>
  <pc:docChgLst>
    <pc:chgData name="Riasat Khan" userId="826ac62dfbb52e43" providerId="LiveId" clId="{DF62D414-A046-4789-8FA8-10DA4520039B}"/>
    <pc:docChg chg="undo custSel addSld modSld sldOrd">
      <pc:chgData name="Riasat Khan" userId="826ac62dfbb52e43" providerId="LiveId" clId="{DF62D414-A046-4789-8FA8-10DA4520039B}" dt="2025-04-14T13:41:44.700" v="346" actId="20577"/>
      <pc:docMkLst>
        <pc:docMk/>
      </pc:docMkLst>
      <pc:sldChg chg="modSp mod">
        <pc:chgData name="Riasat Khan" userId="826ac62dfbb52e43" providerId="LiveId" clId="{DF62D414-A046-4789-8FA8-10DA4520039B}" dt="2025-04-12T12:41:19.525" v="321" actId="20577"/>
        <pc:sldMkLst>
          <pc:docMk/>
          <pc:sldMk cId="0" sldId="389"/>
        </pc:sldMkLst>
        <pc:spChg chg="mod">
          <ac:chgData name="Riasat Khan" userId="826ac62dfbb52e43" providerId="LiveId" clId="{DF62D414-A046-4789-8FA8-10DA4520039B}" dt="2025-04-12T12:41:19.525" v="321" actId="20577"/>
          <ac:spMkLst>
            <pc:docMk/>
            <pc:sldMk cId="0" sldId="389"/>
            <ac:spMk id="3074" creationId="{4CF5F4CB-EB19-D573-3828-207A35ECD978}"/>
          </ac:spMkLst>
        </pc:spChg>
      </pc:sldChg>
      <pc:sldChg chg="modSp mod">
        <pc:chgData name="Riasat Khan" userId="826ac62dfbb52e43" providerId="LiveId" clId="{DF62D414-A046-4789-8FA8-10DA4520039B}" dt="2024-05-27T16:20:55.899" v="204" actId="33524"/>
        <pc:sldMkLst>
          <pc:docMk/>
          <pc:sldMk cId="0" sldId="462"/>
        </pc:sldMkLst>
      </pc:sldChg>
      <pc:sldChg chg="addSp modSp mod">
        <pc:chgData name="Riasat Khan" userId="826ac62dfbb52e43" providerId="LiveId" clId="{DF62D414-A046-4789-8FA8-10DA4520039B}" dt="2024-11-25T12:51:24.413" v="262" actId="20577"/>
        <pc:sldMkLst>
          <pc:docMk/>
          <pc:sldMk cId="0" sldId="463"/>
        </pc:sldMkLst>
      </pc:sldChg>
      <pc:sldChg chg="modSp">
        <pc:chgData name="Riasat Khan" userId="826ac62dfbb52e43" providerId="LiveId" clId="{DF62D414-A046-4789-8FA8-10DA4520039B}" dt="2024-05-27T16:22:43.710" v="205"/>
        <pc:sldMkLst>
          <pc:docMk/>
          <pc:sldMk cId="0" sldId="466"/>
        </pc:sldMkLst>
      </pc:sldChg>
      <pc:sldChg chg="modSp">
        <pc:chgData name="Riasat Khan" userId="826ac62dfbb52e43" providerId="LiveId" clId="{DF62D414-A046-4789-8FA8-10DA4520039B}" dt="2025-04-12T12:42:25.277" v="322" actId="207"/>
        <pc:sldMkLst>
          <pc:docMk/>
          <pc:sldMk cId="0" sldId="469"/>
        </pc:sldMkLst>
        <pc:spChg chg="mod">
          <ac:chgData name="Riasat Khan" userId="826ac62dfbb52e43" providerId="LiveId" clId="{DF62D414-A046-4789-8FA8-10DA4520039B}" dt="2025-04-12T12:42:25.277" v="322" actId="207"/>
          <ac:spMkLst>
            <pc:docMk/>
            <pc:sldMk cId="0" sldId="469"/>
            <ac:spMk id="33795" creationId="{B5FC4FAE-B018-3D56-6EDB-6CA7BA1FAE65}"/>
          </ac:spMkLst>
        </pc:spChg>
      </pc:sldChg>
      <pc:sldChg chg="modSp mod">
        <pc:chgData name="Riasat Khan" userId="826ac62dfbb52e43" providerId="LiveId" clId="{DF62D414-A046-4789-8FA8-10DA4520039B}" dt="2025-04-12T12:55:19.469" v="327"/>
        <pc:sldMkLst>
          <pc:docMk/>
          <pc:sldMk cId="0" sldId="470"/>
        </pc:sldMkLst>
        <pc:spChg chg="mod">
          <ac:chgData name="Riasat Khan" userId="826ac62dfbb52e43" providerId="LiveId" clId="{DF62D414-A046-4789-8FA8-10DA4520039B}" dt="2025-04-12T12:55:19.469" v="327"/>
          <ac:spMkLst>
            <pc:docMk/>
            <pc:sldMk cId="0" sldId="470"/>
            <ac:spMk id="2" creationId="{1C28AE19-B338-55E8-F6E3-5D010EC62FC2}"/>
          </ac:spMkLst>
        </pc:spChg>
      </pc:sldChg>
      <pc:sldChg chg="modSp mod">
        <pc:chgData name="Riasat Khan" userId="826ac62dfbb52e43" providerId="LiveId" clId="{DF62D414-A046-4789-8FA8-10DA4520039B}" dt="2025-04-12T12:42:39.681" v="324" actId="6549"/>
        <pc:sldMkLst>
          <pc:docMk/>
          <pc:sldMk cId="0" sldId="471"/>
        </pc:sldMkLst>
        <pc:spChg chg="mod">
          <ac:chgData name="Riasat Khan" userId="826ac62dfbb52e43" providerId="LiveId" clId="{DF62D414-A046-4789-8FA8-10DA4520039B}" dt="2025-04-12T12:42:39.681" v="324" actId="6549"/>
          <ac:spMkLst>
            <pc:docMk/>
            <pc:sldMk cId="0" sldId="471"/>
            <ac:spMk id="35842" creationId="{4BDFB634-EC32-D878-FB61-A66CFC9B61E2}"/>
          </ac:spMkLst>
        </pc:spChg>
      </pc:sldChg>
      <pc:sldChg chg="addSp modSp mod">
        <pc:chgData name="Riasat Khan" userId="826ac62dfbb52e43" providerId="LiveId" clId="{DF62D414-A046-4789-8FA8-10DA4520039B}" dt="2024-05-27T16:15:36.197" v="173" actId="207"/>
        <pc:sldMkLst>
          <pc:docMk/>
          <pc:sldMk cId="0" sldId="493"/>
        </pc:sldMkLst>
      </pc:sldChg>
      <pc:sldChg chg="addSp modSp mod">
        <pc:chgData name="Riasat Khan" userId="826ac62dfbb52e43" providerId="LiveId" clId="{DF62D414-A046-4789-8FA8-10DA4520039B}" dt="2024-05-27T16:15:58.251" v="178" actId="207"/>
        <pc:sldMkLst>
          <pc:docMk/>
          <pc:sldMk cId="0" sldId="494"/>
        </pc:sldMkLst>
      </pc:sldChg>
      <pc:sldChg chg="addSp modSp mod">
        <pc:chgData name="Riasat Khan" userId="826ac62dfbb52e43" providerId="LiveId" clId="{DF62D414-A046-4789-8FA8-10DA4520039B}" dt="2024-05-27T16:16:33.683" v="185" actId="1035"/>
        <pc:sldMkLst>
          <pc:docMk/>
          <pc:sldMk cId="0" sldId="495"/>
        </pc:sldMkLst>
      </pc:sldChg>
      <pc:sldChg chg="modSp mod">
        <pc:chgData name="Riasat Khan" userId="826ac62dfbb52e43" providerId="LiveId" clId="{DF62D414-A046-4789-8FA8-10DA4520039B}" dt="2025-04-12T12:56:24.271" v="328"/>
        <pc:sldMkLst>
          <pc:docMk/>
          <pc:sldMk cId="3951942160" sldId="498"/>
        </pc:sldMkLst>
        <pc:spChg chg="mod">
          <ac:chgData name="Riasat Khan" userId="826ac62dfbb52e43" providerId="LiveId" clId="{DF62D414-A046-4789-8FA8-10DA4520039B}" dt="2025-04-12T12:56:24.271" v="328"/>
          <ac:spMkLst>
            <pc:docMk/>
            <pc:sldMk cId="3951942160" sldId="498"/>
            <ac:spMk id="60420" creationId="{B6C222B3-4E2B-3EE2-F442-FD7E91BFA3A6}"/>
          </ac:spMkLst>
        </pc:spChg>
      </pc:sldChg>
      <pc:sldChg chg="addSp delSp modSp mod">
        <pc:chgData name="Riasat Khan" userId="826ac62dfbb52e43" providerId="LiveId" clId="{DF62D414-A046-4789-8FA8-10DA4520039B}" dt="2025-04-14T13:28:04.248" v="329" actId="478"/>
        <pc:sldMkLst>
          <pc:docMk/>
          <pc:sldMk cId="1254982723" sldId="499"/>
        </pc:sldMkLst>
        <pc:spChg chg="del">
          <ac:chgData name="Riasat Khan" userId="826ac62dfbb52e43" providerId="LiveId" clId="{DF62D414-A046-4789-8FA8-10DA4520039B}" dt="2025-04-14T13:28:04.248" v="329" actId="478"/>
          <ac:spMkLst>
            <pc:docMk/>
            <pc:sldMk cId="1254982723" sldId="499"/>
            <ac:spMk id="7" creationId="{F0FF7BCD-4E6D-4B44-9137-38937FA1692D}"/>
          </ac:spMkLst>
        </pc:spChg>
      </pc:sldChg>
      <pc:sldChg chg="modSp ord">
        <pc:chgData name="Riasat Khan" userId="826ac62dfbb52e43" providerId="LiveId" clId="{DF62D414-A046-4789-8FA8-10DA4520039B}" dt="2024-11-25T13:09:01.532" v="295"/>
        <pc:sldMkLst>
          <pc:docMk/>
          <pc:sldMk cId="408395384" sldId="501"/>
        </pc:sldMkLst>
      </pc:sldChg>
      <pc:sldChg chg="addSp delSp modSp mod">
        <pc:chgData name="Riasat Khan" userId="826ac62dfbb52e43" providerId="LiveId" clId="{DF62D414-A046-4789-8FA8-10DA4520039B}" dt="2024-11-25T13:14:33.568" v="304" actId="9405"/>
        <pc:sldMkLst>
          <pc:docMk/>
          <pc:sldMk cId="2065023194" sldId="502"/>
        </pc:sldMkLst>
      </pc:sldChg>
      <pc:sldChg chg="modSp mod">
        <pc:chgData name="Riasat Khan" userId="826ac62dfbb52e43" providerId="LiveId" clId="{DF62D414-A046-4789-8FA8-10DA4520039B}" dt="2024-05-27T16:19:23.769" v="200" actId="207"/>
        <pc:sldMkLst>
          <pc:docMk/>
          <pc:sldMk cId="1377371895" sldId="504"/>
        </pc:sldMkLst>
      </pc:sldChg>
      <pc:sldChg chg="mod modShow">
        <pc:chgData name="Riasat Khan" userId="826ac62dfbb52e43" providerId="LiveId" clId="{DF62D414-A046-4789-8FA8-10DA4520039B}" dt="2024-05-27T16:20:20.315" v="201" actId="729"/>
        <pc:sldMkLst>
          <pc:docMk/>
          <pc:sldMk cId="420183178" sldId="507"/>
        </pc:sldMkLst>
      </pc:sldChg>
      <pc:sldChg chg="addSp delSp modSp add mod">
        <pc:chgData name="Riasat Khan" userId="826ac62dfbb52e43" providerId="LiveId" clId="{DF62D414-A046-4789-8FA8-10DA4520039B}" dt="2024-11-25T13:06:52.909" v="278" actId="14100"/>
        <pc:sldMkLst>
          <pc:docMk/>
          <pc:sldMk cId="3362993500" sldId="508"/>
        </pc:sldMkLst>
      </pc:sldChg>
      <pc:sldChg chg="addSp delSp modSp add mod">
        <pc:chgData name="Riasat Khan" userId="826ac62dfbb52e43" providerId="LiveId" clId="{DF62D414-A046-4789-8FA8-10DA4520039B}" dt="2024-11-25T13:08:16.393" v="293" actId="1076"/>
        <pc:sldMkLst>
          <pc:docMk/>
          <pc:sldMk cId="1710847254" sldId="509"/>
        </pc:sldMkLst>
      </pc:sldChg>
      <pc:sldChg chg="modSp">
        <pc:chgData name="Riasat Khan" userId="826ac62dfbb52e43" providerId="LiveId" clId="{DF62D414-A046-4789-8FA8-10DA4520039B}" dt="2025-04-12T12:53:01.082" v="325"/>
        <pc:sldMkLst>
          <pc:docMk/>
          <pc:sldMk cId="878610249" sldId="510"/>
        </pc:sldMkLst>
        <pc:spChg chg="mod">
          <ac:chgData name="Riasat Khan" userId="826ac62dfbb52e43" providerId="LiveId" clId="{DF62D414-A046-4789-8FA8-10DA4520039B}" dt="2025-04-12T12:53:01.082" v="325"/>
          <ac:spMkLst>
            <pc:docMk/>
            <pc:sldMk cId="878610249" sldId="510"/>
            <ac:spMk id="41987" creationId="{B873686C-0119-3AE1-9678-8D22F65ED39D}"/>
          </ac:spMkLst>
        </pc:spChg>
      </pc:sldChg>
      <pc:sldChg chg="modSp mod">
        <pc:chgData name="Riasat Khan" userId="826ac62dfbb52e43" providerId="LiveId" clId="{DF62D414-A046-4789-8FA8-10DA4520039B}" dt="2025-04-14T13:41:44.700" v="346" actId="20577"/>
        <pc:sldMkLst>
          <pc:docMk/>
          <pc:sldMk cId="1812317164" sldId="512"/>
        </pc:sldMkLst>
        <pc:spChg chg="mod">
          <ac:chgData name="Riasat Khan" userId="826ac62dfbb52e43" providerId="LiveId" clId="{DF62D414-A046-4789-8FA8-10DA4520039B}" dt="2025-04-14T13:41:44.700" v="346" actId="20577"/>
          <ac:spMkLst>
            <pc:docMk/>
            <pc:sldMk cId="1812317164" sldId="512"/>
            <ac:spMk id="2" creationId="{9ED59C60-90D9-40AD-8947-0D96C8D74E6C}"/>
          </ac:spMkLst>
        </pc:spChg>
        <pc:picChg chg="mod">
          <ac:chgData name="Riasat Khan" userId="826ac62dfbb52e43" providerId="LiveId" clId="{DF62D414-A046-4789-8FA8-10DA4520039B}" dt="2025-04-14T13:34:19.648" v="341" actId="14100"/>
          <ac:picMkLst>
            <pc:docMk/>
            <pc:sldMk cId="1812317164" sldId="512"/>
            <ac:picMk id="6" creationId="{0D47AE97-7DF1-4B49-8873-77693613F9D9}"/>
          </ac:picMkLst>
        </pc:picChg>
      </pc:sldChg>
    </pc:docChg>
  </pc:docChgLst>
  <pc:docChgLst>
    <pc:chgData name="Riasat Khan" userId="826ac62dfbb52e43" providerId="LiveId" clId="{0A582372-847B-44A4-B318-767E35A0601E}"/>
    <pc:docChg chg="undo custSel addSld modSld">
      <pc:chgData name="Riasat Khan" userId="826ac62dfbb52e43" providerId="LiveId" clId="{0A582372-847B-44A4-B318-767E35A0601E}" dt="2023-06-04T11:21:59.685" v="256" actId="14100"/>
      <pc:docMkLst>
        <pc:docMk/>
      </pc:docMkLst>
      <pc:sldChg chg="addSp modSp mod">
        <pc:chgData name="Riasat Khan" userId="826ac62dfbb52e43" providerId="LiveId" clId="{0A582372-847B-44A4-B318-767E35A0601E}" dt="2023-06-03T16:38:09.324" v="14" actId="1035"/>
        <pc:sldMkLst>
          <pc:docMk/>
          <pc:sldMk cId="0" sldId="463"/>
        </pc:sldMkLst>
      </pc:sldChg>
      <pc:sldChg chg="modSp mod">
        <pc:chgData name="Riasat Khan" userId="826ac62dfbb52e43" providerId="LiveId" clId="{0A582372-847B-44A4-B318-767E35A0601E}" dt="2023-06-03T17:12:10.998" v="155" actId="732"/>
        <pc:sldMkLst>
          <pc:docMk/>
          <pc:sldMk cId="2065023194" sldId="502"/>
        </pc:sldMkLst>
      </pc:sldChg>
      <pc:sldChg chg="modSp add mod">
        <pc:chgData name="Riasat Khan" userId="826ac62dfbb52e43" providerId="LiveId" clId="{0A582372-847B-44A4-B318-767E35A0601E}" dt="2023-06-03T17:09:44.563" v="152" actId="20577"/>
        <pc:sldMkLst>
          <pc:docMk/>
          <pc:sldMk cId="1377371895" sldId="504"/>
        </pc:sldMkLst>
      </pc:sldChg>
      <pc:sldChg chg="delSp modSp add mod">
        <pc:chgData name="Riasat Khan" userId="826ac62dfbb52e43" providerId="LiveId" clId="{0A582372-847B-44A4-B318-767E35A0601E}" dt="2023-06-03T17:14:46.321" v="194" actId="20577"/>
        <pc:sldMkLst>
          <pc:docMk/>
          <pc:sldMk cId="4130612874" sldId="505"/>
        </pc:sldMkLst>
      </pc:sldChg>
      <pc:sldChg chg="addSp delSp modSp add mod">
        <pc:chgData name="Riasat Khan" userId="826ac62dfbb52e43" providerId="LiveId" clId="{0A582372-847B-44A4-B318-767E35A0601E}" dt="2023-06-03T17:18:49.924" v="223" actId="1076"/>
        <pc:sldMkLst>
          <pc:docMk/>
          <pc:sldMk cId="2844003617" sldId="506"/>
        </pc:sldMkLst>
      </pc:sldChg>
      <pc:sldChg chg="addSp modSp add mod">
        <pc:chgData name="Riasat Khan" userId="826ac62dfbb52e43" providerId="LiveId" clId="{0A582372-847B-44A4-B318-767E35A0601E}" dt="2023-06-04T11:21:59.685" v="256" actId="14100"/>
        <pc:sldMkLst>
          <pc:docMk/>
          <pc:sldMk cId="420183178" sldId="507"/>
        </pc:sldMkLst>
      </pc:sldChg>
    </pc:docChg>
  </pc:docChgLst>
  <pc:docChgLst>
    <pc:chgData name="Riasat Khan" userId="826ac62dfbb52e43" providerId="LiveId" clId="{05387A06-B0B5-4AEE-8799-C9D672487963}"/>
    <pc:docChg chg="custSel modSld">
      <pc:chgData name="Riasat Khan" userId="826ac62dfbb52e43" providerId="LiveId" clId="{05387A06-B0B5-4AEE-8799-C9D672487963}" dt="2023-06-07T04:16:20.075" v="27" actId="20577"/>
      <pc:docMkLst>
        <pc:docMk/>
      </pc:docMkLst>
      <pc:sldChg chg="modSp">
        <pc:chgData name="Riasat Khan" userId="826ac62dfbb52e43" providerId="LiveId" clId="{05387A06-B0B5-4AEE-8799-C9D672487963}" dt="2023-06-07T04:10:42.735" v="0" actId="207"/>
        <pc:sldMkLst>
          <pc:docMk/>
          <pc:sldMk cId="1254982723" sldId="499"/>
        </pc:sldMkLst>
      </pc:sldChg>
      <pc:sldChg chg="modSp mod">
        <pc:chgData name="Riasat Khan" userId="826ac62dfbb52e43" providerId="LiveId" clId="{05387A06-B0B5-4AEE-8799-C9D672487963}" dt="2023-06-07T04:13:41.317" v="3" actId="21"/>
        <pc:sldMkLst>
          <pc:docMk/>
          <pc:sldMk cId="2572256665" sldId="503"/>
        </pc:sldMkLst>
      </pc:sldChg>
      <pc:sldChg chg="modSp mod">
        <pc:chgData name="Riasat Khan" userId="826ac62dfbb52e43" providerId="LiveId" clId="{05387A06-B0B5-4AEE-8799-C9D672487963}" dt="2023-06-07T04:16:20.075" v="27" actId="20577"/>
        <pc:sldMkLst>
          <pc:docMk/>
          <pc:sldMk cId="4130612874" sldId="505"/>
        </pc:sldMkLst>
      </pc:sldChg>
    </pc:docChg>
  </pc:docChgLst>
  <pc:docChgLst>
    <pc:chgData name="Riasat Khan" userId="826ac62dfbb52e43" providerId="Windows Live" clId="Web-{9E3479D5-889C-4CA0-8BC7-6165571FBCF2}"/>
    <pc:docChg chg="addSld modSld">
      <pc:chgData name="Riasat Khan" userId="826ac62dfbb52e43" providerId="Windows Live" clId="Web-{9E3479D5-889C-4CA0-8BC7-6165571FBCF2}" dt="2022-12-19T14:11:46.756" v="134" actId="1076"/>
      <pc:docMkLst>
        <pc:docMk/>
      </pc:docMkLst>
      <pc:sldChg chg="addSp delSp modSp">
        <pc:chgData name="Riasat Khan" userId="826ac62dfbb52e43" providerId="Windows Live" clId="Web-{9E3479D5-889C-4CA0-8BC7-6165571FBCF2}" dt="2022-12-19T14:05:20.904" v="39" actId="20577"/>
        <pc:sldMkLst>
          <pc:docMk/>
          <pc:sldMk cId="2065023194" sldId="502"/>
        </pc:sldMkLst>
      </pc:sldChg>
      <pc:sldChg chg="addSp delSp modSp add replId">
        <pc:chgData name="Riasat Khan" userId="826ac62dfbb52e43" providerId="Windows Live" clId="Web-{9E3479D5-889C-4CA0-8BC7-6165571FBCF2}" dt="2022-12-19T14:11:46.756" v="134" actId="1076"/>
        <pc:sldMkLst>
          <pc:docMk/>
          <pc:sldMk cId="2572256665" sldId="503"/>
        </pc:sldMkLst>
      </pc:sldChg>
    </pc:docChg>
  </pc:docChgLst>
  <pc:docChgLst>
    <pc:chgData name="Riasat Khan" userId="826ac62dfbb52e43" providerId="LiveId" clId="{F8785A8D-E592-4021-B966-FEF1855FACB4}"/>
    <pc:docChg chg="undo custSel addSld delSld modSld sldOrd">
      <pc:chgData name="Riasat Khan" userId="826ac62dfbb52e43" providerId="LiveId" clId="{F8785A8D-E592-4021-B966-FEF1855FACB4}" dt="2024-12-01T03:17:26.620" v="143" actId="207"/>
      <pc:docMkLst>
        <pc:docMk/>
      </pc:docMkLst>
      <pc:sldChg chg="addSp delSp modSp add mod modShow">
        <pc:chgData name="Riasat Khan" userId="826ac62dfbb52e43" providerId="LiveId" clId="{F8785A8D-E592-4021-B966-FEF1855FACB4}" dt="2024-11-26T03:01:25.768" v="20" actId="1076"/>
        <pc:sldMkLst>
          <pc:docMk/>
          <pc:sldMk cId="878610249" sldId="510"/>
        </pc:sldMkLst>
      </pc:sldChg>
      <pc:sldChg chg="addSp delSp modSp add del mod">
        <pc:chgData name="Riasat Khan" userId="826ac62dfbb52e43" providerId="LiveId" clId="{F8785A8D-E592-4021-B966-FEF1855FACB4}" dt="2024-12-01T03:17:01.788" v="140" actId="47"/>
        <pc:sldMkLst>
          <pc:docMk/>
          <pc:sldMk cId="2347160387" sldId="511"/>
        </pc:sldMkLst>
      </pc:sldChg>
      <pc:sldChg chg="modSp add mod ord">
        <pc:chgData name="Riasat Khan" userId="826ac62dfbb52e43" providerId="LiveId" clId="{F8785A8D-E592-4021-B966-FEF1855FACB4}" dt="2024-12-01T03:17:26.620" v="143" actId="207"/>
        <pc:sldMkLst>
          <pc:docMk/>
          <pc:sldMk cId="1812317164" sldId="512"/>
        </pc:sldMkLst>
      </pc:sldChg>
    </pc:docChg>
  </pc:docChgLst>
  <pc:docChgLst>
    <pc:chgData name="Riasat Khan" userId="826ac62dfbb52e43" providerId="Windows Live" clId="Web-{77E3FFE7-7BD7-46ED-B58F-F92F0E92B749}"/>
    <pc:docChg chg="modSld">
      <pc:chgData name="Riasat Khan" userId="826ac62dfbb52e43" providerId="Windows Live" clId="Web-{77E3FFE7-7BD7-46ED-B58F-F92F0E92B749}" dt="2022-12-20T12:39:19.710" v="49" actId="1076"/>
      <pc:docMkLst>
        <pc:docMk/>
      </pc:docMkLst>
      <pc:sldChg chg="modSp">
        <pc:chgData name="Riasat Khan" userId="826ac62dfbb52e43" providerId="Windows Live" clId="Web-{77E3FFE7-7BD7-46ED-B58F-F92F0E92B749}" dt="2022-12-20T12:26:26.103" v="6" actId="20577"/>
        <pc:sldMkLst>
          <pc:docMk/>
          <pc:sldMk cId="0" sldId="389"/>
        </pc:sldMkLst>
      </pc:sldChg>
      <pc:sldChg chg="modSp">
        <pc:chgData name="Riasat Khan" userId="826ac62dfbb52e43" providerId="Windows Live" clId="Web-{77E3FFE7-7BD7-46ED-B58F-F92F0E92B749}" dt="2022-12-20T12:39:19.710" v="49" actId="1076"/>
        <pc:sldMkLst>
          <pc:docMk/>
          <pc:sldMk cId="0" sldId="470"/>
        </pc:sldMkLst>
      </pc:sldChg>
      <pc:sldChg chg="modSp">
        <pc:chgData name="Riasat Khan" userId="826ac62dfbb52e43" providerId="Windows Live" clId="Web-{77E3FFE7-7BD7-46ED-B58F-F92F0E92B749}" dt="2022-12-20T12:29:47.126" v="16" actId="20577"/>
        <pc:sldMkLst>
          <pc:docMk/>
          <pc:sldMk cId="0" sldId="471"/>
        </pc:sldMkLst>
      </pc:sldChg>
    </pc:docChg>
  </pc:docChgLst>
  <pc:docChgLst>
    <pc:chgData name="Riasat Khan" userId="826ac62dfbb52e43" providerId="Windows Live" clId="Web-{6E175409-7A20-481A-804B-3F748E31172B}"/>
    <pc:docChg chg="modSld">
      <pc:chgData name="Riasat Khan" userId="826ac62dfbb52e43" providerId="Windows Live" clId="Web-{6E175409-7A20-481A-804B-3F748E31172B}" dt="2022-12-20T14:22:09.229" v="15" actId="14100"/>
      <pc:docMkLst>
        <pc:docMk/>
      </pc:docMkLst>
      <pc:sldChg chg="delSp modSp">
        <pc:chgData name="Riasat Khan" userId="826ac62dfbb52e43" providerId="Windows Live" clId="Web-{6E175409-7A20-481A-804B-3F748E31172B}" dt="2022-12-20T14:22:09.229" v="15" actId="14100"/>
        <pc:sldMkLst>
          <pc:docMk/>
          <pc:sldMk cId="2572256665" sldId="503"/>
        </pc:sldMkLst>
      </pc:sldChg>
    </pc:docChg>
  </pc:docChgLst>
  <pc:docChgLst>
    <pc:chgData name="Riasat Khan" userId="826ac62dfbb52e43" providerId="Windows Live" clId="Web-{1AD48E4C-D84D-42C2-BB13-C5B06B0AABDA}"/>
    <pc:docChg chg="modSld sldOrd">
      <pc:chgData name="Riasat Khan" userId="826ac62dfbb52e43" providerId="Windows Live" clId="Web-{1AD48E4C-D84D-42C2-BB13-C5B06B0AABDA}" dt="2022-12-18T15:35:13.954" v="229" actId="20577"/>
      <pc:docMkLst>
        <pc:docMk/>
      </pc:docMkLst>
      <pc:sldChg chg="modSp">
        <pc:chgData name="Riasat Khan" userId="826ac62dfbb52e43" providerId="Windows Live" clId="Web-{1AD48E4C-D84D-42C2-BB13-C5B06B0AABDA}" dt="2022-12-18T14:31:40.211" v="53" actId="20577"/>
        <pc:sldMkLst>
          <pc:docMk/>
          <pc:sldMk cId="0" sldId="389"/>
        </pc:sldMkLst>
      </pc:sldChg>
      <pc:sldChg chg="mod modShow">
        <pc:chgData name="Riasat Khan" userId="826ac62dfbb52e43" providerId="Windows Live" clId="Web-{1AD48E4C-D84D-42C2-BB13-C5B06B0AABDA}" dt="2022-12-18T14:32:56.058" v="57"/>
        <pc:sldMkLst>
          <pc:docMk/>
          <pc:sldMk cId="0" sldId="392"/>
        </pc:sldMkLst>
      </pc:sldChg>
      <pc:sldChg chg="mod modShow">
        <pc:chgData name="Riasat Khan" userId="826ac62dfbb52e43" providerId="Windows Live" clId="Web-{1AD48E4C-D84D-42C2-BB13-C5B06B0AABDA}" dt="2022-12-18T14:32:55.886" v="54"/>
        <pc:sldMkLst>
          <pc:docMk/>
          <pc:sldMk cId="0" sldId="394"/>
        </pc:sldMkLst>
      </pc:sldChg>
      <pc:sldChg chg="mod modShow">
        <pc:chgData name="Riasat Khan" userId="826ac62dfbb52e43" providerId="Windows Live" clId="Web-{1AD48E4C-D84D-42C2-BB13-C5B06B0AABDA}" dt="2022-12-18T14:32:55.964" v="55"/>
        <pc:sldMkLst>
          <pc:docMk/>
          <pc:sldMk cId="0" sldId="395"/>
        </pc:sldMkLst>
      </pc:sldChg>
      <pc:sldChg chg="mod modShow">
        <pc:chgData name="Riasat Khan" userId="826ac62dfbb52e43" providerId="Windows Live" clId="Web-{1AD48E4C-D84D-42C2-BB13-C5B06B0AABDA}" dt="2022-12-18T14:32:55.995" v="56"/>
        <pc:sldMkLst>
          <pc:docMk/>
          <pc:sldMk cId="0" sldId="396"/>
        </pc:sldMkLst>
      </pc:sldChg>
      <pc:sldChg chg="modSp">
        <pc:chgData name="Riasat Khan" userId="826ac62dfbb52e43" providerId="Windows Live" clId="Web-{1AD48E4C-D84D-42C2-BB13-C5B06B0AABDA}" dt="2022-12-18T14:33:58.873" v="58" actId="20577"/>
        <pc:sldMkLst>
          <pc:docMk/>
          <pc:sldMk cId="0" sldId="397"/>
        </pc:sldMkLst>
      </pc:sldChg>
      <pc:sldChg chg="mod modShow">
        <pc:chgData name="Riasat Khan" userId="826ac62dfbb52e43" providerId="Windows Live" clId="Web-{1AD48E4C-D84D-42C2-BB13-C5B06B0AABDA}" dt="2022-12-18T14:34:37.406" v="59"/>
        <pc:sldMkLst>
          <pc:docMk/>
          <pc:sldMk cId="0" sldId="398"/>
        </pc:sldMkLst>
      </pc:sldChg>
      <pc:sldChg chg="mod modShow">
        <pc:chgData name="Riasat Khan" userId="826ac62dfbb52e43" providerId="Windows Live" clId="Web-{1AD48E4C-D84D-42C2-BB13-C5B06B0AABDA}" dt="2022-12-18T14:34:37.546" v="61"/>
        <pc:sldMkLst>
          <pc:docMk/>
          <pc:sldMk cId="0" sldId="399"/>
        </pc:sldMkLst>
      </pc:sldChg>
      <pc:sldChg chg="mod modShow">
        <pc:chgData name="Riasat Khan" userId="826ac62dfbb52e43" providerId="Windows Live" clId="Web-{1AD48E4C-D84D-42C2-BB13-C5B06B0AABDA}" dt="2022-12-18T14:34:39.718" v="76"/>
        <pc:sldMkLst>
          <pc:docMk/>
          <pc:sldMk cId="0" sldId="409"/>
        </pc:sldMkLst>
      </pc:sldChg>
      <pc:sldChg chg="mod modShow">
        <pc:chgData name="Riasat Khan" userId="826ac62dfbb52e43" providerId="Windows Live" clId="Web-{1AD48E4C-D84D-42C2-BB13-C5B06B0AABDA}" dt="2022-12-18T14:34:39.781" v="77"/>
        <pc:sldMkLst>
          <pc:docMk/>
          <pc:sldMk cId="0" sldId="414"/>
        </pc:sldMkLst>
      </pc:sldChg>
      <pc:sldChg chg="mod modShow">
        <pc:chgData name="Riasat Khan" userId="826ac62dfbb52e43" providerId="Windows Live" clId="Web-{1AD48E4C-D84D-42C2-BB13-C5B06B0AABDA}" dt="2022-12-18T14:34:39.843" v="78"/>
        <pc:sldMkLst>
          <pc:docMk/>
          <pc:sldMk cId="0" sldId="415"/>
        </pc:sldMkLst>
      </pc:sldChg>
      <pc:sldChg chg="mod modShow">
        <pc:chgData name="Riasat Khan" userId="826ac62dfbb52e43" providerId="Windows Live" clId="Web-{1AD48E4C-D84D-42C2-BB13-C5B06B0AABDA}" dt="2022-12-18T14:34:39.937" v="79"/>
        <pc:sldMkLst>
          <pc:docMk/>
          <pc:sldMk cId="0" sldId="416"/>
        </pc:sldMkLst>
      </pc:sldChg>
      <pc:sldChg chg="mod modShow">
        <pc:chgData name="Riasat Khan" userId="826ac62dfbb52e43" providerId="Windows Live" clId="Web-{1AD48E4C-D84D-42C2-BB13-C5B06B0AABDA}" dt="2022-12-18T14:34:37.656" v="62"/>
        <pc:sldMkLst>
          <pc:docMk/>
          <pc:sldMk cId="0" sldId="430"/>
        </pc:sldMkLst>
      </pc:sldChg>
      <pc:sldChg chg="mod modShow">
        <pc:chgData name="Riasat Khan" userId="826ac62dfbb52e43" providerId="Windows Live" clId="Web-{1AD48E4C-D84D-42C2-BB13-C5B06B0AABDA}" dt="2022-12-18T14:34:37.734" v="63"/>
        <pc:sldMkLst>
          <pc:docMk/>
          <pc:sldMk cId="0" sldId="431"/>
        </pc:sldMkLst>
      </pc:sldChg>
      <pc:sldChg chg="mod modShow">
        <pc:chgData name="Riasat Khan" userId="826ac62dfbb52e43" providerId="Windows Live" clId="Web-{1AD48E4C-D84D-42C2-BB13-C5B06B0AABDA}" dt="2022-12-18T14:34:37.874" v="64"/>
        <pc:sldMkLst>
          <pc:docMk/>
          <pc:sldMk cId="0" sldId="432"/>
        </pc:sldMkLst>
      </pc:sldChg>
      <pc:sldChg chg="mod modShow">
        <pc:chgData name="Riasat Khan" userId="826ac62dfbb52e43" providerId="Windows Live" clId="Web-{1AD48E4C-D84D-42C2-BB13-C5B06B0AABDA}" dt="2022-12-18T14:34:37.999" v="65"/>
        <pc:sldMkLst>
          <pc:docMk/>
          <pc:sldMk cId="0" sldId="433"/>
        </pc:sldMkLst>
      </pc:sldChg>
      <pc:sldChg chg="mod modShow">
        <pc:chgData name="Riasat Khan" userId="826ac62dfbb52e43" providerId="Windows Live" clId="Web-{1AD48E4C-D84D-42C2-BB13-C5B06B0AABDA}" dt="2022-12-18T14:34:38.077" v="66"/>
        <pc:sldMkLst>
          <pc:docMk/>
          <pc:sldMk cId="0" sldId="434"/>
        </pc:sldMkLst>
      </pc:sldChg>
      <pc:sldChg chg="mod modShow">
        <pc:chgData name="Riasat Khan" userId="826ac62dfbb52e43" providerId="Windows Live" clId="Web-{1AD48E4C-D84D-42C2-BB13-C5B06B0AABDA}" dt="2022-12-18T14:34:38.562" v="67"/>
        <pc:sldMkLst>
          <pc:docMk/>
          <pc:sldMk cId="0" sldId="435"/>
        </pc:sldMkLst>
      </pc:sldChg>
      <pc:sldChg chg="mod modShow">
        <pc:chgData name="Riasat Khan" userId="826ac62dfbb52e43" providerId="Windows Live" clId="Web-{1AD48E4C-D84D-42C2-BB13-C5B06B0AABDA}" dt="2022-12-18T14:34:37.484" v="60"/>
        <pc:sldMkLst>
          <pc:docMk/>
          <pc:sldMk cId="0" sldId="443"/>
        </pc:sldMkLst>
      </pc:sldChg>
      <pc:sldChg chg="mod modShow">
        <pc:chgData name="Riasat Khan" userId="826ac62dfbb52e43" providerId="Windows Live" clId="Web-{1AD48E4C-D84D-42C2-BB13-C5B06B0AABDA}" dt="2022-12-18T14:34:38.640" v="68"/>
        <pc:sldMkLst>
          <pc:docMk/>
          <pc:sldMk cId="0" sldId="444"/>
        </pc:sldMkLst>
      </pc:sldChg>
      <pc:sldChg chg="mod modShow">
        <pc:chgData name="Riasat Khan" userId="826ac62dfbb52e43" providerId="Windows Live" clId="Web-{1AD48E4C-D84D-42C2-BB13-C5B06B0AABDA}" dt="2022-12-18T14:34:38.812" v="69"/>
        <pc:sldMkLst>
          <pc:docMk/>
          <pc:sldMk cId="0" sldId="445"/>
        </pc:sldMkLst>
      </pc:sldChg>
      <pc:sldChg chg="mod modShow">
        <pc:chgData name="Riasat Khan" userId="826ac62dfbb52e43" providerId="Windows Live" clId="Web-{1AD48E4C-D84D-42C2-BB13-C5B06B0AABDA}" dt="2022-12-18T14:34:38.890" v="70"/>
        <pc:sldMkLst>
          <pc:docMk/>
          <pc:sldMk cId="0" sldId="446"/>
        </pc:sldMkLst>
      </pc:sldChg>
      <pc:sldChg chg="mod modShow">
        <pc:chgData name="Riasat Khan" userId="826ac62dfbb52e43" providerId="Windows Live" clId="Web-{1AD48E4C-D84D-42C2-BB13-C5B06B0AABDA}" dt="2022-12-18T14:34:39.265" v="72"/>
        <pc:sldMkLst>
          <pc:docMk/>
          <pc:sldMk cId="0" sldId="447"/>
        </pc:sldMkLst>
      </pc:sldChg>
      <pc:sldChg chg="mod modShow">
        <pc:chgData name="Riasat Khan" userId="826ac62dfbb52e43" providerId="Windows Live" clId="Web-{1AD48E4C-D84D-42C2-BB13-C5B06B0AABDA}" dt="2022-12-18T14:34:39.124" v="71"/>
        <pc:sldMkLst>
          <pc:docMk/>
          <pc:sldMk cId="0" sldId="448"/>
        </pc:sldMkLst>
      </pc:sldChg>
      <pc:sldChg chg="mod modShow">
        <pc:chgData name="Riasat Khan" userId="826ac62dfbb52e43" providerId="Windows Live" clId="Web-{1AD48E4C-D84D-42C2-BB13-C5B06B0AABDA}" dt="2022-12-18T14:34:39.546" v="73"/>
        <pc:sldMkLst>
          <pc:docMk/>
          <pc:sldMk cId="0" sldId="449"/>
        </pc:sldMkLst>
      </pc:sldChg>
      <pc:sldChg chg="mod modShow">
        <pc:chgData name="Riasat Khan" userId="826ac62dfbb52e43" providerId="Windows Live" clId="Web-{1AD48E4C-D84D-42C2-BB13-C5B06B0AABDA}" dt="2022-12-18T14:34:39.593" v="74"/>
        <pc:sldMkLst>
          <pc:docMk/>
          <pc:sldMk cId="0" sldId="450"/>
        </pc:sldMkLst>
      </pc:sldChg>
      <pc:sldChg chg="mod modShow">
        <pc:chgData name="Riasat Khan" userId="826ac62dfbb52e43" providerId="Windows Live" clId="Web-{1AD48E4C-D84D-42C2-BB13-C5B06B0AABDA}" dt="2022-12-18T14:34:39.687" v="75"/>
        <pc:sldMkLst>
          <pc:docMk/>
          <pc:sldMk cId="0" sldId="451"/>
        </pc:sldMkLst>
      </pc:sldChg>
      <pc:sldChg chg="mod modShow">
        <pc:chgData name="Riasat Khan" userId="826ac62dfbb52e43" providerId="Windows Live" clId="Web-{1AD48E4C-D84D-42C2-BB13-C5B06B0AABDA}" dt="2022-12-18T15:12:35.676" v="215"/>
        <pc:sldMkLst>
          <pc:docMk/>
          <pc:sldMk cId="0" sldId="458"/>
        </pc:sldMkLst>
      </pc:sldChg>
      <pc:sldChg chg="mod modShow">
        <pc:chgData name="Riasat Khan" userId="826ac62dfbb52e43" providerId="Windows Live" clId="Web-{1AD48E4C-D84D-42C2-BB13-C5B06B0AABDA}" dt="2022-12-18T15:12:35.879" v="216"/>
        <pc:sldMkLst>
          <pc:docMk/>
          <pc:sldMk cId="0" sldId="459"/>
        </pc:sldMkLst>
      </pc:sldChg>
      <pc:sldChg chg="mod modShow">
        <pc:chgData name="Riasat Khan" userId="826ac62dfbb52e43" providerId="Windows Live" clId="Web-{1AD48E4C-D84D-42C2-BB13-C5B06B0AABDA}" dt="2022-12-18T15:12:36.051" v="217"/>
        <pc:sldMkLst>
          <pc:docMk/>
          <pc:sldMk cId="0" sldId="460"/>
        </pc:sldMkLst>
      </pc:sldChg>
      <pc:sldChg chg="mod modShow">
        <pc:chgData name="Riasat Khan" userId="826ac62dfbb52e43" providerId="Windows Live" clId="Web-{1AD48E4C-D84D-42C2-BB13-C5B06B0AABDA}" dt="2022-12-18T15:12:36.270" v="218"/>
        <pc:sldMkLst>
          <pc:docMk/>
          <pc:sldMk cId="0" sldId="461"/>
        </pc:sldMkLst>
      </pc:sldChg>
      <pc:sldChg chg="modSp">
        <pc:chgData name="Riasat Khan" userId="826ac62dfbb52e43" providerId="Windows Live" clId="Web-{1AD48E4C-D84D-42C2-BB13-C5B06B0AABDA}" dt="2022-12-18T15:18:57.864" v="221" actId="20577"/>
        <pc:sldMkLst>
          <pc:docMk/>
          <pc:sldMk cId="0" sldId="466"/>
        </pc:sldMkLst>
      </pc:sldChg>
      <pc:sldChg chg="mod modShow">
        <pc:chgData name="Riasat Khan" userId="826ac62dfbb52e43" providerId="Windows Live" clId="Web-{1AD48E4C-D84D-42C2-BB13-C5B06B0AABDA}" dt="2022-12-18T14:34:39.953" v="80"/>
        <pc:sldMkLst>
          <pc:docMk/>
          <pc:sldMk cId="0" sldId="467"/>
        </pc:sldMkLst>
      </pc:sldChg>
      <pc:sldChg chg="modSp">
        <pc:chgData name="Riasat Khan" userId="826ac62dfbb52e43" providerId="Windows Live" clId="Web-{1AD48E4C-D84D-42C2-BB13-C5B06B0AABDA}" dt="2022-12-18T14:35:49.034" v="95" actId="14100"/>
        <pc:sldMkLst>
          <pc:docMk/>
          <pc:sldMk cId="0" sldId="469"/>
        </pc:sldMkLst>
      </pc:sldChg>
      <pc:sldChg chg="addSp modSp ord">
        <pc:chgData name="Riasat Khan" userId="826ac62dfbb52e43" providerId="Windows Live" clId="Web-{1AD48E4C-D84D-42C2-BB13-C5B06B0AABDA}" dt="2022-12-18T14:42:03.956" v="137" actId="14100"/>
        <pc:sldMkLst>
          <pc:docMk/>
          <pc:sldMk cId="0" sldId="470"/>
        </pc:sldMkLst>
      </pc:sldChg>
      <pc:sldChg chg="modSp">
        <pc:chgData name="Riasat Khan" userId="826ac62dfbb52e43" providerId="Windows Live" clId="Web-{1AD48E4C-D84D-42C2-BB13-C5B06B0AABDA}" dt="2022-12-18T15:35:13.954" v="229" actId="20577"/>
        <pc:sldMkLst>
          <pc:docMk/>
          <pc:sldMk cId="0" sldId="471"/>
        </pc:sldMkLst>
      </pc:sldChg>
      <pc:sldChg chg="mod modShow">
        <pc:chgData name="Riasat Khan" userId="826ac62dfbb52e43" providerId="Windows Live" clId="Web-{1AD48E4C-D84D-42C2-BB13-C5B06B0AABDA}" dt="2022-12-18T15:12:36.317" v="219"/>
        <pc:sldMkLst>
          <pc:docMk/>
          <pc:sldMk cId="0" sldId="480"/>
        </pc:sldMkLst>
      </pc:sldChg>
      <pc:sldChg chg="mod modShow">
        <pc:chgData name="Riasat Khan" userId="826ac62dfbb52e43" providerId="Windows Live" clId="Web-{1AD48E4C-D84D-42C2-BB13-C5B06B0AABDA}" dt="2022-12-18T15:12:34.098" v="204"/>
        <pc:sldMkLst>
          <pc:docMk/>
          <pc:sldMk cId="0" sldId="481"/>
        </pc:sldMkLst>
      </pc:sldChg>
      <pc:sldChg chg="mod modShow">
        <pc:chgData name="Riasat Khan" userId="826ac62dfbb52e43" providerId="Windows Live" clId="Web-{1AD48E4C-D84D-42C2-BB13-C5B06B0AABDA}" dt="2022-12-18T15:12:34.379" v="205"/>
        <pc:sldMkLst>
          <pc:docMk/>
          <pc:sldMk cId="0" sldId="482"/>
        </pc:sldMkLst>
      </pc:sldChg>
      <pc:sldChg chg="mod modShow">
        <pc:chgData name="Riasat Khan" userId="826ac62dfbb52e43" providerId="Windows Live" clId="Web-{1AD48E4C-D84D-42C2-BB13-C5B06B0AABDA}" dt="2022-12-18T15:12:34.442" v="206"/>
        <pc:sldMkLst>
          <pc:docMk/>
          <pc:sldMk cId="0" sldId="483"/>
        </pc:sldMkLst>
      </pc:sldChg>
      <pc:sldChg chg="mod modShow">
        <pc:chgData name="Riasat Khan" userId="826ac62dfbb52e43" providerId="Windows Live" clId="Web-{1AD48E4C-D84D-42C2-BB13-C5B06B0AABDA}" dt="2022-12-18T15:12:34.473" v="207"/>
        <pc:sldMkLst>
          <pc:docMk/>
          <pc:sldMk cId="0" sldId="484"/>
        </pc:sldMkLst>
      </pc:sldChg>
      <pc:sldChg chg="mod modShow">
        <pc:chgData name="Riasat Khan" userId="826ac62dfbb52e43" providerId="Windows Live" clId="Web-{1AD48E4C-D84D-42C2-BB13-C5B06B0AABDA}" dt="2022-12-18T15:12:34.536" v="208"/>
        <pc:sldMkLst>
          <pc:docMk/>
          <pc:sldMk cId="0" sldId="485"/>
        </pc:sldMkLst>
      </pc:sldChg>
      <pc:sldChg chg="mod modShow">
        <pc:chgData name="Riasat Khan" userId="826ac62dfbb52e43" providerId="Windows Live" clId="Web-{1AD48E4C-D84D-42C2-BB13-C5B06B0AABDA}" dt="2022-12-18T15:12:34.582" v="209"/>
        <pc:sldMkLst>
          <pc:docMk/>
          <pc:sldMk cId="0" sldId="486"/>
        </pc:sldMkLst>
      </pc:sldChg>
      <pc:sldChg chg="mod modShow">
        <pc:chgData name="Riasat Khan" userId="826ac62dfbb52e43" providerId="Windows Live" clId="Web-{1AD48E4C-D84D-42C2-BB13-C5B06B0AABDA}" dt="2022-12-18T15:12:34.645" v="210"/>
        <pc:sldMkLst>
          <pc:docMk/>
          <pc:sldMk cId="0" sldId="487"/>
        </pc:sldMkLst>
      </pc:sldChg>
      <pc:sldChg chg="mod modShow">
        <pc:chgData name="Riasat Khan" userId="826ac62dfbb52e43" providerId="Windows Live" clId="Web-{1AD48E4C-D84D-42C2-BB13-C5B06B0AABDA}" dt="2022-12-18T15:12:34.676" v="211"/>
        <pc:sldMkLst>
          <pc:docMk/>
          <pc:sldMk cId="0" sldId="488"/>
        </pc:sldMkLst>
      </pc:sldChg>
      <pc:sldChg chg="mod modShow">
        <pc:chgData name="Riasat Khan" userId="826ac62dfbb52e43" providerId="Windows Live" clId="Web-{1AD48E4C-D84D-42C2-BB13-C5B06B0AABDA}" dt="2022-12-18T15:12:35.004" v="212"/>
        <pc:sldMkLst>
          <pc:docMk/>
          <pc:sldMk cId="0" sldId="489"/>
        </pc:sldMkLst>
      </pc:sldChg>
      <pc:sldChg chg="mod modShow">
        <pc:chgData name="Riasat Khan" userId="826ac62dfbb52e43" providerId="Windows Live" clId="Web-{1AD48E4C-D84D-42C2-BB13-C5B06B0AABDA}" dt="2022-12-18T15:12:35.333" v="213"/>
        <pc:sldMkLst>
          <pc:docMk/>
          <pc:sldMk cId="0" sldId="490"/>
        </pc:sldMkLst>
      </pc:sldChg>
      <pc:sldChg chg="mod modShow">
        <pc:chgData name="Riasat Khan" userId="826ac62dfbb52e43" providerId="Windows Live" clId="Web-{1AD48E4C-D84D-42C2-BB13-C5B06B0AABDA}" dt="2022-12-18T15:12:35.645" v="214"/>
        <pc:sldMkLst>
          <pc:docMk/>
          <pc:sldMk cId="0" sldId="491"/>
        </pc:sldMkLst>
      </pc:sldChg>
      <pc:sldChg chg="modSp">
        <pc:chgData name="Riasat Khan" userId="826ac62dfbb52e43" providerId="Windows Live" clId="Web-{1AD48E4C-D84D-42C2-BB13-C5B06B0AABDA}" dt="2022-12-18T14:58:06.262" v="197" actId="14100"/>
        <pc:sldMkLst>
          <pc:docMk/>
          <pc:sldMk cId="0" sldId="497"/>
        </pc:sldMkLst>
      </pc:sldChg>
    </pc:docChg>
  </pc:docChgLst>
  <pc:docChgLst>
    <pc:chgData name="Riasat Khan" userId="826ac62dfbb52e43" providerId="LiveId" clId="{6B3622AE-B5AB-4F4B-8531-E61BA350CE59}"/>
    <pc:docChg chg="undo custSel addSld modSld">
      <pc:chgData name="Riasat Khan" userId="826ac62dfbb52e43" providerId="LiveId" clId="{6B3622AE-B5AB-4F4B-8531-E61BA350CE59}" dt="2022-12-19T09:06:24.916" v="231" actId="20577"/>
      <pc:docMkLst>
        <pc:docMk/>
      </pc:docMkLst>
      <pc:sldChg chg="modSp">
        <pc:chgData name="Riasat Khan" userId="826ac62dfbb52e43" providerId="LiveId" clId="{6B3622AE-B5AB-4F4B-8531-E61BA350CE59}" dt="2022-12-19T08:31:03.554" v="192" actId="20577"/>
        <pc:sldMkLst>
          <pc:docMk/>
          <pc:sldMk cId="0" sldId="397"/>
        </pc:sldMkLst>
      </pc:sldChg>
      <pc:sldChg chg="modSp">
        <pc:chgData name="Riasat Khan" userId="826ac62dfbb52e43" providerId="LiveId" clId="{6B3622AE-B5AB-4F4B-8531-E61BA350CE59}" dt="2022-12-19T08:23:55.278" v="163" actId="20577"/>
        <pc:sldMkLst>
          <pc:docMk/>
          <pc:sldMk cId="0" sldId="471"/>
        </pc:sldMkLst>
      </pc:sldChg>
      <pc:sldChg chg="modSp">
        <pc:chgData name="Riasat Khan" userId="826ac62dfbb52e43" providerId="LiveId" clId="{6B3622AE-B5AB-4F4B-8531-E61BA350CE59}" dt="2022-12-19T08:27:06.849" v="165" actId="14100"/>
        <pc:sldMkLst>
          <pc:docMk/>
          <pc:sldMk cId="0" sldId="479"/>
        </pc:sldMkLst>
      </pc:sldChg>
      <pc:sldChg chg="delSp modSp add">
        <pc:chgData name="Riasat Khan" userId="826ac62dfbb52e43" providerId="LiveId" clId="{6B3622AE-B5AB-4F4B-8531-E61BA350CE59}" dt="2022-12-19T03:01:24.775" v="70" actId="20577"/>
        <pc:sldMkLst>
          <pc:docMk/>
          <pc:sldMk cId="3951942160" sldId="498"/>
        </pc:sldMkLst>
      </pc:sldChg>
      <pc:sldChg chg="addSp delSp modSp add">
        <pc:chgData name="Riasat Khan" userId="826ac62dfbb52e43" providerId="LiveId" clId="{6B3622AE-B5AB-4F4B-8531-E61BA350CE59}" dt="2022-12-19T03:07:43.547" v="105" actId="1076"/>
        <pc:sldMkLst>
          <pc:docMk/>
          <pc:sldMk cId="1254982723" sldId="499"/>
        </pc:sldMkLst>
      </pc:sldChg>
      <pc:sldChg chg="addSp delSp modSp add">
        <pc:chgData name="Riasat Khan" userId="826ac62dfbb52e43" providerId="LiveId" clId="{6B3622AE-B5AB-4F4B-8531-E61BA350CE59}" dt="2022-12-19T03:38:31.509" v="139" actId="478"/>
        <pc:sldMkLst>
          <pc:docMk/>
          <pc:sldMk cId="3994704289" sldId="500"/>
        </pc:sldMkLst>
      </pc:sldChg>
      <pc:sldChg chg="addSp delSp modSp add">
        <pc:chgData name="Riasat Khan" userId="826ac62dfbb52e43" providerId="LiveId" clId="{6B3622AE-B5AB-4F4B-8531-E61BA350CE59}" dt="2022-12-19T03:42:45.398" v="161" actId="20577"/>
        <pc:sldMkLst>
          <pc:docMk/>
          <pc:sldMk cId="408395384" sldId="501"/>
        </pc:sldMkLst>
      </pc:sldChg>
      <pc:sldChg chg="addSp delSp modSp add">
        <pc:chgData name="Riasat Khan" userId="826ac62dfbb52e43" providerId="LiveId" clId="{6B3622AE-B5AB-4F4B-8531-E61BA350CE59}" dt="2022-12-19T09:06:24.916" v="231" actId="20577"/>
        <pc:sldMkLst>
          <pc:docMk/>
          <pc:sldMk cId="2065023194" sldId="50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A8D7F64-FD64-B798-BC1A-9936A3708990}"/>
              </a:ext>
            </a:extLst>
          </p:cNvPr>
          <p:cNvSpPr>
            <a:spLocks noGrp="1" noChangeArrowheads="1"/>
          </p:cNvSpPr>
          <p:nvPr>
            <p:ph type="hdr" sz="quarter"/>
          </p:nvPr>
        </p:nvSpPr>
        <p:spPr bwMode="auto">
          <a:xfrm>
            <a:off x="0" y="0"/>
            <a:ext cx="3048000" cy="463550"/>
          </a:xfrm>
          <a:prstGeom prst="rect">
            <a:avLst/>
          </a:prstGeom>
          <a:noFill/>
          <a:ln>
            <a:noFill/>
          </a:ln>
          <a:effectLst/>
        </p:spPr>
        <p:txBody>
          <a:bodyPr vert="horz" wrap="square" lIns="93241" tIns="46621" rIns="93241" bIns="46621" numCol="1" anchor="t" anchorCtr="0" compatLnSpc="1">
            <a:prstTxWarp prst="textNoShape">
              <a:avLst/>
            </a:prstTxWarp>
          </a:bodyPr>
          <a:lstStyle>
            <a:lvl1pPr algn="l" defTabSz="931863" eaLnBrk="1" hangingPunct="1">
              <a:defRPr sz="1200"/>
            </a:lvl1pPr>
          </a:lstStyle>
          <a:p>
            <a:pPr>
              <a:defRPr/>
            </a:pPr>
            <a:endParaRPr lang="en-US" altLang="en-US"/>
          </a:p>
        </p:txBody>
      </p:sp>
      <p:sp>
        <p:nvSpPr>
          <p:cNvPr id="26627" name="Rectangle 3">
            <a:extLst>
              <a:ext uri="{FF2B5EF4-FFF2-40B4-BE49-F238E27FC236}">
                <a16:creationId xmlns:a16="http://schemas.microsoft.com/office/drawing/2014/main" id="{985A6DEF-F9D7-3D15-4699-32915500D310}"/>
              </a:ext>
            </a:extLst>
          </p:cNvPr>
          <p:cNvSpPr>
            <a:spLocks noGrp="1" noChangeArrowheads="1"/>
          </p:cNvSpPr>
          <p:nvPr>
            <p:ph type="dt" sz="quarter" idx="1"/>
          </p:nvPr>
        </p:nvSpPr>
        <p:spPr bwMode="auto">
          <a:xfrm>
            <a:off x="3986213" y="0"/>
            <a:ext cx="3048000" cy="463550"/>
          </a:xfrm>
          <a:prstGeom prst="rect">
            <a:avLst/>
          </a:prstGeom>
          <a:noFill/>
          <a:ln>
            <a:noFill/>
          </a:ln>
          <a:effectLst/>
        </p:spPr>
        <p:txBody>
          <a:bodyPr vert="horz" wrap="square" lIns="93241" tIns="46621" rIns="93241" bIns="46621" numCol="1" anchor="t" anchorCtr="0" compatLnSpc="1">
            <a:prstTxWarp prst="textNoShape">
              <a:avLst/>
            </a:prstTxWarp>
          </a:bodyPr>
          <a:lstStyle>
            <a:lvl1pPr algn="r" defTabSz="931863" eaLnBrk="1" hangingPunct="1">
              <a:defRPr sz="1200"/>
            </a:lvl1pPr>
          </a:lstStyle>
          <a:p>
            <a:pPr>
              <a:defRPr/>
            </a:pPr>
            <a:endParaRPr lang="en-US" altLang="en-US"/>
          </a:p>
        </p:txBody>
      </p:sp>
      <p:sp>
        <p:nvSpPr>
          <p:cNvPr id="26628" name="Rectangle 4">
            <a:extLst>
              <a:ext uri="{FF2B5EF4-FFF2-40B4-BE49-F238E27FC236}">
                <a16:creationId xmlns:a16="http://schemas.microsoft.com/office/drawing/2014/main" id="{3FF954AE-9F23-271A-250A-17353FD0A140}"/>
              </a:ext>
            </a:extLst>
          </p:cNvPr>
          <p:cNvSpPr>
            <a:spLocks noGrp="1" noChangeArrowheads="1"/>
          </p:cNvSpPr>
          <p:nvPr>
            <p:ph type="ftr" sz="quarter" idx="2"/>
          </p:nvPr>
        </p:nvSpPr>
        <p:spPr bwMode="auto">
          <a:xfrm>
            <a:off x="0" y="8820150"/>
            <a:ext cx="3048000" cy="463550"/>
          </a:xfrm>
          <a:prstGeom prst="rect">
            <a:avLst/>
          </a:prstGeom>
          <a:noFill/>
          <a:ln>
            <a:noFill/>
          </a:ln>
          <a:effectLst/>
        </p:spPr>
        <p:txBody>
          <a:bodyPr vert="horz" wrap="square" lIns="93241" tIns="46621" rIns="93241" bIns="46621" numCol="1" anchor="b" anchorCtr="0" compatLnSpc="1">
            <a:prstTxWarp prst="textNoShape">
              <a:avLst/>
            </a:prstTxWarp>
          </a:bodyPr>
          <a:lstStyle>
            <a:lvl1pPr algn="l" defTabSz="931863" eaLnBrk="1" hangingPunct="1">
              <a:defRPr sz="1200"/>
            </a:lvl1pPr>
          </a:lstStyle>
          <a:p>
            <a:pPr>
              <a:defRPr/>
            </a:pPr>
            <a:endParaRPr lang="en-US" altLang="en-US"/>
          </a:p>
        </p:txBody>
      </p:sp>
      <p:sp>
        <p:nvSpPr>
          <p:cNvPr id="26629" name="Rectangle 5">
            <a:extLst>
              <a:ext uri="{FF2B5EF4-FFF2-40B4-BE49-F238E27FC236}">
                <a16:creationId xmlns:a16="http://schemas.microsoft.com/office/drawing/2014/main" id="{CF356662-7FEC-3EB7-2C74-E440AC812C14}"/>
              </a:ext>
            </a:extLst>
          </p:cNvPr>
          <p:cNvSpPr>
            <a:spLocks noGrp="1" noChangeArrowheads="1"/>
          </p:cNvSpPr>
          <p:nvPr>
            <p:ph type="sldNum" sz="quarter" idx="3"/>
          </p:nvPr>
        </p:nvSpPr>
        <p:spPr bwMode="auto">
          <a:xfrm>
            <a:off x="3986213" y="8820150"/>
            <a:ext cx="3048000" cy="463550"/>
          </a:xfrm>
          <a:prstGeom prst="rect">
            <a:avLst/>
          </a:prstGeom>
          <a:noFill/>
          <a:ln>
            <a:noFill/>
          </a:ln>
          <a:effectLst/>
        </p:spPr>
        <p:txBody>
          <a:bodyPr vert="horz" wrap="square" lIns="93241" tIns="46621" rIns="93241" bIns="46621" numCol="1" anchor="b" anchorCtr="0" compatLnSpc="1">
            <a:prstTxWarp prst="textNoShape">
              <a:avLst/>
            </a:prstTxWarp>
          </a:bodyPr>
          <a:lstStyle>
            <a:lvl1pPr algn="r" defTabSz="931863" eaLnBrk="1" hangingPunct="1">
              <a:defRPr sz="1200"/>
            </a:lvl1pPr>
          </a:lstStyle>
          <a:p>
            <a:fld id="{27EFBF22-1101-474C-952E-39EE04E7B23B}"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5T13:14:21.272"/>
    </inkml:context>
    <inkml:brush xml:id="br0">
      <inkml:brushProperty name="width" value="0.05" units="cm"/>
      <inkml:brushProperty name="height" value="0.05" units="cm"/>
      <inkml:brushProperty name="color" value="#E71224"/>
    </inkml:brush>
  </inkml:definitions>
  <inkml:trace contextRef="#ctx0" brushRef="#br0">48 79 24575,'1'2'0,"-1"-1"0,1 0 0,0 1 0,0-1 0,-1 0 0,1 0 0,0 0 0,0 0 0,0 0 0,0 0 0,1 0 0,-1 0 0,0 0 0,0 0 0,0-1 0,1 1 0,-1-1 0,0 1 0,1-1 0,-1 1 0,1-1 0,-1 1 0,0-1 0,1 0 0,2 0 0,4 2 0,-9-2 0,-1-1 0,1 1 0,-1-1 0,1 1 0,-1-1 0,1 0 0,-1 0 0,1 0 0,0 0 0,-1 0 0,1 0 0,0 0 0,0 0 0,-1-1 0,1 1 0,0 0 0,1-1 0,-1 1 0,0-1 0,0 1 0,0-1 0,0-1 0,1 1 0,-1 0 0,1-1 0,0 1 0,-1 0 0,1 0 0,0 0 0,1 0 0,-1 0 0,0 0 0,0-1 0,1 1 0,-1 0 0,1 0 0,0 0 0,0 0 0,0 0 0,0 1 0,0-1 0,0 0 0,0 0 0,0 0 0,1 1 0,-1-1 0,1 1 0,-1-1 0,1 1 0,0 0 0,0 0 0,-1-1 0,1 1 0,0 0 0,0 1 0,0-1 0,0 0 0,0 0 0,0 1 0,0-1 0,0 1 0,0 0 0,1 0 0,-1 0 0,0 0 0,0 0 0,0 0 0,0 0 0,0 1 0,0-1 0,0 1 0,3 0 0,-4 0 0,-1-1 0,1 0 0,-1 0 0,1 0 0,-1 0 0,1 1 0,-1-1 0,0 0 0,1 0 0,-1 1 0,0-1 0,1 0 0,-1 1 0,0-1 0,1 1 0,-1-1 0,0 0 0,1 1 0,-1-1 0,0 1 0,0-1 0,0 0 0,1 1 0,-1-1 0,0 1 0,0-1 0,0 1 0,0-1 0,0 1 0,0-1 0,0 1 0,0-1 0,0 1 0,0 0 0,-15 10 0,-25-1 0,2-8 0,36-2 0,5 0 0,21 1 0,-17 1 0,1 0 0,-1 0 0,0 0 0,0 1 0,-1 0 0,1 0 0,0 1 0,-1 0 0,0 0 0,0 0 0,0 1 0,-1 0 0,1 0 0,-1 1 0,0-1 0,-1 1 0,1 0 0,-1 0 0,0 1 0,5 12 0,-8-17 0,-1 0 0,1 0 0,-1 0 0,0-1 0,0 1 0,0 0 0,0 0 0,0 0 0,0-1 0,-1 1 0,1 0 0,0 0 0,-1 0 0,0-1 0,1 1 0,-1 0 0,-1 1 0,-2 7 0,4-10 0,0 1 0,0-1 0,0 0 0,0 1 0,0-1 0,0 0 0,0 1 0,1-1 0,-1 0 0,0 1 0,0-1 0,0 0 0,0 1 0,1-1 0,-1 0 0,0 0 0,0 1 0,1-1 0,-1 0 0,0 0 0,0 0 0,1 1 0,-1-1 0,0 0 0,1 0 0,-1 0 0,0 0 0,1 0 0,-1 0 0,0 1 0,1-1 0,-1 0 0,0 0 0,1 0 0,-1 0 0,0 0 0,1 0 0,-1 0 0,0-1 0,1 1 0,-1 0 0,0 0 0,1 0 0,-1 0 0,0 0 0,0 0 0,1-1 0,-1 1 0,0 0 0,1 0 0,-1 0 0,0-1 0,0 1 0,1-1 0,4-6 0,-5 7 0,0-1 0,-1 0 0,1 1 0,-1-1 0,1 1 0,-1-1 0,1 1 0,-1-1 0,1 1 0,-1-1 0,0 1 0,1-1 0,-1 1 0,1 0 0,-1-1 0,0 1 0,0 0 0,1 0 0,-1 0 0,0-1 0,-29-6 0,21 6 0,1-1 0,-1 0 0,-14-6 0,21 7 0,1 1 0,-1-1 0,0 0 0,0 0 0,1 0 0,-1-1 0,1 1 0,-1 0 0,1-1 0,0 1 0,-1 0 0,1-1 0,0 0 0,0 1 0,0-1 0,0 0 0,0 1 0,1-1 0,-1 0 0,0 0 0,1 0 0,-1-2 0,1 3 0,0-1 0,1 0 0,-1 0 0,1 0 0,-1 1 0,1-1 0,-1 0 0,1 1 0,0-1 0,0 0 0,0 1 0,0-1 0,0 1 0,0-1 0,0 1 0,0 0 0,1 0 0,-1-1 0,1 1 0,-1 0 0,1 0 0,-1 0 0,1 0 0,-1 1 0,1-1 0,0 0 0,1 0 0,5-2 0,-1 0 0,0 1 0,1 0 0,14-2 0,-21 4 0,0-1 0,1 1 0,-1 0 0,1 0 0,-1 0 0,0 0 0,1 0 0,-1 0 0,1 1 0,-1-1 0,0 0 0,1 1 0,-1-1 0,0 1 0,1-1 0,-1 1 0,0 0 0,0 0 0,0-1 0,0 1 0,0 0 0,1 0 0,-2 0 0,3 2 0,-3-2 0,1-1 0,-1 1 0,0-1 0,0 1 0,0-1 0,0 1 0,0-1 0,0 1 0,0-1 0,0 1 0,0 0 0,0-1 0,0 1 0,0-1 0,0 1 0,-1-1 0,1 1 0,0-1 0,0 1 0,-1-1 0,1 1 0,0-1 0,-1 1 0,-18 11 0,-54 0 0,53-12 0,50-11 0,-26 10 0,52-11 0,-52 11 0,-1 0 0,1 1 0,-1 0 0,1 0 0,-1 0 0,1 0 0,-1 1 0,1-1 0,-1 1 0,0 0 0,1 0 0,-1 0 0,5 2 0,-8-3 0,0 1 0,0-1 0,1 0 0,-1 0 0,0 0 0,0 1 0,0-1 0,0 0 0,0 0 0,0 1 0,0-1 0,0 0 0,0 0 0,0 1 0,0-1 0,0 0 0,0 0 0,0 1 0,0-1 0,0 0 0,0 0 0,0 1 0,0-1 0,0 0 0,-1 0 0,1 0 0,0 1 0,0-1 0,0 0 0,0 0 0,0 0 0,-1 1 0,1-1 0,0 0 0,0 0 0,0 0 0,-1 0 0,1 0 0,0 1 0,0-1 0,0 0 0,-1 0 0,1 0 0,0 0 0,0 0 0,-1 0 0,1 0 0,0 0 0,0 0 0,-1 0 0,1 0 0,0 0 0,0 0 0,-1 0 0,1 0 0,0 0 0,-1 0 0,-16 4 0,11-3 0,-33 3 0,37-4 0,0 1 0,0-1 0,1 0 0,-1 0 0,0 0 0,0 0 0,0 0 0,1-1 0,-1 1 0,0-1 0,1 1 0,-1-1 0,0 1 0,1-1 0,-1 0 0,-1-1 0,2 1 0,1 1 0,0-1 0,0 0 0,0 0 0,0 1 0,0-1 0,0 0 0,1 1 0,-1-1 0,0 0 0,0 1 0,0-1 0,1 0 0,-1 1 0,0-1 0,1 1 0,-1-1 0,0 0 0,1 1 0,-1-1 0,1 1 0,-1-1 0,1 1 0,-1-1 0,1 1 0,-1 0 0,1-1 0,-1 1 0,1 0 0,1-1 0,23-15 0,-21 14 0,2-1 0,4-3 0,0 0 0,0 0 0,0-1 0,10-10 0,-74 46 0,42-23 0,0-1 0,-1 1 0,-25 6 0,31-11 0,1 0 0,0 0 0,0 0 0,0 0 0,0-1 0,-1 0 0,1 0 0,0-1 0,0 0 0,-12-3 0,17 4 0,-1-1 0,1 1 0,0-1 0,-1 1 0,1-1 0,0 0 0,-1 1 0,1-1 0,0 0 0,0 0 0,0 0 0,0 0 0,0 0 0,0 0 0,0 0 0,0-1 0,0 1 0,0 0 0,1 0 0,-1-1 0,0 1 0,1 0 0,-1-1 0,1 1 0,0-1 0,-1 1 0,1-1 0,0 1 0,0-1 0,0 1 0,0-1 0,0 1 0,0 0 0,1-1 0,-1 1 0,0-1 0,1 1 0,-1-1 0,1 1 0,-1 0 0,1-1 0,0 1 0,-1 0 0,1 0 0,0-1 0,0 1 0,0 0 0,0 0 0,0 0 0,0 0 0,0 0 0,1 0 0,-1 1 0,0-1 0,0 0 0,1 0 0,-1 1 0,1-1 0,-1 1 0,0-1 0,1 1 0,-1 0 0,1 0 0,-1-1 0,1 1 0,-1 0 0,3 1 0,3-1 0,1 0 0,-1 1 0,1 0 0,0 1 0,-1 0 0,0 0 0,1 0 0,12 8 0,-18-9 0,0 0 0,0 0 0,0 0 0,0 0 0,0 1 0,0-1 0,0 1 0,0-1 0,-1 1 0,1 0 0,-1 0 0,1 0 0,-1 0 0,0 0 0,0 0 0,0 0 0,0 0 0,0 0 0,0 1 0,-1-1 0,1 0 0,-1 1 0,1-1 0,-1 0 0,0 1 0,0-1 0,0 0 0,0 1 0,-1-1 0,1 0 0,0 1 0,-2 2 0,2-3 0,-1-1 0,1 0 0,-1 1 0,1-1 0,-1 0 0,1 1 0,-1-1 0,0 0 0,0 0 0,0 0 0,1 1 0,-1-1 0,0 0 0,0 0 0,-1 0 0,1-1 0,0 1 0,0 0 0,0 0 0,-1-1 0,1 1 0,0 0 0,-1-1 0,1 1 0,0-1 0,-1 0 0,1 1 0,-1-1 0,1 0 0,0 0 0,-1 0 0,1 0 0,-1 0 0,-1-1 0,0 1 0,0-1 0,1 0 0,-1 0 0,1 0 0,-1-1 0,1 1 0,-1 0 0,1-1 0,-1 0 0,1 1 0,0-1 0,0 0 0,0 0 0,0 0 0,1-1 0,-4-3 0,3 4 0,1-1 0,-1 0 0,0 0 0,1 1 0,0-1 0,0 0 0,0 0 0,0-1 0,0 1 0,0 0 0,1 0 0,-1 0 0,1 0 0,0-1 0,0 1 0,0 0 0,1 0 0,-1 0 0,1-1 0,0 1 0,0 0 0,0 0 0,0 0 0,0 0 0,1 0 0,-1 0 0,1 1 0,0-1 0,-1 0 0,1 1 0,1-1 0,-1 1 0,0 0 0,1 0 0,-1 0 0,1 0 0,-1 0 0,1 0 0,0 1 0,0-1 0,0 1 0,0 0 0,0 0 0,0 0 0,0 0 0,0 1 0,0-1 0,1 1 0,-1 0 0,0 0 0,0 0 0,1 0 0,-1 0 0,0 1 0,4 0 0,-1 0 0,0 1 0,-1-1 0,1 1 0,0 0 0,0 0 0,-1 0 0,0 1 0,1 0 0,-1 0 0,0 1 0,0-1 0,-1 1 0,1 0 0,4 5 0,-7-5 0,1-1 0,0 1 0,-1-1 0,0 1 0,0 0 0,0 0 0,0 0 0,-1 0 0,0 0 0,0 0 0,0 1 0,0-1 0,0 0 0,-1 1 0,0-1 0,0 0 0,0 1 0,0-1 0,-1 0 0,-1 6 0,1-8 0,0 1 0,0 0 0,0 0 0,-1-1 0,1 1 0,-1 0 0,0-1 0,0 0 0,0 1 0,0-1 0,0 0 0,0 0 0,-1 0 0,1 0 0,-1-1 0,1 1 0,-1-1 0,0 1 0,1-1 0,-1 0 0,0 0 0,0 0 0,0-1 0,0 1 0,0 0 0,-3-1 0,-7 2 0,0-2 0,0 1 0,0-2 0,-22-2 0,33 3 0,0 0 0,0 0 0,1 0 0,-1-1 0,0 1 0,0-1 0,0 1 0,1-1 0,-1 0 0,0 1 0,0-1 0,1 0 0,-1 0 0,1 0 0,-1 0 0,1-1 0,-1 1 0,1 0 0,0 0 0,0-1 0,-1 1 0,1-1 0,0 0 0,0 1 0,1-1 0,-1 0 0,0 1 0,0-1 0,1 0 0,-1-2 0,1 2 0,0 0 0,1 0 0,-1 0 0,1 0 0,-1 1 0,1-1 0,0 0 0,-1 0 0,1 1 0,0-1 0,0 0 0,1 1 0,-1-1 0,0 1 0,0-1 0,1 1 0,-1 0 0,1-1 0,-1 1 0,1 0 0,-1 0 0,1 0 0,0 0 0,0 0 0,-1 1 0,1-1 0,0 0 0,0 1 0,2-1 0,0 0 0,0 1 0,0-1 0,-1 1 0,1-1 0,0 1 0,0 0 0,0 1 0,0-1 0,-1 1 0,8 1 0,-10-1 0,1-1 0,-1 1 0,0-1 0,1 1 0,-1-1 0,0 1 0,0 0 0,1 0 0,-1-1 0,0 1 0,0 0 0,0 0 0,0 0 0,0 0 0,0 0 0,-1 1 0,1-1 0,0 0 0,0 0 0,-1 1 0,1-1 0,-1 0 0,1 1 0,-1-1 0,0 0 0,1 1 0,-1-1 0,0 1 0,0-1 0,0 0 0,0 1 0,0 1 0,-1-1 0,0 0 0,1 0 0,-1-1 0,0 1 0,0-1 0,0 1 0,0 0 0,0-1 0,0 0 0,0 1 0,0-1 0,-1 0 0,1 1 0,0-1 0,-1 0 0,1 0 0,-1 0 0,1 0 0,-1-1 0,0 1 0,1 0 0,-1-1 0,0 1 0,0-1 0,-2 1 0,-49 5 0,51-6 0,1 0-14,-37-1 150,37 1-178,0 0 1,0 0 0,0 0 0,0 0-1,0 0 1,0-1 0,0 1-1,1 0 1,-1 0 0,0 0-1,0-1 1,0 1 0,0-1 0,0 1-1,1 0 1,-1-1 0,0 0-1,0 1 1,1-1 0,-1 1-1,0-1 1,1 0 0,-1 1 0,1-1-1,-1 0 1,1 0 0,-1 0-1,1 1 1,0-1 0,-1 0-1,1 0 1,0 0 0,-1 0 0,1 0-1,0-1 1,4-9-6785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5T13:14:29.831"/>
    </inkml:context>
    <inkml:brush xml:id="br0">
      <inkml:brushProperty name="width" value="0.05" units="cm"/>
      <inkml:brushProperty name="height" value="0.05" units="cm"/>
      <inkml:brushProperty name="color" value="#E71224"/>
    </inkml:brush>
  </inkml:definitions>
  <inkml:trace contextRef="#ctx0" brushRef="#br0">72 78 24575,'6'1'0,"1"1"0,-1-1 0,1 2 0,-1-1 0,0 1 0,1 0 0,9 6 0,-4-2 0,-9-5 0,0-1 0,-1 1 0,1-1 0,-1 1 0,1 0 0,-1 0 0,0 0 0,1 1 0,-1-1 0,2 4 0,-4-6 0,0 1 0,1-1 0,-1 0 0,0 1 0,0-1 0,0 1 0,0-1 0,0 1 0,1-1 0,-1 0 0,0 1 0,0-1 0,0 1 0,0-1 0,0 1 0,-1-1 0,1 1 0,0-1 0,0 0 0,0 1 0,0-1 0,0 1 0,-1-1 0,1 1 0,0-1 0,0 0 0,-1 1 0,0 0 0,0 0 0,-1 0 0,1 0 0,0-1 0,-1 1 0,1 0 0,-1-1 0,1 1 0,0-1 0,-1 1 0,0-1 0,-2 0 0,-2 1 0,0 0 0,-1-1 0,1 0 0,-1 0 0,1 0 0,-1-1 0,1 0 0,0-1 0,-11-3 0,15 5 0,0-1 0,0 0 0,0 0 0,0 0 0,1 0 0,-1 0 0,0 0 0,1 0 0,-1-1 0,1 1 0,-1 0 0,1-1 0,0 1 0,0-1 0,-1 0 0,1 1 0,0-1 0,0 0 0,1 0 0,-1 0 0,0 0 0,1 0 0,-1 0 0,1 0 0,-1 1 0,1-1 0,0-1 0,0 1 0,0 0 0,0 0 0,0 0 0,1 0 0,-1 0 0,1 1 0,0-4 0,0 1 0,1 1 0,0-1 0,0 1 0,0 0 0,0-1 0,0 1 0,1 0 0,-1 0 0,1 0 0,0 1 0,0-1 0,4-3 0,-5 5 0,-1 0 0,0 0 0,1 0 0,-1 0 0,1 1 0,-1-1 0,1 0 0,-1 0 0,1 1 0,0-1 0,-1 1 0,1 0 0,0-1 0,-1 1 0,1 0 0,0 0 0,0 0 0,-1 0 0,1 0 0,0 1 0,-1-1 0,1 0 0,0 1 0,-1-1 0,1 1 0,-1 0 0,1-1 0,-1 1 0,3 1 0,-4-1 0,1-1 0,0 1 0,0 0 0,-1 0 0,1-1 0,-1 1 0,1 0 0,0 0 0,-1 0 0,1 0 0,-1 0 0,0 0 0,1 0 0,-1 0 0,0 0 0,0 0 0,1 0 0,-1 0 0,0 0 0,0 0 0,0 0 0,0 0 0,-1 0 0,1 0 0,0 0 0,0 0 0,0 0 0,-1 0 0,1 0 0,-1 0 0,1 0 0,-1 0 0,1 0 0,-1 0 0,1 0 0,-1 0 0,0-1 0,0 1 0,1 0 0,-1-1 0,0 1 0,0 0 0,0-1 0,0 1 0,1-1 0,-1 1 0,-2 0 0,-2 2 0,0 0 0,-1 0 0,0 0 0,1-1 0,-1 0 0,-9 3 0,-55-2 0,100-5 0,-7 0 0,0 1 0,0 0 0,0 2 0,0 1 0,25 4 0,-44-4 0,0-1 0,0 1 0,0 0 0,0 0 0,0 0 0,0 0 0,0 0 0,0 1 0,-1 0 0,1 0 0,-1 0 0,0 0 0,0 0 0,0 1 0,3 6 0,-5-9 0,0 1 0,0-1 0,-1 1 0,1-1 0,-1 1 0,0-1 0,1 1 0,-1-1 0,0 1 0,0 0 0,0-1 0,0 1 0,0 0 0,0-1 0,0 1 0,-1-1 0,1 1 0,-1 1 0,-1-1 0,1 1 0,0-1 0,-1 0 0,1 0 0,-1 0 0,0-1 0,1 1 0,-1 0 0,0-1 0,0 1 0,0-1 0,0 1 0,-1-1 0,1 0 0,-3 1 0,-4 2 0,0-1 0,-1 1 0,1-2 0,-1 1 0,1-2 0,-1 1 0,0-1 0,0-1 0,0 1 0,1-2 0,-1 1 0,-12-3 0,18 2 0,1 0 0,-1 0 0,0-1 0,0 1 0,0-1 0,1 1 0,-1-1 0,1 0 0,-1-1 0,1 1 0,0-1 0,0 1 0,0-1 0,0 0 0,0 0 0,1 0 0,-1 0 0,1-1 0,0 1 0,0-1 0,0 1 0,1-1 0,-1 0 0,1 0 0,0 1 0,0-1 0,0 0 0,0 0 0,1 0 0,0 0 0,0-8 0,0 9 0,0-1 0,1 0 0,-1 1 0,1-1 0,0 0 0,0 1 0,0-1 0,1 1 0,-1 0 0,1-1 0,0 1 0,0 0 0,0 0 0,0 0 0,0 0 0,1 0 0,-1 1 0,1-1 0,0 1 0,0 0 0,0-1 0,0 1 0,0 0 0,0 1 0,1-1 0,-1 1 0,0-1 0,1 1 0,0 0 0,-1 0 0,1 1 0,-1-1 0,1 1 0,4 0 0,-3-1 0,0 1 0,0 0 0,-1 0 0,1 0 0,0 1 0,0-1 0,-1 1 0,1 0 0,0 1 0,-1-1 0,1 1 0,-1 0 0,0 0 0,0 0 0,0 1 0,0 0 0,0-1 0,0 1 0,0 1 0,-1-1 0,0 0 0,0 1 0,0 0 0,0-1 0,0 1 0,2 6 0,-4-7 0,0 0 0,-1-1 0,0 1 0,1 0 0,-1 0 0,0 0 0,-1 0 0,1 0 0,0 0 0,-1-1 0,0 1 0,1 0 0,-1 0 0,0-1 0,0 1 0,-1 0 0,1-1 0,-1 1 0,1-1 0,-1 0 0,0 1 0,0-1 0,0 0 0,0 0 0,-4 3 0,-4 4 0,-1 0 0,-1-1 0,-21 13 0,25-17 0,0-1 0,0 1 0,0-1 0,0-1 0,0 1 0,-15 1 0,21-4 0,0 1 0,0-1 0,1 0 0,-1 0 0,0 0 0,0 0 0,0 0 0,1 0 0,-1 0 0,0 0 0,0-1 0,1 1 0,-1-1 0,0 1 0,0-1 0,1 0 0,-1 0 0,1 1 0,-1-1 0,1 0 0,-1-1 0,1 1 0,0 0 0,-1 0 0,1-1 0,0 1 0,0 0 0,0-1 0,0 1 0,0-1 0,0 0 0,0 1 0,1-1 0,-1 1 0,0-1 0,1 0 0,-1 0 0,1-2 0,0 2 0,0 1 0,-1-1 0,1 0 0,1 0 0,-1 0 0,0 0 0,0 0 0,1 1 0,-1-1 0,1 0 0,-1 0 0,1 0 0,0 1 0,0-1 0,0 0 0,0 1 0,0-1 0,0 1 0,0-1 0,3-1 0,-1 1 0,0-1 0,0 1 0,1 0 0,-1 0 0,1 1 0,-1-1 0,1 1 0,0-1 0,5 0 0,4 0 0,-1 0 0,1 1 0,0 0 0,0 1 0,14 2 0,-25-2 0,1 0 0,-1 1 0,0-1 0,1 1 0,-1-1 0,0 1 0,1 0 0,-1 0 0,0 0 0,0 0 0,0 0 0,0 1 0,0-1 0,0 1 0,0-1 0,-1 1 0,1 0 0,0-1 0,-1 1 0,1 0 0,-1 0 0,2 3 0,-3-4 0,0 0 0,1 0 0,-1 0 0,0 0 0,0 0 0,0 0 0,0 0 0,0 0 0,0 0 0,0 0 0,0 0 0,0 0 0,0 0 0,-1 0 0,1 0 0,0 0 0,-1 0 0,1 0 0,-1 2 0,-1-1 0,1-1 0,0 1 0,-1-1 0,1 1 0,-1-1 0,0 0 0,1 0 0,-1 1 0,0-1 0,0 0 0,0-1 0,0 1 0,-3 1 0,0-1 0,0 0 0,0 0 0,0 0 0,0 0 0,0-1 0,0 0 0,0 0 0,0-1 0,0 1 0,0-1 0,0 0 0,0-1 0,0 1 0,0-1 0,0 0 0,1 0 0,-1 0 0,1-1 0,-1 1 0,1-1 0,-7-6 0,7 6 0,1 0 0,0 0 0,0-1 0,1 1 0,-1-1 0,1 1 0,-1-1 0,1 0 0,0 0 0,0 0 0,1 0 0,-1 0 0,1 0 0,0 0 0,0-1 0,0 1 0,1 0 0,0-1 0,0 1 0,0 0 0,0-1 0,0 1 0,1 0 0,0-1 0,0 1 0,1-4 0,1 4 0,-1 0 0,0 0 0,1 0 0,0 1 0,0-1 0,0 1 0,0 0 0,0-1 0,1 2 0,-1-1 0,1 0 0,0 1 0,0 0 0,8-4 0,5-1 0,-1 0 0,25-5 0,-32 10 0,0 0 0,0 0 0,-1 1 0,1 0 0,0 0 0,17 2 0,-24-1 0,0 0 0,1 1 0,-1 0 0,0-1 0,1 1 0,-1 0 0,0 0 0,0 0 0,0 0 0,1 1 0,-1-1 0,-1 0 0,1 1 0,0 0 0,0-1 0,0 1 0,-1 0 0,1 0 0,-1 0 0,0 0 0,1 0 0,-1 0 0,0 0 0,0 0 0,0 1 0,-1-1 0,1 0 0,0 1 0,0 3 0,0-1-44,0 1 0,-1-1 0,1 0 0,-1 1 0,0-1 0,0 1 0,0-1 0,-1 1 0,0-1 0,0 0 0,0 1 0,-1-1 0,0 0 0,0 0 0,0 0 0,-1 0 0,1 0 0,-1-1-1,0 1 1,-1-1 0,1 1 0,-1-1 0,0-1 0,0 1 0,0 0 0,0-1 0,-1 0 0,1 0 0,-1 0 0,-9 4 0,-7 0-6782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5T13:14:33.566"/>
    </inkml:context>
    <inkml:brush xml:id="br0">
      <inkml:brushProperty name="width" value="0.05" units="cm"/>
      <inkml:brushProperty name="height" value="0.05" units="cm"/>
      <inkml:brushProperty name="color" value="#E71224"/>
    </inkml:brush>
  </inkml:definitions>
  <inkml:trace contextRef="#ctx0" brushRef="#br0">208 84 24575,'4'0'0,"-1"0"0,0 1 0,0-1 0,0 1 0,0 0 0,0 0 0,0 0 0,0 0 0,0 0 0,0 1 0,-1-1 0,1 1 0,0 0 0,-1 0 0,1 0 0,-1 0 0,0 0 0,0 1 0,0-1 0,2 3 0,-3-4 0,-1 0 0,1 0 0,-1 0 0,1 0 0,-1 0 0,0 0 0,1 0 0,-1 0 0,0 0 0,0 0 0,0 0 0,0 0 0,0 1 0,0-1 0,0 0 0,0 0 0,0 0 0,0 0 0,0 0 0,-1 0 0,1 0 0,-1 2 0,0-2 0,-1 1 0,1-1 0,0 0 0,-1 1 0,1-1 0,-1 0 0,0 0 0,1 0 0,-1 0 0,0 0 0,0 0 0,1 0 0,-1-1 0,0 1 0,0-1 0,0 1 0,-2-1 0,-8 2 0,1 0 0,-1-1 0,1-1 0,-23-1 0,31 0 0,0 1 0,0-1 0,-1 0 0,1 1 0,0-2 0,0 1 0,0 0 0,0-1 0,0 1 0,-3-3 0,5 3 0,0 0 0,0 0 0,0 0 0,1 0 0,-1 0 0,0 0 0,0 0 0,0-1 0,1 1 0,-1 0 0,1-1 0,-1 1 0,1 0 0,-1-1 0,1 1 0,0 0 0,0-1 0,0 1 0,0-1 0,0 1 0,0 0 0,0-1 0,0-2 0,1 2 0,0 0 0,0 0 0,0 1 0,0-1 0,0 0 0,0 0 0,0 1 0,1-1 0,-1 1 0,1-1 0,-1 1 0,1-1 0,-1 1 0,1 0 0,0 0 0,0 0 0,0 0 0,-1 0 0,1 0 0,0 1 0,0-1 0,0 0 0,0 1 0,0 0 0,0-1 0,1 1 0,1 0 0,-1 0 0,1-1 0,-1 1 0,1 0 0,-1 0 0,1 0 0,-1 1 0,1-1 0,-1 1 0,1 0 0,-1 0 0,0 0 0,1 0 0,-1 0 0,0 1 0,4 2 0,-6-3 0,0-1 0,0 1 0,0 0 0,0 0 0,0-1 0,0 1 0,0 0 0,-1 0 0,1 0 0,0 0 0,-1 0 0,1 0 0,0 0 0,-1 0 0,1 0 0,-1 0 0,0 1 0,1-1 0,-1 0 0,0 0 0,0 0 0,1 0 0,-1 1 0,0-1 0,0 0 0,-1 0 0,1 0 0,0 1 0,0-1 0,0 0 0,-1 0 0,1 0 0,-1 0 0,1 1 0,-1-1 0,1 0 0,-1 0 0,0 0 0,1 0 0,-1 0 0,0-1 0,0 1 0,0 0 0,-1 1 0,-1 0 0,0 0 0,-1 1 0,0-2 0,1 1 0,-1 0 0,0-1 0,0 1 0,0-1 0,0 0 0,0-1 0,0 1 0,-5 0 0,6-1 0,-1 0 0,1-1 0,0 1 0,-1-1 0,1 0 0,0 1 0,0-1 0,-1-1 0,1 1 0,0 0 0,0-1 0,0 0 0,0 1 0,1-1 0,-1 0 0,0-1 0,1 1 0,0 0 0,-1-1 0,1 1 0,0-1 0,0 0 0,0 0 0,1 0 0,-1 0 0,1 0 0,-1 0 0,1 0 0,-1-6 0,1 6 0,0 0 0,1 0 0,0 0 0,-1 0 0,1 0 0,0 0 0,0-1 0,1 1 0,-1 0 0,1 0 0,0 0 0,-1 0 0,1 0 0,1 0 0,-1 0 0,0 0 0,1 0 0,-1 1 0,1-1 0,0 1 0,0-1 0,0 1 0,0-1 0,0 1 0,1 0 0,-1 0 0,1 0 0,-1 0 0,1 1 0,0-1 0,5-2 0,-4 3 0,1-1 0,-1 0 0,0 1 0,1 0 0,0 0 0,-1 0 0,1 1 0,-1 0 0,1 0 0,0 0 0,-1 0 0,1 1 0,-1-1 0,1 1 0,-1 0 0,1 1 0,-1-1 0,1 1 0,-1 0 0,0 0 0,0 0 0,0 0 0,0 1 0,0 0 0,-1 0 0,1 0 0,-1 0 0,0 0 0,4 5 0,-3-2 0,-1-1 0,1 1 0,-1 0 0,0 0 0,0 0 0,-1 0 0,0 0 0,0 1 0,0-1 0,-1 1 0,0-1 0,0 1 0,-1-1 0,0 1 0,0 0 0,0-1 0,-1 1 0,0-1 0,0 1 0,-3 6 0,3-9 0,0-1 0,-1 0 0,1 0 0,-1 0 0,0-1 0,0 1 0,0 0 0,0-1 0,0 1 0,-1-1 0,1 0 0,-1 1 0,0-1 0,1-1 0,-1 1 0,-3 1 0,0 0 0,-1 0 0,1-1 0,0 0 0,-1 0 0,1-1 0,-1 0 0,-13 1 0,12-2 0,1 1 0,-1-2 0,0 1 0,0-1 0,0-1 0,1 1 0,-1-1 0,1 0 0,-1-1 0,1 0 0,0 0 0,0-1 0,0 0 0,-10-7 0,16 10 0,-1 0 0,0-1 0,1 1 0,-1-1 0,1 1 0,0-1 0,0 0 0,-1 1 0,1-1 0,0 0 0,0 0 0,1 0 0,-1 0 0,0 0 0,1 0 0,-1 0 0,1 0 0,-1 0 0,1 0 0,0 0 0,0-3 0,1 3 0,-1 0 0,1 0 0,0 0 0,0 0 0,0 0 0,0 1 0,0-1 0,1 0 0,-1 0 0,1 1 0,-1-1 0,1 1 0,-1-1 0,1 1 0,0 0 0,-1 0 0,3-1 0,5-3 0,0 1 0,0 0 0,1 0 0,-1 1 0,1 1 0,0 0 0,17-2 0,-22 3 0,9 0 0,0 0 0,0 1 0,22 3 0,-33-2 0,0-1 0,0 1 0,0 0 0,-1 0 0,1 0 0,0 0 0,-1 0 0,1 1 0,-1-1 0,4 4 0,-5-4 0,0 0 0,0 0 0,0 0 0,0 0 0,0 0 0,0 1 0,-1-1 0,1 0 0,-1 1 0,1-1 0,-1 0 0,1 1 0,-1-1 0,0 1 0,0-1 0,0 0 0,1 1 0,-1-1 0,-1 1 0,1-1 0,0 1 0,-1 1 0,1-1 0,-1 1 0,1-1 0,-1 0 0,0 0 0,0 1 0,0-1 0,-1 0 0,1 0 0,0 0 0,-1 0 0,1 0 0,-1 0 0,0-1 0,0 1 0,1 0 0,-5 1 0,1 0 0,0 0 0,-1 0 0,1-1 0,-1 0 0,1 0 0,-11 2 0,1-2 0,-1 0 0,1-1 0,0 0 0,-25-3 0,35 1 0,-1 0 0,1 0 0,0-1 0,0 1 0,0-1 0,0 0 0,0 0 0,0-1 0,1 0 0,-1 0 0,1 0 0,-1 0 0,1-1 0,0 1 0,1-1 0,-1 0 0,1 0 0,-1 0 0,1-1 0,0 1 0,-2-7 0,3 7 0,0 0 0,1 1 0,0-1 0,0 0 0,0 0 0,0 0 0,1 0 0,-1 0 0,1 0 0,0 0 0,0 0 0,1 0 0,-1 0 0,1 0 0,0 0 0,0 1 0,0-1 0,1 0 0,-1 0 0,1 1 0,0-1 0,0 1 0,0-1 0,0 1 0,1 0 0,-1 0 0,1 0 0,0 0 0,3-3 0,0 2 0,0 1 0,0-1 0,1 1 0,-1 0 0,1 0 0,-1 1 0,1 0 0,0 0 0,0 0 0,0 1 0,0 0 0,10 0 0,7 1 0,1 0 0,29 5 0,-51-4 0,-1 0 0,1-1 0,0 1 0,0 0 0,-1 0 0,1 1 0,0-1 0,-1 0 0,0 1 0,1 0 0,-1 0 0,0-1 0,0 1 0,0 1 0,0-1 0,0 0 0,0 0 0,0 1 0,-1-1 0,0 1 0,1-1 0,-1 1 0,0 0 0,0-1 0,0 1 0,0 3 0,0-3 0,-1-1 0,1 1 0,-1-1 0,0 1 0,0 0 0,0-1 0,0 1 0,0-1 0,0 1 0,-1-1 0,1 1 0,-1-1 0,0 1 0,0-1 0,0 0 0,0 1 0,0-1 0,-1 0 0,1 0 0,0 0 0,-1 0 0,0 0 0,1 0 0,-1 0 0,0 0 0,0-1 0,0 1 0,0-1 0,-5 3 0,2-2-72,-1 0 1,0-1-1,1 0 0,-1 0 0,0 0 0,0 0 0,0-1 0,0 0 1,0 0-1,0-1 0,0 0 0,0 0 0,0 0 0,1-1 0,-1 1 1,0-1-1,1-1 0,-10-4 0,-3-5-6754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a:extLst>
              <a:ext uri="{FF2B5EF4-FFF2-40B4-BE49-F238E27FC236}">
                <a16:creationId xmlns:a16="http://schemas.microsoft.com/office/drawing/2014/main" id="{6BF39910-7253-B3E6-BF59-B92C506372E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83BC2212-D2A3-149E-7021-26B13C6AA82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61497BC9-973D-1791-DD80-AC7BBC73BEBE}"/>
              </a:ext>
            </a:extLst>
          </p:cNvPr>
          <p:cNvSpPr>
            <a:spLocks noGrp="1" noChangeArrowheads="1"/>
          </p:cNvSpPr>
          <p:nvPr>
            <p:ph type="sldNum" sz="quarter" idx="12"/>
          </p:nvPr>
        </p:nvSpPr>
        <p:spPr>
          <a:ln/>
        </p:spPr>
        <p:txBody>
          <a:bodyPr/>
          <a:lstStyle>
            <a:lvl1pPr>
              <a:defRPr/>
            </a:lvl1pPr>
          </a:lstStyle>
          <a:p>
            <a:fld id="{34C111A1-3F54-4A6B-9590-88296406B6A0}" type="slidenum">
              <a:rPr lang="en-US" altLang="en-US"/>
              <a:pPr/>
              <a:t>‹#›</a:t>
            </a:fld>
            <a:endParaRPr lang="en-US" altLang="en-US"/>
          </a:p>
        </p:txBody>
      </p:sp>
    </p:spTree>
    <p:extLst>
      <p:ext uri="{BB962C8B-B14F-4D97-AF65-F5344CB8AC3E}">
        <p14:creationId xmlns:p14="http://schemas.microsoft.com/office/powerpoint/2010/main" val="3875496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986A140-5042-C352-E729-47824DCF1CE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A1D10A1D-2961-B6DD-A449-BF2B6CAEFA3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4F2231C6-3870-BE9D-56B4-E2AE9E97BE49}"/>
              </a:ext>
            </a:extLst>
          </p:cNvPr>
          <p:cNvSpPr>
            <a:spLocks noGrp="1" noChangeArrowheads="1"/>
          </p:cNvSpPr>
          <p:nvPr>
            <p:ph type="sldNum" sz="quarter" idx="12"/>
          </p:nvPr>
        </p:nvSpPr>
        <p:spPr>
          <a:ln/>
        </p:spPr>
        <p:txBody>
          <a:bodyPr/>
          <a:lstStyle>
            <a:lvl1pPr>
              <a:defRPr/>
            </a:lvl1pPr>
          </a:lstStyle>
          <a:p>
            <a:fld id="{8179CDFC-57F2-467B-813C-C0C21B71D58D}" type="slidenum">
              <a:rPr lang="en-US" altLang="en-US"/>
              <a:pPr/>
              <a:t>‹#›</a:t>
            </a:fld>
            <a:endParaRPr lang="en-US" altLang="en-US"/>
          </a:p>
        </p:txBody>
      </p:sp>
    </p:spTree>
    <p:extLst>
      <p:ext uri="{BB962C8B-B14F-4D97-AF65-F5344CB8AC3E}">
        <p14:creationId xmlns:p14="http://schemas.microsoft.com/office/powerpoint/2010/main" val="633714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58F456D8-B3BE-C8B8-9C30-F6CB801E482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8D6C8E21-E53C-68CF-A18E-6B07454DD82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631BCD35-39BE-B1C0-C6D6-9738947DC6E8}"/>
              </a:ext>
            </a:extLst>
          </p:cNvPr>
          <p:cNvSpPr>
            <a:spLocks noGrp="1" noChangeArrowheads="1"/>
          </p:cNvSpPr>
          <p:nvPr>
            <p:ph type="sldNum" sz="quarter" idx="12"/>
          </p:nvPr>
        </p:nvSpPr>
        <p:spPr>
          <a:ln/>
        </p:spPr>
        <p:txBody>
          <a:bodyPr/>
          <a:lstStyle>
            <a:lvl1pPr>
              <a:defRPr/>
            </a:lvl1pPr>
          </a:lstStyle>
          <a:p>
            <a:fld id="{20B2DECD-7BCA-4D26-9AC9-704263ABD2C3}" type="slidenum">
              <a:rPr lang="en-US" altLang="en-US"/>
              <a:pPr/>
              <a:t>‹#›</a:t>
            </a:fld>
            <a:endParaRPr lang="en-US" altLang="en-US"/>
          </a:p>
        </p:txBody>
      </p:sp>
    </p:spTree>
    <p:extLst>
      <p:ext uri="{BB962C8B-B14F-4D97-AF65-F5344CB8AC3E}">
        <p14:creationId xmlns:p14="http://schemas.microsoft.com/office/powerpoint/2010/main" val="3991165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B5C30EC-B30F-7777-439F-6948DDD31F4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EE0260AC-0BCB-29A0-3EE3-BB9348A7082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0C16DF24-9EC5-0C3A-CD69-20AC75E6A2F3}"/>
              </a:ext>
            </a:extLst>
          </p:cNvPr>
          <p:cNvSpPr>
            <a:spLocks noGrp="1" noChangeArrowheads="1"/>
          </p:cNvSpPr>
          <p:nvPr>
            <p:ph type="sldNum" sz="quarter" idx="12"/>
          </p:nvPr>
        </p:nvSpPr>
        <p:spPr>
          <a:ln/>
        </p:spPr>
        <p:txBody>
          <a:bodyPr/>
          <a:lstStyle>
            <a:lvl1pPr>
              <a:defRPr/>
            </a:lvl1pPr>
          </a:lstStyle>
          <a:p>
            <a:fld id="{3ABB1B2D-C18C-499A-92C2-9066EDA1B55A}" type="slidenum">
              <a:rPr lang="en-US" altLang="en-US"/>
              <a:pPr/>
              <a:t>‹#›</a:t>
            </a:fld>
            <a:endParaRPr lang="en-US" altLang="en-US"/>
          </a:p>
        </p:txBody>
      </p:sp>
    </p:spTree>
    <p:extLst>
      <p:ext uri="{BB962C8B-B14F-4D97-AF65-F5344CB8AC3E}">
        <p14:creationId xmlns:p14="http://schemas.microsoft.com/office/powerpoint/2010/main" val="792384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99B5AC13-C70A-B67E-F76C-F4C4C854D8D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2D47BDE6-F2C0-7186-BF10-4AE6E89CCDE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EB8A7122-4EA9-BFD8-8479-1D6358EEE842}"/>
              </a:ext>
            </a:extLst>
          </p:cNvPr>
          <p:cNvSpPr>
            <a:spLocks noGrp="1" noChangeArrowheads="1"/>
          </p:cNvSpPr>
          <p:nvPr>
            <p:ph type="sldNum" sz="quarter" idx="12"/>
          </p:nvPr>
        </p:nvSpPr>
        <p:spPr>
          <a:ln/>
        </p:spPr>
        <p:txBody>
          <a:bodyPr/>
          <a:lstStyle>
            <a:lvl1pPr>
              <a:defRPr/>
            </a:lvl1pPr>
          </a:lstStyle>
          <a:p>
            <a:fld id="{7E11367F-D83D-41A1-A226-762053055E00}" type="slidenum">
              <a:rPr lang="en-US" altLang="en-US"/>
              <a:pPr/>
              <a:t>‹#›</a:t>
            </a:fld>
            <a:endParaRPr lang="en-US" altLang="en-US"/>
          </a:p>
        </p:txBody>
      </p:sp>
    </p:spTree>
    <p:extLst>
      <p:ext uri="{BB962C8B-B14F-4D97-AF65-F5344CB8AC3E}">
        <p14:creationId xmlns:p14="http://schemas.microsoft.com/office/powerpoint/2010/main" val="4029434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AEFE9A2-81F1-D730-BDE8-196FC627AED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3056DB05-263B-07A8-FB83-77492DE2A21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24DD5C1F-D854-850C-1639-BE043F31E8CD}"/>
              </a:ext>
            </a:extLst>
          </p:cNvPr>
          <p:cNvSpPr>
            <a:spLocks noGrp="1" noChangeArrowheads="1"/>
          </p:cNvSpPr>
          <p:nvPr>
            <p:ph type="sldNum" sz="quarter" idx="12"/>
          </p:nvPr>
        </p:nvSpPr>
        <p:spPr>
          <a:ln/>
        </p:spPr>
        <p:txBody>
          <a:bodyPr/>
          <a:lstStyle>
            <a:lvl1pPr>
              <a:defRPr/>
            </a:lvl1pPr>
          </a:lstStyle>
          <a:p>
            <a:fld id="{C6983D92-0CEA-40A0-A0A2-AE2B39985D7D}" type="slidenum">
              <a:rPr lang="en-US" altLang="en-US"/>
              <a:pPr/>
              <a:t>‹#›</a:t>
            </a:fld>
            <a:endParaRPr lang="en-US" altLang="en-US"/>
          </a:p>
        </p:txBody>
      </p:sp>
    </p:spTree>
    <p:extLst>
      <p:ext uri="{BB962C8B-B14F-4D97-AF65-F5344CB8AC3E}">
        <p14:creationId xmlns:p14="http://schemas.microsoft.com/office/powerpoint/2010/main" val="4269815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A04A53F-5902-E362-D948-C26C40CDBD5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F383D308-3ABA-E9DB-B806-83D5E513272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1D231A37-15FC-C160-5672-11B17ED9BB23}"/>
              </a:ext>
            </a:extLst>
          </p:cNvPr>
          <p:cNvSpPr>
            <a:spLocks noGrp="1" noChangeArrowheads="1"/>
          </p:cNvSpPr>
          <p:nvPr>
            <p:ph type="sldNum" sz="quarter" idx="12"/>
          </p:nvPr>
        </p:nvSpPr>
        <p:spPr>
          <a:ln/>
        </p:spPr>
        <p:txBody>
          <a:bodyPr/>
          <a:lstStyle>
            <a:lvl1pPr>
              <a:defRPr/>
            </a:lvl1pPr>
          </a:lstStyle>
          <a:p>
            <a:fld id="{1EC8B8B8-2D77-463A-8925-CB562EEF8A1C}" type="slidenum">
              <a:rPr lang="en-US" altLang="en-US"/>
              <a:pPr/>
              <a:t>‹#›</a:t>
            </a:fld>
            <a:endParaRPr lang="en-US" altLang="en-US"/>
          </a:p>
        </p:txBody>
      </p:sp>
    </p:spTree>
    <p:extLst>
      <p:ext uri="{BB962C8B-B14F-4D97-AF65-F5344CB8AC3E}">
        <p14:creationId xmlns:p14="http://schemas.microsoft.com/office/powerpoint/2010/main" val="797838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1826BE5C-FFD6-5B4E-05A6-997889DA8E4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54D2BB70-48BA-A06C-D606-589FDFF1224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6CE60890-AA6E-B05D-E387-1604C0FA0109}"/>
              </a:ext>
            </a:extLst>
          </p:cNvPr>
          <p:cNvSpPr>
            <a:spLocks noGrp="1" noChangeArrowheads="1"/>
          </p:cNvSpPr>
          <p:nvPr>
            <p:ph type="sldNum" sz="quarter" idx="12"/>
          </p:nvPr>
        </p:nvSpPr>
        <p:spPr>
          <a:ln/>
        </p:spPr>
        <p:txBody>
          <a:bodyPr/>
          <a:lstStyle>
            <a:lvl1pPr>
              <a:defRPr/>
            </a:lvl1pPr>
          </a:lstStyle>
          <a:p>
            <a:fld id="{08FE18AB-CCAC-4626-8F7E-D37E8EF45EFC}" type="slidenum">
              <a:rPr lang="en-US" altLang="en-US"/>
              <a:pPr/>
              <a:t>‹#›</a:t>
            </a:fld>
            <a:endParaRPr lang="en-US" altLang="en-US"/>
          </a:p>
        </p:txBody>
      </p:sp>
    </p:spTree>
    <p:extLst>
      <p:ext uri="{BB962C8B-B14F-4D97-AF65-F5344CB8AC3E}">
        <p14:creationId xmlns:p14="http://schemas.microsoft.com/office/powerpoint/2010/main" val="2590187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2C5FE280-D27C-60BB-342B-AA7D46BD71C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984BA511-21AE-84F7-0D02-78A9B9BBF56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676ED6E7-1C0E-2C45-C411-E9C00C699911}"/>
              </a:ext>
            </a:extLst>
          </p:cNvPr>
          <p:cNvSpPr>
            <a:spLocks noGrp="1" noChangeArrowheads="1"/>
          </p:cNvSpPr>
          <p:nvPr>
            <p:ph type="sldNum" sz="quarter" idx="12"/>
          </p:nvPr>
        </p:nvSpPr>
        <p:spPr>
          <a:ln/>
        </p:spPr>
        <p:txBody>
          <a:bodyPr/>
          <a:lstStyle>
            <a:lvl1pPr>
              <a:defRPr/>
            </a:lvl1pPr>
          </a:lstStyle>
          <a:p>
            <a:fld id="{9B38BA9E-A738-43ED-8079-2820BC435A41}" type="slidenum">
              <a:rPr lang="en-US" altLang="en-US"/>
              <a:pPr/>
              <a:t>‹#›</a:t>
            </a:fld>
            <a:endParaRPr lang="en-US" altLang="en-US"/>
          </a:p>
        </p:txBody>
      </p:sp>
    </p:spTree>
    <p:extLst>
      <p:ext uri="{BB962C8B-B14F-4D97-AF65-F5344CB8AC3E}">
        <p14:creationId xmlns:p14="http://schemas.microsoft.com/office/powerpoint/2010/main" val="2409208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44DADC4-AC56-20F0-B33C-CE0D0B09B69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4A57E001-63C0-CF46-6F0C-ECBEDA78ECB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49E68D99-2651-378F-9D73-5CF0F48AC0F4}"/>
              </a:ext>
            </a:extLst>
          </p:cNvPr>
          <p:cNvSpPr>
            <a:spLocks noGrp="1" noChangeArrowheads="1"/>
          </p:cNvSpPr>
          <p:nvPr>
            <p:ph type="sldNum" sz="quarter" idx="12"/>
          </p:nvPr>
        </p:nvSpPr>
        <p:spPr>
          <a:ln/>
        </p:spPr>
        <p:txBody>
          <a:bodyPr/>
          <a:lstStyle>
            <a:lvl1pPr>
              <a:defRPr/>
            </a:lvl1pPr>
          </a:lstStyle>
          <a:p>
            <a:fld id="{D14A85A9-1A06-426B-A0CD-A24BF8E2230A}" type="slidenum">
              <a:rPr lang="en-US" altLang="en-US"/>
              <a:pPr/>
              <a:t>‹#›</a:t>
            </a:fld>
            <a:endParaRPr lang="en-US" altLang="en-US"/>
          </a:p>
        </p:txBody>
      </p:sp>
    </p:spTree>
    <p:extLst>
      <p:ext uri="{BB962C8B-B14F-4D97-AF65-F5344CB8AC3E}">
        <p14:creationId xmlns:p14="http://schemas.microsoft.com/office/powerpoint/2010/main" val="3222532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0AA5D9F-FBE8-C98A-1D83-3A7A9E26568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764880CF-4D7B-CD1A-FA52-0EF6D4C9C47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ABBC49A2-CDE1-9F45-7B54-DB2453B70C7D}"/>
              </a:ext>
            </a:extLst>
          </p:cNvPr>
          <p:cNvSpPr>
            <a:spLocks noGrp="1" noChangeArrowheads="1"/>
          </p:cNvSpPr>
          <p:nvPr>
            <p:ph type="sldNum" sz="quarter" idx="12"/>
          </p:nvPr>
        </p:nvSpPr>
        <p:spPr>
          <a:ln/>
        </p:spPr>
        <p:txBody>
          <a:bodyPr/>
          <a:lstStyle>
            <a:lvl1pPr>
              <a:defRPr/>
            </a:lvl1pPr>
          </a:lstStyle>
          <a:p>
            <a:fld id="{906590B9-CCC4-4DD0-827E-397D6F0AAAB6}" type="slidenum">
              <a:rPr lang="en-US" altLang="en-US"/>
              <a:pPr/>
              <a:t>‹#›</a:t>
            </a:fld>
            <a:endParaRPr lang="en-US" altLang="en-US"/>
          </a:p>
        </p:txBody>
      </p:sp>
    </p:spTree>
    <p:extLst>
      <p:ext uri="{BB962C8B-B14F-4D97-AF65-F5344CB8AC3E}">
        <p14:creationId xmlns:p14="http://schemas.microsoft.com/office/powerpoint/2010/main" val="2976645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E255AC0-A98D-1C28-874E-D89C2840E9C9}"/>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B43C2092-F3BD-FFF0-40B1-F00B506DBDFA}"/>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33C1ADE7-3D1D-AE4D-CDBB-1C2A169585F1}"/>
              </a:ext>
            </a:extLst>
          </p:cNvPr>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sz="1400"/>
            </a:lvl1pPr>
          </a:lstStyle>
          <a:p>
            <a:pPr>
              <a:defRPr/>
            </a:pPr>
            <a:endParaRPr lang="en-US" altLang="en-US"/>
          </a:p>
        </p:txBody>
      </p:sp>
      <p:sp>
        <p:nvSpPr>
          <p:cNvPr id="1029" name="Rectangle 5">
            <a:extLst>
              <a:ext uri="{FF2B5EF4-FFF2-40B4-BE49-F238E27FC236}">
                <a16:creationId xmlns:a16="http://schemas.microsoft.com/office/drawing/2014/main" id="{CC0B885E-F6E9-6A6F-CE11-C953760ED36F}"/>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en-US"/>
          </a:p>
        </p:txBody>
      </p:sp>
      <p:sp>
        <p:nvSpPr>
          <p:cNvPr id="1030" name="Rectangle 6">
            <a:extLst>
              <a:ext uri="{FF2B5EF4-FFF2-40B4-BE49-F238E27FC236}">
                <a16:creationId xmlns:a16="http://schemas.microsoft.com/office/drawing/2014/main" id="{44D5D804-2D43-ADA2-007F-83CA3FECF9C7}"/>
              </a:ext>
            </a:extLst>
          </p:cNvPr>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FF77C7D8-F4D1-4AB3-98AB-70BBCFDA4C9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1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6.xml"/><Relationship Id="rId5" Type="http://schemas.openxmlformats.org/officeDocument/2006/relationships/image" Target="../media/image17.wmf"/><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1.png"/><Relationship Id="rId7"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5.jpe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hyperlink" Target="http://images.google.com/imgres?imgurl=www.intheteam.com/images/club/50/brazil_flag.gif&amp;imgrefurl=http://www.intheteam.com/home/home.asp%3FClubId%3D50&amp;h=144&amp;w=216&amp;prev=/images%3Fq%3Dbrazil%2Bflag%26start%3D20%26svnum%3D10%26hl%3Den%26lr%3D%26ie%3DUTF-8%26oe%3DUTF-8%26sa%3DN" TargetMode="External"/><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hyperlink" Target="http://www.theodora.com/maps/australia_maps.html" TargetMode="External"/><Relationship Id="rId9" Type="http://schemas.openxmlformats.org/officeDocument/2006/relationships/image" Target="../media/image30.png"/><Relationship Id="rId14" Type="http://schemas.openxmlformats.org/officeDocument/2006/relationships/image" Target="../media/image35.png"/></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5.jpe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hyperlink" Target="http://images.google.com/imgres?imgurl=www.intheteam.com/images/club/50/brazil_flag.gif&amp;imgrefurl=http://www.intheteam.com/home/home.asp%3FClubId%3D50&amp;h=144&amp;w=216&amp;prev=/images%3Fq%3Dbrazil%2Bflag%26start%3D20%26svnum%3D10%26hl%3Den%26lr%3D%26ie%3DUTF-8%26oe%3DUTF-8%26sa%3DN" TargetMode="External"/><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hyperlink" Target="http://www.theodora.com/maps/australia_maps.html" TargetMode="External"/><Relationship Id="rId9" Type="http://schemas.openxmlformats.org/officeDocument/2006/relationships/image" Target="../media/image30.png"/><Relationship Id="rId14" Type="http://schemas.openxmlformats.org/officeDocument/2006/relationships/image" Target="../media/image35.png"/></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8.png"/><Relationship Id="rId7" Type="http://schemas.openxmlformats.org/officeDocument/2006/relationships/image" Target="../media/image15.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40.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wmf"/><Relationship Id="rId7" Type="http://schemas.openxmlformats.org/officeDocument/2006/relationships/image" Target="../media/image50.wmf"/><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image" Target="../media/image49.wmf"/><Relationship Id="rId4" Type="http://schemas.openxmlformats.org/officeDocument/2006/relationships/oleObject" Target="../embeddings/oleObject4.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55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image" Target="../media/image58.PNG"/><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0.png"/></Relationships>
</file>

<file path=ppt/slides/_rels/slide67.xml.rels><?xml version="1.0" encoding="UTF-8" standalone="yes"?>
<Relationships xmlns="http://schemas.openxmlformats.org/package/2006/relationships"><Relationship Id="rId3" Type="http://schemas.openxmlformats.org/officeDocument/2006/relationships/image" Target="../media/image591.png"/><Relationship Id="rId2" Type="http://schemas.openxmlformats.org/officeDocument/2006/relationships/image" Target="../media/image58.PNG"/><Relationship Id="rId1" Type="http://schemas.openxmlformats.org/officeDocument/2006/relationships/slideLayout" Target="../slideLayouts/slideLayout7.xml"/><Relationship Id="rId5" Type="http://schemas.openxmlformats.org/officeDocument/2006/relationships/image" Target="../media/image62.png"/><Relationship Id="rId4" Type="http://schemas.openxmlformats.org/officeDocument/2006/relationships/image" Target="../media/image60.png"/></Relationships>
</file>

<file path=ppt/slides/_rels/slide6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9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30.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66.jpeg"/><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customXml" Target="../ink/ink2.xml"/><Relationship Id="rId4" Type="http://schemas.openxmlformats.org/officeDocument/2006/relationships/image" Target="../media/image660.png"/></Relationships>
</file>

<file path=ppt/slides/_rels/slide72.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1026">
            <a:extLst>
              <a:ext uri="{FF2B5EF4-FFF2-40B4-BE49-F238E27FC236}">
                <a16:creationId xmlns:a16="http://schemas.microsoft.com/office/drawing/2014/main" id="{4CF5F4CB-EB19-D573-3828-207A35ECD978}"/>
              </a:ext>
            </a:extLst>
          </p:cNvPr>
          <p:cNvSpPr>
            <a:spLocks noChangeArrowheads="1"/>
          </p:cNvSpPr>
          <p:nvPr/>
        </p:nvSpPr>
        <p:spPr bwMode="auto">
          <a:xfrm>
            <a:off x="35859" y="3048000"/>
            <a:ext cx="9095598"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anchor="t">
            <a:spAutoFit/>
          </a:bodyPr>
          <a:lstStyle>
            <a:lvl1pPr algn="ctr">
              <a:defRPr sz="2400">
                <a:solidFill>
                  <a:schemeClr val="tx1"/>
                </a:solidFill>
                <a:latin typeface="Times New Roman" panose="02020603050405020304" pitchFamily="18" charset="0"/>
              </a:defRPr>
            </a:lvl1pPr>
            <a:lvl2pPr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buFontTx/>
              <a:buChar char="•"/>
            </a:pPr>
            <a:r>
              <a:rPr lang="en-US" altLang="en-US" dirty="0">
                <a:latin typeface="Times New Roman"/>
                <a:cs typeface="Times New Roman"/>
              </a:rPr>
              <a:t> </a:t>
            </a:r>
            <a:r>
              <a:rPr lang="en-US" altLang="en-US" dirty="0">
                <a:solidFill>
                  <a:srgbClr val="FF0000"/>
                </a:solidFill>
                <a:latin typeface="Times New Roman"/>
                <a:cs typeface="Times New Roman"/>
              </a:rPr>
              <a:t>Objective</a:t>
            </a:r>
            <a:r>
              <a:rPr lang="en-US" altLang="en-US" dirty="0">
                <a:latin typeface="Times New Roman"/>
                <a:cs typeface="Times New Roman"/>
              </a:rPr>
              <a:t>: Organizing data into classes such that there is</a:t>
            </a:r>
          </a:p>
          <a:p>
            <a:pPr lvl="1" algn="l" eaLnBrk="1" hangingPunct="1">
              <a:spcBef>
                <a:spcPct val="50000"/>
              </a:spcBef>
              <a:buFontTx/>
              <a:buChar char="•"/>
            </a:pPr>
            <a:r>
              <a:rPr lang="en-US" altLang="en-US" sz="2000" dirty="0">
                <a:latin typeface="Times New Roman"/>
                <a:cs typeface="Times New Roman"/>
              </a:rPr>
              <a:t> high intra-class (within cluster) similarity</a:t>
            </a:r>
          </a:p>
          <a:p>
            <a:pPr lvl="1" algn="l" eaLnBrk="1" hangingPunct="1">
              <a:spcBef>
                <a:spcPct val="50000"/>
              </a:spcBef>
              <a:buFont typeface="Arial"/>
              <a:buChar char="•"/>
            </a:pPr>
            <a:r>
              <a:rPr lang="en-US" altLang="en-US" sz="2000" dirty="0">
                <a:latin typeface="Times New Roman"/>
                <a:cs typeface="Times New Roman"/>
              </a:rPr>
              <a:t> low inter-class (betwee</a:t>
            </a:r>
            <a:r>
              <a:rPr lang="en-US" sz="2000" dirty="0">
                <a:latin typeface="Times New Roman"/>
                <a:cs typeface="Times New Roman"/>
              </a:rPr>
              <a:t>n cluster</a:t>
            </a:r>
            <a:r>
              <a:rPr lang="en-US" altLang="en-US" sz="2000" dirty="0">
                <a:latin typeface="Times New Roman"/>
                <a:cs typeface="Times New Roman"/>
              </a:rPr>
              <a:t>) similarity</a:t>
            </a:r>
            <a:r>
              <a:rPr lang="en-US" altLang="en-US" dirty="0">
                <a:latin typeface="Times New Roman"/>
                <a:cs typeface="Times New Roman"/>
              </a:rPr>
              <a:t> </a:t>
            </a:r>
            <a:endParaRPr lang="en-US" altLang="en-US" dirty="0">
              <a:cs typeface="Times New Roman"/>
            </a:endParaRPr>
          </a:p>
          <a:p>
            <a:pPr algn="l" eaLnBrk="1" hangingPunct="1">
              <a:spcBef>
                <a:spcPct val="50000"/>
              </a:spcBef>
              <a:buFontTx/>
              <a:buChar char="•"/>
            </a:pPr>
            <a:r>
              <a:rPr lang="en-US" altLang="en-US" dirty="0">
                <a:latin typeface="Times New Roman"/>
                <a:cs typeface="Times New Roman"/>
              </a:rPr>
              <a:t>  Finding the class labels and the number of classes directly from the data (in contrast to classification).</a:t>
            </a:r>
          </a:p>
          <a:p>
            <a:pPr algn="l" eaLnBrk="1" hangingPunct="1">
              <a:spcBef>
                <a:spcPct val="50000"/>
              </a:spcBef>
              <a:buFontTx/>
              <a:buChar char="•"/>
            </a:pPr>
            <a:r>
              <a:rPr lang="en-US" altLang="en-US" dirty="0">
                <a:latin typeface="Times New Roman"/>
                <a:cs typeface="Times New Roman"/>
              </a:rPr>
              <a:t> More informally, finding natural groupings among objects.</a:t>
            </a:r>
          </a:p>
          <a:p>
            <a:pPr algn="l">
              <a:spcBef>
                <a:spcPct val="50000"/>
              </a:spcBef>
              <a:buFontTx/>
              <a:buChar char="•"/>
            </a:pPr>
            <a:r>
              <a:rPr lang="en-US" dirty="0">
                <a:solidFill>
                  <a:srgbClr val="FF0000"/>
                </a:solidFill>
                <a:latin typeface="Times New Roman"/>
                <a:cs typeface="Times New Roman"/>
              </a:rPr>
              <a:t>Used for business analytics and recommendation system</a:t>
            </a:r>
            <a:endParaRPr lang="en-US" dirty="0">
              <a:solidFill>
                <a:srgbClr val="FF0000"/>
              </a:solidFill>
            </a:endParaRPr>
          </a:p>
        </p:txBody>
      </p:sp>
      <p:sp>
        <p:nvSpPr>
          <p:cNvPr id="156675" name="Rectangle 1027">
            <a:extLst>
              <a:ext uri="{FF2B5EF4-FFF2-40B4-BE49-F238E27FC236}">
                <a16:creationId xmlns:a16="http://schemas.microsoft.com/office/drawing/2014/main" id="{234B9E95-DE10-A559-112D-0EF8AC57F00D}"/>
              </a:ext>
            </a:extLst>
          </p:cNvPr>
          <p:cNvSpPr>
            <a:spLocks noChangeArrowheads="1"/>
          </p:cNvSpPr>
          <p:nvPr/>
        </p:nvSpPr>
        <p:spPr bwMode="auto">
          <a:xfrm>
            <a:off x="676275" y="152400"/>
            <a:ext cx="7772400" cy="1143000"/>
          </a:xfrm>
          <a:prstGeom prst="rect">
            <a:avLst/>
          </a:prstGeom>
          <a:noFill/>
          <a:ln>
            <a:noFill/>
          </a:ln>
          <a:effectLst/>
        </p:spPr>
        <p:txBody>
          <a:bodyPr anchor="ctr"/>
          <a:lstStyle>
            <a:lvl1pPr algn="l" eaLnBrk="0" hangingPunct="0">
              <a:defRPr sz="2400">
                <a:solidFill>
                  <a:schemeClr val="tx1"/>
                </a:solidFill>
                <a:latin typeface="Times New Roman" panose="02020603050405020304" pitchFamily="18" charset="0"/>
              </a:defRPr>
            </a:lvl1pPr>
            <a:lvl2pPr algn="l" eaLnBrk="0" hangingPunct="0">
              <a:defRPr sz="2400">
                <a:solidFill>
                  <a:schemeClr val="tx1"/>
                </a:solidFill>
                <a:latin typeface="Times New Roman" panose="02020603050405020304" pitchFamily="18" charset="0"/>
              </a:defRPr>
            </a:lvl2pPr>
            <a:lvl3pPr algn="l" eaLnBrk="0" hangingPunct="0">
              <a:defRPr sz="2400">
                <a:solidFill>
                  <a:schemeClr val="tx1"/>
                </a:solidFill>
                <a:latin typeface="Times New Roman" panose="02020603050405020304" pitchFamily="18" charset="0"/>
              </a:defRPr>
            </a:lvl3pPr>
            <a:lvl4pPr algn="l" eaLnBrk="0" hangingPunct="0">
              <a:defRPr sz="2400">
                <a:solidFill>
                  <a:schemeClr val="tx1"/>
                </a:solidFill>
                <a:latin typeface="Times New Roman" panose="02020603050405020304" pitchFamily="18" charset="0"/>
              </a:defRPr>
            </a:lvl4pPr>
            <a:lvl5pPr algn="l" eaLnBrk="0" hangingPunct="0">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altLang="en-US" sz="6000">
                <a:solidFill>
                  <a:schemeClr val="tx2"/>
                </a:solidFill>
                <a:effectLst>
                  <a:outerShdw blurRad="38100" dist="38100" dir="2700000" algn="tl">
                    <a:srgbClr val="C0C0C0"/>
                  </a:outerShdw>
                </a:effectLst>
              </a:rPr>
              <a:t>What is Clustering?</a:t>
            </a:r>
          </a:p>
        </p:txBody>
      </p:sp>
      <p:sp>
        <p:nvSpPr>
          <p:cNvPr id="3076" name="Text Box 1028">
            <a:extLst>
              <a:ext uri="{FF2B5EF4-FFF2-40B4-BE49-F238E27FC236}">
                <a16:creationId xmlns:a16="http://schemas.microsoft.com/office/drawing/2014/main" id="{0D0BB4B1-758A-E069-0357-0A9F764504E9}"/>
              </a:ext>
            </a:extLst>
          </p:cNvPr>
          <p:cNvSpPr txBox="1">
            <a:spLocks noChangeArrowheads="1"/>
          </p:cNvSpPr>
          <p:nvPr/>
        </p:nvSpPr>
        <p:spPr bwMode="auto">
          <a:xfrm>
            <a:off x="1136650" y="12414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endParaRPr lang="en-US" altLang="en-US"/>
          </a:p>
        </p:txBody>
      </p:sp>
      <p:sp>
        <p:nvSpPr>
          <p:cNvPr id="3077" name="Text Box 1029">
            <a:extLst>
              <a:ext uri="{FF2B5EF4-FFF2-40B4-BE49-F238E27FC236}">
                <a16:creationId xmlns:a16="http://schemas.microsoft.com/office/drawing/2014/main" id="{4AF0B3A7-4647-0577-1522-142743876389}"/>
              </a:ext>
            </a:extLst>
          </p:cNvPr>
          <p:cNvSpPr txBox="1">
            <a:spLocks noChangeArrowheads="1"/>
          </p:cNvSpPr>
          <p:nvPr/>
        </p:nvSpPr>
        <p:spPr bwMode="auto">
          <a:xfrm>
            <a:off x="360363" y="1327150"/>
            <a:ext cx="8351837"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t">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800" dirty="0">
                <a:solidFill>
                  <a:schemeClr val="bg2"/>
                </a:solidFill>
                <a:latin typeface="Times New Roman"/>
                <a:cs typeface="Times New Roman"/>
              </a:rPr>
              <a:t>Also called </a:t>
            </a:r>
            <a:r>
              <a:rPr lang="en-US" altLang="en-US" sz="2800" i="1" dirty="0">
                <a:solidFill>
                  <a:schemeClr val="bg2"/>
                </a:solidFill>
                <a:latin typeface="Times New Roman"/>
                <a:cs typeface="Times New Roman"/>
              </a:rPr>
              <a:t>unsupervised learning</a:t>
            </a:r>
            <a:r>
              <a:rPr lang="en-US" altLang="en-US" sz="2800" dirty="0">
                <a:solidFill>
                  <a:schemeClr val="bg2"/>
                </a:solidFill>
                <a:latin typeface="Times New Roman"/>
                <a:cs typeface="Times New Roman"/>
              </a:rPr>
              <a:t>, sometimes called </a:t>
            </a:r>
            <a:r>
              <a:rPr lang="en-US" altLang="en-US" sz="2800" i="1" dirty="0">
                <a:solidFill>
                  <a:schemeClr val="bg2"/>
                </a:solidFill>
                <a:latin typeface="Times New Roman"/>
                <a:cs typeface="Times New Roman"/>
              </a:rPr>
              <a:t>classification</a:t>
            </a:r>
            <a:r>
              <a:rPr lang="en-US" altLang="en-US" sz="2800" dirty="0">
                <a:solidFill>
                  <a:schemeClr val="bg2"/>
                </a:solidFill>
                <a:latin typeface="Times New Roman"/>
                <a:cs typeface="Times New Roman"/>
              </a:rPr>
              <a:t> by statisticians and </a:t>
            </a:r>
            <a:r>
              <a:rPr lang="en-US" altLang="en-US" sz="2800" i="1" dirty="0">
                <a:solidFill>
                  <a:schemeClr val="bg2"/>
                </a:solidFill>
                <a:latin typeface="Times New Roman"/>
                <a:cs typeface="Times New Roman"/>
              </a:rPr>
              <a:t>sorting</a:t>
            </a:r>
            <a:r>
              <a:rPr lang="en-US" altLang="en-US" sz="2800" dirty="0">
                <a:solidFill>
                  <a:schemeClr val="bg2"/>
                </a:solidFill>
                <a:latin typeface="Times New Roman"/>
                <a:cs typeface="Times New Roman"/>
              </a:rPr>
              <a:t> by psychologists and </a:t>
            </a:r>
            <a:r>
              <a:rPr lang="en-US" altLang="en-US" sz="2800" i="1" dirty="0">
                <a:solidFill>
                  <a:srgbClr val="FF0000"/>
                </a:solidFill>
                <a:latin typeface="Times New Roman"/>
                <a:cs typeface="Times New Roman"/>
              </a:rPr>
              <a:t>segmentation</a:t>
            </a:r>
            <a:r>
              <a:rPr lang="en-US" altLang="en-US" sz="2800" dirty="0">
                <a:solidFill>
                  <a:schemeClr val="bg2"/>
                </a:solidFill>
                <a:latin typeface="Times New Roman"/>
                <a:cs typeface="Times New Roman"/>
              </a:rPr>
              <a:t> by people in marketing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BC24551A-B2A3-0199-0ACA-03119C7808C1}"/>
              </a:ext>
            </a:extLst>
          </p:cNvPr>
          <p:cNvSpPr>
            <a:spLocks noChangeArrowheads="1"/>
          </p:cNvSpPr>
          <p:nvPr/>
        </p:nvSpPr>
        <p:spPr bwMode="auto">
          <a:xfrm>
            <a:off x="0" y="193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9" name="Rectangle 3">
            <a:extLst>
              <a:ext uri="{FF2B5EF4-FFF2-40B4-BE49-F238E27FC236}">
                <a16:creationId xmlns:a16="http://schemas.microsoft.com/office/drawing/2014/main" id="{451546D2-A4E5-0A7B-F007-4357D45656E7}"/>
              </a:ext>
            </a:extLst>
          </p:cNvPr>
          <p:cNvSpPr>
            <a:spLocks noChangeArrowheads="1"/>
          </p:cNvSpPr>
          <p:nvPr/>
        </p:nvSpPr>
        <p:spPr bwMode="auto">
          <a:xfrm>
            <a:off x="0"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100" name="Rectangle 4">
            <a:extLst>
              <a:ext uri="{FF2B5EF4-FFF2-40B4-BE49-F238E27FC236}">
                <a16:creationId xmlns:a16="http://schemas.microsoft.com/office/drawing/2014/main" id="{752DE7C8-CEE8-7B0B-E437-C35D5761ADAD}"/>
              </a:ext>
            </a:extLst>
          </p:cNvPr>
          <p:cNvSpPr>
            <a:spLocks noChangeArrowheads="1"/>
          </p:cNvSpPr>
          <p:nvPr/>
        </p:nvSpPr>
        <p:spPr bwMode="auto">
          <a:xfrm>
            <a:off x="0" y="22002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nvGrpSpPr>
          <p:cNvPr id="4101" name="Group 5">
            <a:extLst>
              <a:ext uri="{FF2B5EF4-FFF2-40B4-BE49-F238E27FC236}">
                <a16:creationId xmlns:a16="http://schemas.microsoft.com/office/drawing/2014/main" id="{5674C6DF-2364-0F5B-9612-806C67B8A8A6}"/>
              </a:ext>
            </a:extLst>
          </p:cNvPr>
          <p:cNvGrpSpPr>
            <a:grpSpLocks/>
          </p:cNvGrpSpPr>
          <p:nvPr/>
        </p:nvGrpSpPr>
        <p:grpSpPr bwMode="auto">
          <a:xfrm>
            <a:off x="57150" y="1019175"/>
            <a:ext cx="9144000" cy="2243138"/>
            <a:chOff x="36" y="642"/>
            <a:chExt cx="5760" cy="1413"/>
          </a:xfrm>
        </p:grpSpPr>
        <p:pic>
          <p:nvPicPr>
            <p:cNvPr id="4104" name="Picture 6" descr="Edna Krabappel">
              <a:extLst>
                <a:ext uri="{FF2B5EF4-FFF2-40B4-BE49-F238E27FC236}">
                  <a16:creationId xmlns:a16="http://schemas.microsoft.com/office/drawing/2014/main" id="{8539D6E6-652E-F7EA-DD6C-D6F29F0AE5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 y="789"/>
              <a:ext cx="513" cy="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5" name="Picture 7" descr="Principal Seymour  Skinner">
              <a:extLst>
                <a:ext uri="{FF2B5EF4-FFF2-40B4-BE49-F238E27FC236}">
                  <a16:creationId xmlns:a16="http://schemas.microsoft.com/office/drawing/2014/main" id="{9C3475B9-C2BF-F636-2BBF-4CFAE7EA91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4" y="828"/>
              <a:ext cx="514"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6" name="Rectangle 8">
              <a:extLst>
                <a:ext uri="{FF2B5EF4-FFF2-40B4-BE49-F238E27FC236}">
                  <a16:creationId xmlns:a16="http://schemas.microsoft.com/office/drawing/2014/main" id="{070FD721-0280-1882-1970-5C4F3D487FA0}"/>
                </a:ext>
              </a:extLst>
            </p:cNvPr>
            <p:cNvSpPr>
              <a:spLocks noChangeArrowheads="1"/>
            </p:cNvSpPr>
            <p:nvPr/>
          </p:nvSpPr>
          <p:spPr bwMode="auto">
            <a:xfrm>
              <a:off x="36" y="1365"/>
              <a:ext cx="576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4107" name="Picture 9" descr="Groundskeeper Willie">
              <a:extLst>
                <a:ext uri="{FF2B5EF4-FFF2-40B4-BE49-F238E27FC236}">
                  <a16:creationId xmlns:a16="http://schemas.microsoft.com/office/drawing/2014/main" id="{9BAB5ADB-7A68-2B40-08FA-410CA0F8C1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3" y="920"/>
              <a:ext cx="569"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8" name="Picture 10">
              <a:extLst>
                <a:ext uri="{FF2B5EF4-FFF2-40B4-BE49-F238E27FC236}">
                  <a16:creationId xmlns:a16="http://schemas.microsoft.com/office/drawing/2014/main" id="{C46FFDAC-A56B-C3A4-ABF1-D9CF6CDE2C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9" y="865"/>
              <a:ext cx="635" cy="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9" name="Picture 11">
              <a:extLst>
                <a:ext uri="{FF2B5EF4-FFF2-40B4-BE49-F238E27FC236}">
                  <a16:creationId xmlns:a16="http://schemas.microsoft.com/office/drawing/2014/main" id="{7063A1AE-A651-1897-A78A-D47F5D2B7E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5" y="753"/>
              <a:ext cx="580" cy="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10" name="Picture 12">
              <a:extLst>
                <a:ext uri="{FF2B5EF4-FFF2-40B4-BE49-F238E27FC236}">
                  <a16:creationId xmlns:a16="http://schemas.microsoft.com/office/drawing/2014/main" id="{7C633C1B-BCCA-C1B1-68D0-ADF686A66E6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4" y="806"/>
              <a:ext cx="592" cy="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11" name="Picture 13">
              <a:extLst>
                <a:ext uri="{FF2B5EF4-FFF2-40B4-BE49-F238E27FC236}">
                  <a16:creationId xmlns:a16="http://schemas.microsoft.com/office/drawing/2014/main" id="{73F81753-F4A7-8877-E298-64FD4F1E6F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7" y="1090"/>
              <a:ext cx="454" cy="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12" name="Picture 14">
              <a:extLst>
                <a:ext uri="{FF2B5EF4-FFF2-40B4-BE49-F238E27FC236}">
                  <a16:creationId xmlns:a16="http://schemas.microsoft.com/office/drawing/2014/main" id="{310B2499-F5F8-30F6-10F6-75EC87330A8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5" y="1096"/>
              <a:ext cx="306" cy="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13" name="Picture 15">
              <a:extLst>
                <a:ext uri="{FF2B5EF4-FFF2-40B4-BE49-F238E27FC236}">
                  <a16:creationId xmlns:a16="http://schemas.microsoft.com/office/drawing/2014/main" id="{828A8C9E-DB09-99A6-D2A4-3BF601A1B72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81" y="642"/>
              <a:ext cx="459" cy="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02" name="Rectangle 16">
            <a:extLst>
              <a:ext uri="{FF2B5EF4-FFF2-40B4-BE49-F238E27FC236}">
                <a16:creationId xmlns:a16="http://schemas.microsoft.com/office/drawing/2014/main" id="{43133D2E-4581-8F9C-A04D-6845A5AE87DF}"/>
              </a:ext>
            </a:extLst>
          </p:cNvPr>
          <p:cNvSpPr>
            <a:spLocks noChangeArrowheads="1"/>
          </p:cNvSpPr>
          <p:nvPr/>
        </p:nvSpPr>
        <p:spPr bwMode="auto">
          <a:xfrm>
            <a:off x="2400300" y="3776663"/>
            <a:ext cx="5410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7713" name="Text Box 17">
            <a:extLst>
              <a:ext uri="{FF2B5EF4-FFF2-40B4-BE49-F238E27FC236}">
                <a16:creationId xmlns:a16="http://schemas.microsoft.com/office/drawing/2014/main" id="{6B62F96B-7870-63E0-2D85-F98BE26BD806}"/>
              </a:ext>
            </a:extLst>
          </p:cNvPr>
          <p:cNvSpPr txBox="1">
            <a:spLocks noChangeArrowheads="1"/>
          </p:cNvSpPr>
          <p:nvPr/>
        </p:nvSpPr>
        <p:spPr bwMode="auto">
          <a:xfrm>
            <a:off x="57150" y="180975"/>
            <a:ext cx="9086850" cy="641350"/>
          </a:xfrm>
          <a:prstGeom prst="rect">
            <a:avLst/>
          </a:prstGeom>
          <a:noFill/>
          <a:ln>
            <a:noFill/>
          </a:ln>
          <a:effectLst/>
        </p:spPr>
        <p:txBody>
          <a:bodyPr wrap="none">
            <a:spAutoFit/>
          </a:bodyPr>
          <a:lstStyle/>
          <a:p>
            <a:pPr eaLnBrk="1" hangingPunct="1">
              <a:defRPr/>
            </a:pPr>
            <a:r>
              <a:rPr lang="en-US" altLang="en-US" sz="3600">
                <a:solidFill>
                  <a:schemeClr val="tx2"/>
                </a:solidFill>
                <a:effectLst>
                  <a:outerShdw blurRad="38100" dist="38100" dir="2700000" algn="tl">
                    <a:srgbClr val="C0C0C0"/>
                  </a:outerShdw>
                </a:effectLst>
              </a:rPr>
              <a:t>What is a natural grouping among these objects?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F483566-1325-70DC-3DE4-0F1BB50A455B}"/>
              </a:ext>
            </a:extLst>
          </p:cNvPr>
          <p:cNvSpPr>
            <a:spLocks noChangeArrowheads="1"/>
          </p:cNvSpPr>
          <p:nvPr/>
        </p:nvSpPr>
        <p:spPr bwMode="auto">
          <a:xfrm>
            <a:off x="0" y="3530600"/>
            <a:ext cx="9144000" cy="332740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123" name="Rectangle 3">
            <a:extLst>
              <a:ext uri="{FF2B5EF4-FFF2-40B4-BE49-F238E27FC236}">
                <a16:creationId xmlns:a16="http://schemas.microsoft.com/office/drawing/2014/main" id="{6B01221B-D6AC-B881-6B31-0383D5C3E80D}"/>
              </a:ext>
            </a:extLst>
          </p:cNvPr>
          <p:cNvSpPr>
            <a:spLocks noChangeArrowheads="1"/>
          </p:cNvSpPr>
          <p:nvPr/>
        </p:nvSpPr>
        <p:spPr bwMode="auto">
          <a:xfrm>
            <a:off x="0" y="193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124" name="Rectangle 4">
            <a:extLst>
              <a:ext uri="{FF2B5EF4-FFF2-40B4-BE49-F238E27FC236}">
                <a16:creationId xmlns:a16="http://schemas.microsoft.com/office/drawing/2014/main" id="{E5483CC8-86F2-4843-1D71-075BB0A59FF2}"/>
              </a:ext>
            </a:extLst>
          </p:cNvPr>
          <p:cNvSpPr>
            <a:spLocks noChangeArrowheads="1"/>
          </p:cNvSpPr>
          <p:nvPr/>
        </p:nvSpPr>
        <p:spPr bwMode="auto">
          <a:xfrm>
            <a:off x="0"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125" name="Rectangle 5">
            <a:extLst>
              <a:ext uri="{FF2B5EF4-FFF2-40B4-BE49-F238E27FC236}">
                <a16:creationId xmlns:a16="http://schemas.microsoft.com/office/drawing/2014/main" id="{88EBAFF1-99D7-5BEA-480C-9F06E2C2F445}"/>
              </a:ext>
            </a:extLst>
          </p:cNvPr>
          <p:cNvSpPr>
            <a:spLocks noChangeArrowheads="1"/>
          </p:cNvSpPr>
          <p:nvPr/>
        </p:nvSpPr>
        <p:spPr bwMode="auto">
          <a:xfrm>
            <a:off x="0" y="22002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nvGrpSpPr>
          <p:cNvPr id="5126" name="Group 6">
            <a:extLst>
              <a:ext uri="{FF2B5EF4-FFF2-40B4-BE49-F238E27FC236}">
                <a16:creationId xmlns:a16="http://schemas.microsoft.com/office/drawing/2014/main" id="{2D345919-CD8B-9550-E5F0-70DA64685525}"/>
              </a:ext>
            </a:extLst>
          </p:cNvPr>
          <p:cNvGrpSpPr>
            <a:grpSpLocks/>
          </p:cNvGrpSpPr>
          <p:nvPr/>
        </p:nvGrpSpPr>
        <p:grpSpPr bwMode="auto">
          <a:xfrm>
            <a:off x="57150" y="1019175"/>
            <a:ext cx="9144000" cy="2243138"/>
            <a:chOff x="36" y="642"/>
            <a:chExt cx="5760" cy="1413"/>
          </a:xfrm>
        </p:grpSpPr>
        <p:pic>
          <p:nvPicPr>
            <p:cNvPr id="5161" name="Picture 7" descr="Edna Krabappel">
              <a:extLst>
                <a:ext uri="{FF2B5EF4-FFF2-40B4-BE49-F238E27FC236}">
                  <a16:creationId xmlns:a16="http://schemas.microsoft.com/office/drawing/2014/main" id="{46198069-9722-FEAD-8AC4-A98F6DC1C8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 y="789"/>
              <a:ext cx="513" cy="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62" name="Picture 8" descr="Principal Seymour  Skinner">
              <a:extLst>
                <a:ext uri="{FF2B5EF4-FFF2-40B4-BE49-F238E27FC236}">
                  <a16:creationId xmlns:a16="http://schemas.microsoft.com/office/drawing/2014/main" id="{831652CE-47E5-D1B0-0DEC-145B94AC4B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4" y="828"/>
              <a:ext cx="514"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63" name="Rectangle 9">
              <a:extLst>
                <a:ext uri="{FF2B5EF4-FFF2-40B4-BE49-F238E27FC236}">
                  <a16:creationId xmlns:a16="http://schemas.microsoft.com/office/drawing/2014/main" id="{1164E2C0-E38A-9C7A-B747-5ACABBBD1470}"/>
                </a:ext>
              </a:extLst>
            </p:cNvPr>
            <p:cNvSpPr>
              <a:spLocks noChangeArrowheads="1"/>
            </p:cNvSpPr>
            <p:nvPr/>
          </p:nvSpPr>
          <p:spPr bwMode="auto">
            <a:xfrm>
              <a:off x="36" y="1365"/>
              <a:ext cx="576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5164" name="Picture 10" descr="Groundskeeper Willie">
              <a:extLst>
                <a:ext uri="{FF2B5EF4-FFF2-40B4-BE49-F238E27FC236}">
                  <a16:creationId xmlns:a16="http://schemas.microsoft.com/office/drawing/2014/main" id="{1A468E0E-FD5E-A8F7-1C09-7330404108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3" y="920"/>
              <a:ext cx="569"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65" name="Picture 11">
              <a:extLst>
                <a:ext uri="{FF2B5EF4-FFF2-40B4-BE49-F238E27FC236}">
                  <a16:creationId xmlns:a16="http://schemas.microsoft.com/office/drawing/2014/main" id="{77DD6777-F38D-F0B2-BF14-F45663260F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9" y="865"/>
              <a:ext cx="635" cy="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6" name="Picture 12">
              <a:extLst>
                <a:ext uri="{FF2B5EF4-FFF2-40B4-BE49-F238E27FC236}">
                  <a16:creationId xmlns:a16="http://schemas.microsoft.com/office/drawing/2014/main" id="{7F811FB4-630D-4EA6-9E8A-95FDBBE2B0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5" y="753"/>
              <a:ext cx="580" cy="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7" name="Picture 13">
              <a:extLst>
                <a:ext uri="{FF2B5EF4-FFF2-40B4-BE49-F238E27FC236}">
                  <a16:creationId xmlns:a16="http://schemas.microsoft.com/office/drawing/2014/main" id="{2D60FE97-4BFA-5592-32BA-869D5E19C1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4" y="806"/>
              <a:ext cx="592" cy="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8" name="Picture 14">
              <a:extLst>
                <a:ext uri="{FF2B5EF4-FFF2-40B4-BE49-F238E27FC236}">
                  <a16:creationId xmlns:a16="http://schemas.microsoft.com/office/drawing/2014/main" id="{76568540-7234-9104-BA5D-B1D8D15868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7" y="1090"/>
              <a:ext cx="454" cy="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9" name="Picture 15">
              <a:extLst>
                <a:ext uri="{FF2B5EF4-FFF2-40B4-BE49-F238E27FC236}">
                  <a16:creationId xmlns:a16="http://schemas.microsoft.com/office/drawing/2014/main" id="{65DB895D-E5DF-AE79-98AF-52ABD31AF94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5" y="1096"/>
              <a:ext cx="306" cy="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70" name="Picture 16">
              <a:extLst>
                <a:ext uri="{FF2B5EF4-FFF2-40B4-BE49-F238E27FC236}">
                  <a16:creationId xmlns:a16="http://schemas.microsoft.com/office/drawing/2014/main" id="{A12705A0-593D-9BC9-4734-E431A91C5D5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81" y="642"/>
              <a:ext cx="459" cy="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27" name="Rectangle 18">
            <a:extLst>
              <a:ext uri="{FF2B5EF4-FFF2-40B4-BE49-F238E27FC236}">
                <a16:creationId xmlns:a16="http://schemas.microsoft.com/office/drawing/2014/main" id="{F3572BD1-7B4A-6880-3CA4-56EB7DA6A5B3}"/>
              </a:ext>
            </a:extLst>
          </p:cNvPr>
          <p:cNvSpPr>
            <a:spLocks noChangeArrowheads="1"/>
          </p:cNvSpPr>
          <p:nvPr/>
        </p:nvSpPr>
        <p:spPr bwMode="auto">
          <a:xfrm>
            <a:off x="2400300" y="3776663"/>
            <a:ext cx="5410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nvGrpSpPr>
          <p:cNvPr id="5128" name="Group 19">
            <a:extLst>
              <a:ext uri="{FF2B5EF4-FFF2-40B4-BE49-F238E27FC236}">
                <a16:creationId xmlns:a16="http://schemas.microsoft.com/office/drawing/2014/main" id="{29BA722C-4726-C382-F955-D43B5DC25304}"/>
              </a:ext>
            </a:extLst>
          </p:cNvPr>
          <p:cNvGrpSpPr>
            <a:grpSpLocks/>
          </p:cNvGrpSpPr>
          <p:nvPr/>
        </p:nvGrpSpPr>
        <p:grpSpPr bwMode="auto">
          <a:xfrm>
            <a:off x="150813" y="3910013"/>
            <a:ext cx="8743950" cy="2481262"/>
            <a:chOff x="96" y="2583"/>
            <a:chExt cx="5508" cy="1563"/>
          </a:xfrm>
        </p:grpSpPr>
        <p:grpSp>
          <p:nvGrpSpPr>
            <p:cNvPr id="5135" name="Group 20">
              <a:extLst>
                <a:ext uri="{FF2B5EF4-FFF2-40B4-BE49-F238E27FC236}">
                  <a16:creationId xmlns:a16="http://schemas.microsoft.com/office/drawing/2014/main" id="{59201C9C-6D61-CA3A-D3DF-ACA94A5E484B}"/>
                </a:ext>
              </a:extLst>
            </p:cNvPr>
            <p:cNvGrpSpPr>
              <a:grpSpLocks/>
            </p:cNvGrpSpPr>
            <p:nvPr/>
          </p:nvGrpSpPr>
          <p:grpSpPr bwMode="auto">
            <a:xfrm>
              <a:off x="120" y="2802"/>
              <a:ext cx="5484" cy="1344"/>
              <a:chOff x="120" y="2802"/>
              <a:chExt cx="5484" cy="1344"/>
            </a:xfrm>
          </p:grpSpPr>
          <p:grpSp>
            <p:nvGrpSpPr>
              <p:cNvPr id="5155" name="Group 21">
                <a:extLst>
                  <a:ext uri="{FF2B5EF4-FFF2-40B4-BE49-F238E27FC236}">
                    <a16:creationId xmlns:a16="http://schemas.microsoft.com/office/drawing/2014/main" id="{E84118BB-CF3A-C309-0C21-45E4C72DAE30}"/>
                  </a:ext>
                </a:extLst>
              </p:cNvPr>
              <p:cNvGrpSpPr>
                <a:grpSpLocks/>
              </p:cNvGrpSpPr>
              <p:nvPr/>
            </p:nvGrpSpPr>
            <p:grpSpPr bwMode="auto">
              <a:xfrm>
                <a:off x="120" y="2802"/>
                <a:ext cx="2286" cy="1344"/>
                <a:chOff x="156" y="2634"/>
                <a:chExt cx="2286" cy="1344"/>
              </a:xfrm>
            </p:grpSpPr>
            <p:sp>
              <p:nvSpPr>
                <p:cNvPr id="5159" name="Rectangle 22">
                  <a:extLst>
                    <a:ext uri="{FF2B5EF4-FFF2-40B4-BE49-F238E27FC236}">
                      <a16:creationId xmlns:a16="http://schemas.microsoft.com/office/drawing/2014/main" id="{01046307-C99F-7B3F-E2F6-0ED29FC1C6CF}"/>
                    </a:ext>
                  </a:extLst>
                </p:cNvPr>
                <p:cNvSpPr>
                  <a:spLocks noChangeArrowheads="1"/>
                </p:cNvSpPr>
                <p:nvPr/>
              </p:nvSpPr>
              <p:spPr bwMode="auto">
                <a:xfrm>
                  <a:off x="156" y="2634"/>
                  <a:ext cx="1080" cy="1344"/>
                </a:xfrm>
                <a:prstGeom prst="rect">
                  <a:avLst/>
                </a:prstGeom>
                <a:solidFill>
                  <a:srgbClr val="FFFFFF"/>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160" name="Rectangle 23">
                  <a:extLst>
                    <a:ext uri="{FF2B5EF4-FFF2-40B4-BE49-F238E27FC236}">
                      <a16:creationId xmlns:a16="http://schemas.microsoft.com/office/drawing/2014/main" id="{64BF03AE-EBB9-2056-B0C2-13DAC8FCD968}"/>
                    </a:ext>
                  </a:extLst>
                </p:cNvPr>
                <p:cNvSpPr>
                  <a:spLocks noChangeArrowheads="1"/>
                </p:cNvSpPr>
                <p:nvPr/>
              </p:nvSpPr>
              <p:spPr bwMode="auto">
                <a:xfrm>
                  <a:off x="1362" y="2634"/>
                  <a:ext cx="1080" cy="1344"/>
                </a:xfrm>
                <a:prstGeom prst="rect">
                  <a:avLst/>
                </a:prstGeom>
                <a:solidFill>
                  <a:srgbClr val="FFFFFF"/>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nvGrpSpPr>
              <p:cNvPr id="5156" name="Group 24">
                <a:extLst>
                  <a:ext uri="{FF2B5EF4-FFF2-40B4-BE49-F238E27FC236}">
                    <a16:creationId xmlns:a16="http://schemas.microsoft.com/office/drawing/2014/main" id="{106C6D75-E78A-7A47-E5AA-FF5D3A79E77D}"/>
                  </a:ext>
                </a:extLst>
              </p:cNvPr>
              <p:cNvGrpSpPr>
                <a:grpSpLocks/>
              </p:cNvGrpSpPr>
              <p:nvPr/>
            </p:nvGrpSpPr>
            <p:grpSpPr bwMode="auto">
              <a:xfrm>
                <a:off x="3318" y="2802"/>
                <a:ext cx="2286" cy="1344"/>
                <a:chOff x="156" y="2634"/>
                <a:chExt cx="2286" cy="1344"/>
              </a:xfrm>
            </p:grpSpPr>
            <p:sp>
              <p:nvSpPr>
                <p:cNvPr id="5157" name="Rectangle 25">
                  <a:extLst>
                    <a:ext uri="{FF2B5EF4-FFF2-40B4-BE49-F238E27FC236}">
                      <a16:creationId xmlns:a16="http://schemas.microsoft.com/office/drawing/2014/main" id="{2B50C7C6-3E4E-F9FB-B623-F8C5B99E5CEB}"/>
                    </a:ext>
                  </a:extLst>
                </p:cNvPr>
                <p:cNvSpPr>
                  <a:spLocks noChangeArrowheads="1"/>
                </p:cNvSpPr>
                <p:nvPr/>
              </p:nvSpPr>
              <p:spPr bwMode="auto">
                <a:xfrm>
                  <a:off x="156" y="2634"/>
                  <a:ext cx="1080" cy="1344"/>
                </a:xfrm>
                <a:prstGeom prst="rect">
                  <a:avLst/>
                </a:prstGeom>
                <a:solidFill>
                  <a:srgbClr val="FFFFFF"/>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158" name="Rectangle 26">
                  <a:extLst>
                    <a:ext uri="{FF2B5EF4-FFF2-40B4-BE49-F238E27FC236}">
                      <a16:creationId xmlns:a16="http://schemas.microsoft.com/office/drawing/2014/main" id="{D8DBF76A-4FD0-00B2-3714-DAE061B2D874}"/>
                    </a:ext>
                  </a:extLst>
                </p:cNvPr>
                <p:cNvSpPr>
                  <a:spLocks noChangeArrowheads="1"/>
                </p:cNvSpPr>
                <p:nvPr/>
              </p:nvSpPr>
              <p:spPr bwMode="auto">
                <a:xfrm>
                  <a:off x="1362" y="2634"/>
                  <a:ext cx="1080" cy="1344"/>
                </a:xfrm>
                <a:prstGeom prst="rect">
                  <a:avLst/>
                </a:prstGeom>
                <a:solidFill>
                  <a:srgbClr val="FFFFFF"/>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sp>
          <p:nvSpPr>
            <p:cNvPr id="5136" name="Rectangle 27">
              <a:extLst>
                <a:ext uri="{FF2B5EF4-FFF2-40B4-BE49-F238E27FC236}">
                  <a16:creationId xmlns:a16="http://schemas.microsoft.com/office/drawing/2014/main" id="{C99EC6FB-6FE1-DE3E-345B-3C0EAACDB802}"/>
                </a:ext>
              </a:extLst>
            </p:cNvPr>
            <p:cNvSpPr>
              <a:spLocks noChangeArrowheads="1"/>
            </p:cNvSpPr>
            <p:nvPr/>
          </p:nvSpPr>
          <p:spPr bwMode="auto">
            <a:xfrm>
              <a:off x="96" y="2583"/>
              <a:ext cx="3408"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5137" name="Picture 28" descr="Edna Krabappel">
              <a:extLst>
                <a:ext uri="{FF2B5EF4-FFF2-40B4-BE49-F238E27FC236}">
                  <a16:creationId xmlns:a16="http://schemas.microsoft.com/office/drawing/2014/main" id="{1B1B9594-DDA3-CF95-EE66-32F9972927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 y="3460"/>
              <a:ext cx="303" cy="6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138" name="Picture 29" descr="Principal Seymour  Skinner">
              <a:extLst>
                <a:ext uri="{FF2B5EF4-FFF2-40B4-BE49-F238E27FC236}">
                  <a16:creationId xmlns:a16="http://schemas.microsoft.com/office/drawing/2014/main" id="{7B98E9D0-BEB4-CE6B-1C41-925DD7D0D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2841"/>
              <a:ext cx="304" cy="65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139" name="Picture 30" descr="Groundskeeper Willie">
              <a:extLst>
                <a:ext uri="{FF2B5EF4-FFF2-40B4-BE49-F238E27FC236}">
                  <a16:creationId xmlns:a16="http://schemas.microsoft.com/office/drawing/2014/main" id="{4882035B-2CF2-1BFD-B3E3-89F5F87868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2" y="2859"/>
              <a:ext cx="336" cy="5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140" name="Picture 31">
              <a:extLst>
                <a:ext uri="{FF2B5EF4-FFF2-40B4-BE49-F238E27FC236}">
                  <a16:creationId xmlns:a16="http://schemas.microsoft.com/office/drawing/2014/main" id="{59F05D6C-FD55-64CC-4B97-6F4EEE04CC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0" y="3523"/>
              <a:ext cx="375" cy="55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41" name="Picture 32">
              <a:extLst>
                <a:ext uri="{FF2B5EF4-FFF2-40B4-BE49-F238E27FC236}">
                  <a16:creationId xmlns:a16="http://schemas.microsoft.com/office/drawing/2014/main" id="{1807B1C1-20A6-2D07-0DAF-8DC68DDCDB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8" y="2821"/>
              <a:ext cx="343" cy="6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42" name="Picture 33">
              <a:extLst>
                <a:ext uri="{FF2B5EF4-FFF2-40B4-BE49-F238E27FC236}">
                  <a16:creationId xmlns:a16="http://schemas.microsoft.com/office/drawing/2014/main" id="{52DD456A-A59A-6278-6775-5598C11529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 y="3033"/>
              <a:ext cx="375" cy="64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43" name="Picture 34">
              <a:extLst>
                <a:ext uri="{FF2B5EF4-FFF2-40B4-BE49-F238E27FC236}">
                  <a16:creationId xmlns:a16="http://schemas.microsoft.com/office/drawing/2014/main" id="{C208D1EE-FE41-64A7-8DA2-2DADCC2E131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6" y="3608"/>
              <a:ext cx="269" cy="4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44" name="Picture 35">
              <a:extLst>
                <a:ext uri="{FF2B5EF4-FFF2-40B4-BE49-F238E27FC236}">
                  <a16:creationId xmlns:a16="http://schemas.microsoft.com/office/drawing/2014/main" id="{48AA2D5F-5C89-EAE3-938A-AAD3CA0C952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 y="3702"/>
              <a:ext cx="181" cy="4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45" name="Picture 36">
              <a:extLst>
                <a:ext uri="{FF2B5EF4-FFF2-40B4-BE49-F238E27FC236}">
                  <a16:creationId xmlns:a16="http://schemas.microsoft.com/office/drawing/2014/main" id="{4FBDA759-E452-867A-8F0F-232CE2E6F2C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5" y="2887"/>
              <a:ext cx="272" cy="8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146" name="Picture 37" descr="Edna Krabappel">
              <a:extLst>
                <a:ext uri="{FF2B5EF4-FFF2-40B4-BE49-F238E27FC236}">
                  <a16:creationId xmlns:a16="http://schemas.microsoft.com/office/drawing/2014/main" id="{57D46474-E221-F37C-8903-8CF752AE04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6" y="2878"/>
              <a:ext cx="303" cy="6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147" name="Picture 38" descr="Principal Seymour  Skinner">
              <a:extLst>
                <a:ext uri="{FF2B5EF4-FFF2-40B4-BE49-F238E27FC236}">
                  <a16:creationId xmlns:a16="http://schemas.microsoft.com/office/drawing/2014/main" id="{74A858A3-1DB7-6223-4DCD-8993BDD47F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8" y="3477"/>
              <a:ext cx="304" cy="65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148" name="Picture 39" descr="Groundskeeper Willie">
              <a:extLst>
                <a:ext uri="{FF2B5EF4-FFF2-40B4-BE49-F238E27FC236}">
                  <a16:creationId xmlns:a16="http://schemas.microsoft.com/office/drawing/2014/main" id="{CEBCDC95-16FF-09DF-0D1F-AFAC2BCF35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4" y="3561"/>
              <a:ext cx="336" cy="5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149" name="Picture 40">
              <a:extLst>
                <a:ext uri="{FF2B5EF4-FFF2-40B4-BE49-F238E27FC236}">
                  <a16:creationId xmlns:a16="http://schemas.microsoft.com/office/drawing/2014/main" id="{7E44F843-6661-67F0-A01B-AB7F6B4EA0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4" y="2821"/>
              <a:ext cx="375" cy="55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0" name="Picture 41">
              <a:extLst>
                <a:ext uri="{FF2B5EF4-FFF2-40B4-BE49-F238E27FC236}">
                  <a16:creationId xmlns:a16="http://schemas.microsoft.com/office/drawing/2014/main" id="{A682EAFB-0DAE-82BF-EEB2-C3EEABF0C9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26" y="2833"/>
              <a:ext cx="343" cy="6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1" name="Picture 42">
              <a:extLst>
                <a:ext uri="{FF2B5EF4-FFF2-40B4-BE49-F238E27FC236}">
                  <a16:creationId xmlns:a16="http://schemas.microsoft.com/office/drawing/2014/main" id="{1779CA8A-FE4B-E2B9-22DB-BEA25479BA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40" y="3524"/>
              <a:ext cx="351" cy="60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2" name="Picture 43">
              <a:extLst>
                <a:ext uri="{FF2B5EF4-FFF2-40B4-BE49-F238E27FC236}">
                  <a16:creationId xmlns:a16="http://schemas.microsoft.com/office/drawing/2014/main" id="{C4E8D117-2B23-6BD4-6A6D-AF29D310CD5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90" y="3002"/>
              <a:ext cx="269" cy="4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3" name="Picture 44">
              <a:extLst>
                <a:ext uri="{FF2B5EF4-FFF2-40B4-BE49-F238E27FC236}">
                  <a16:creationId xmlns:a16="http://schemas.microsoft.com/office/drawing/2014/main" id="{9DC8F130-E3E1-0AF0-BBDF-09C20D2B0B9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99" y="3642"/>
              <a:ext cx="181" cy="4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54" name="Picture 45">
              <a:extLst>
                <a:ext uri="{FF2B5EF4-FFF2-40B4-BE49-F238E27FC236}">
                  <a16:creationId xmlns:a16="http://schemas.microsoft.com/office/drawing/2014/main" id="{2A012FDC-5825-2CD3-7017-E344A678284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77" y="2845"/>
              <a:ext cx="272" cy="8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129" name="Text Box 46">
            <a:extLst>
              <a:ext uri="{FF2B5EF4-FFF2-40B4-BE49-F238E27FC236}">
                <a16:creationId xmlns:a16="http://schemas.microsoft.com/office/drawing/2014/main" id="{03B66D6B-9DCE-E5B0-24B4-34CC0AAF4DA4}"/>
              </a:ext>
            </a:extLst>
          </p:cNvPr>
          <p:cNvSpPr txBox="1">
            <a:spLocks noChangeArrowheads="1"/>
          </p:cNvSpPr>
          <p:nvPr/>
        </p:nvSpPr>
        <p:spPr bwMode="auto">
          <a:xfrm>
            <a:off x="1839913" y="6389688"/>
            <a:ext cx="2276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800"/>
              <a:t>School Employees</a:t>
            </a:r>
            <a:r>
              <a:rPr lang="en-US" altLang="en-US" sz="1600"/>
              <a:t> </a:t>
            </a:r>
          </a:p>
        </p:txBody>
      </p:sp>
      <p:sp>
        <p:nvSpPr>
          <p:cNvPr id="5130" name="Text Box 47">
            <a:extLst>
              <a:ext uri="{FF2B5EF4-FFF2-40B4-BE49-F238E27FC236}">
                <a16:creationId xmlns:a16="http://schemas.microsoft.com/office/drawing/2014/main" id="{9E343FFF-5A6F-7CE7-52AE-4A065712605A}"/>
              </a:ext>
            </a:extLst>
          </p:cNvPr>
          <p:cNvSpPr txBox="1">
            <a:spLocks noChangeArrowheads="1"/>
          </p:cNvSpPr>
          <p:nvPr/>
        </p:nvSpPr>
        <p:spPr bwMode="auto">
          <a:xfrm>
            <a:off x="0" y="6364288"/>
            <a:ext cx="2070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600"/>
              <a:t>Simpson's Family</a:t>
            </a:r>
            <a:r>
              <a:rPr lang="en-US" altLang="en-US" sz="2000"/>
              <a:t> </a:t>
            </a:r>
          </a:p>
        </p:txBody>
      </p:sp>
      <p:sp>
        <p:nvSpPr>
          <p:cNvPr id="5131" name="Text Box 48">
            <a:extLst>
              <a:ext uri="{FF2B5EF4-FFF2-40B4-BE49-F238E27FC236}">
                <a16:creationId xmlns:a16="http://schemas.microsoft.com/office/drawing/2014/main" id="{B0A72FEB-A69C-962B-493A-35824EF3945B}"/>
              </a:ext>
            </a:extLst>
          </p:cNvPr>
          <p:cNvSpPr txBox="1">
            <a:spLocks noChangeArrowheads="1"/>
          </p:cNvSpPr>
          <p:nvPr/>
        </p:nvSpPr>
        <p:spPr bwMode="auto">
          <a:xfrm>
            <a:off x="7107238" y="6364288"/>
            <a:ext cx="1839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Males</a:t>
            </a:r>
            <a:r>
              <a:rPr lang="en-US" altLang="en-US" sz="1600"/>
              <a:t> </a:t>
            </a:r>
          </a:p>
        </p:txBody>
      </p:sp>
      <p:sp>
        <p:nvSpPr>
          <p:cNvPr id="5132" name="Text Box 49">
            <a:extLst>
              <a:ext uri="{FF2B5EF4-FFF2-40B4-BE49-F238E27FC236}">
                <a16:creationId xmlns:a16="http://schemas.microsoft.com/office/drawing/2014/main" id="{1FE2482B-76DB-2AB9-E118-E686FF81B587}"/>
              </a:ext>
            </a:extLst>
          </p:cNvPr>
          <p:cNvSpPr txBox="1">
            <a:spLocks noChangeArrowheads="1"/>
          </p:cNvSpPr>
          <p:nvPr/>
        </p:nvSpPr>
        <p:spPr bwMode="auto">
          <a:xfrm>
            <a:off x="5173663" y="6364288"/>
            <a:ext cx="1839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Females</a:t>
            </a:r>
            <a:r>
              <a:rPr lang="en-US" altLang="en-US" sz="1600"/>
              <a:t> </a:t>
            </a:r>
          </a:p>
        </p:txBody>
      </p:sp>
      <p:sp>
        <p:nvSpPr>
          <p:cNvPr id="158770" name="Text Box 50">
            <a:extLst>
              <a:ext uri="{FF2B5EF4-FFF2-40B4-BE49-F238E27FC236}">
                <a16:creationId xmlns:a16="http://schemas.microsoft.com/office/drawing/2014/main" id="{2C12F0C4-48BB-A52F-948D-69D87B73B037}"/>
              </a:ext>
            </a:extLst>
          </p:cNvPr>
          <p:cNvSpPr txBox="1">
            <a:spLocks noChangeArrowheads="1"/>
          </p:cNvSpPr>
          <p:nvPr/>
        </p:nvSpPr>
        <p:spPr bwMode="auto">
          <a:xfrm>
            <a:off x="2689225" y="3511550"/>
            <a:ext cx="4476750" cy="641350"/>
          </a:xfrm>
          <a:prstGeom prst="rect">
            <a:avLst/>
          </a:prstGeom>
          <a:noFill/>
          <a:ln>
            <a:noFill/>
          </a:ln>
          <a:effectLst/>
        </p:spPr>
        <p:txBody>
          <a:bodyPr wrap="none">
            <a:spAutoFit/>
          </a:bodyPr>
          <a:lstStyle/>
          <a:p>
            <a:pPr eaLnBrk="1" hangingPunct="1">
              <a:defRPr/>
            </a:pPr>
            <a:r>
              <a:rPr lang="en-US" altLang="en-US" sz="3600">
                <a:solidFill>
                  <a:schemeClr val="tx2"/>
                </a:solidFill>
                <a:effectLst>
                  <a:outerShdw blurRad="38100" dist="38100" dir="2700000" algn="tl">
                    <a:srgbClr val="C0C0C0"/>
                  </a:outerShdw>
                </a:effectLst>
              </a:rPr>
              <a:t>Clustering is subjective</a:t>
            </a:r>
          </a:p>
        </p:txBody>
      </p:sp>
      <p:sp>
        <p:nvSpPr>
          <p:cNvPr id="158771" name="Text Box 51">
            <a:extLst>
              <a:ext uri="{FF2B5EF4-FFF2-40B4-BE49-F238E27FC236}">
                <a16:creationId xmlns:a16="http://schemas.microsoft.com/office/drawing/2014/main" id="{4113B904-2229-9C0B-74D0-4F5A341FEADD}"/>
              </a:ext>
            </a:extLst>
          </p:cNvPr>
          <p:cNvSpPr txBox="1">
            <a:spLocks noChangeArrowheads="1"/>
          </p:cNvSpPr>
          <p:nvPr/>
        </p:nvSpPr>
        <p:spPr bwMode="auto">
          <a:xfrm>
            <a:off x="57150" y="180975"/>
            <a:ext cx="9086850" cy="641350"/>
          </a:xfrm>
          <a:prstGeom prst="rect">
            <a:avLst/>
          </a:prstGeom>
          <a:noFill/>
          <a:ln>
            <a:noFill/>
          </a:ln>
          <a:effectLst/>
        </p:spPr>
        <p:txBody>
          <a:bodyPr wrap="none">
            <a:spAutoFit/>
          </a:bodyPr>
          <a:lstStyle/>
          <a:p>
            <a:pPr eaLnBrk="1" hangingPunct="1">
              <a:defRPr/>
            </a:pPr>
            <a:r>
              <a:rPr lang="en-US" altLang="en-US" sz="3600">
                <a:solidFill>
                  <a:schemeClr val="tx2"/>
                </a:solidFill>
                <a:effectLst>
                  <a:outerShdw blurRad="38100" dist="38100" dir="2700000" algn="tl">
                    <a:srgbClr val="C0C0C0"/>
                  </a:outerShdw>
                </a:effectLst>
              </a:rPr>
              <a:t>What is a natural grouping among these objects?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1D2C3136-F1D0-EC42-EF8D-099D9C50561A}"/>
              </a:ext>
            </a:extLst>
          </p:cNvPr>
          <p:cNvSpPr>
            <a:spLocks noChangeArrowheads="1"/>
          </p:cNvSpPr>
          <p:nvPr/>
        </p:nvSpPr>
        <p:spPr bwMode="auto">
          <a:xfrm>
            <a:off x="598488" y="0"/>
            <a:ext cx="7772400" cy="1143000"/>
          </a:xfrm>
          <a:prstGeom prst="rect">
            <a:avLst/>
          </a:prstGeom>
          <a:noFill/>
          <a:ln>
            <a:noFill/>
          </a:ln>
          <a:effectLst/>
        </p:spPr>
        <p:txBody>
          <a:bodyPr anchor="ctr"/>
          <a:lstStyle>
            <a:lvl1pPr algn="l" eaLnBrk="0" hangingPunct="0">
              <a:defRPr sz="2400">
                <a:solidFill>
                  <a:schemeClr val="tx1"/>
                </a:solidFill>
                <a:latin typeface="Times New Roman" panose="02020603050405020304" pitchFamily="18" charset="0"/>
              </a:defRPr>
            </a:lvl1pPr>
            <a:lvl2pPr algn="l" eaLnBrk="0" hangingPunct="0">
              <a:defRPr sz="2400">
                <a:solidFill>
                  <a:schemeClr val="tx1"/>
                </a:solidFill>
                <a:latin typeface="Times New Roman" panose="02020603050405020304" pitchFamily="18" charset="0"/>
              </a:defRPr>
            </a:lvl2pPr>
            <a:lvl3pPr algn="l" eaLnBrk="0" hangingPunct="0">
              <a:defRPr sz="2400">
                <a:solidFill>
                  <a:schemeClr val="tx1"/>
                </a:solidFill>
                <a:latin typeface="Times New Roman" panose="02020603050405020304" pitchFamily="18" charset="0"/>
              </a:defRPr>
            </a:lvl3pPr>
            <a:lvl4pPr algn="l" eaLnBrk="0" hangingPunct="0">
              <a:defRPr sz="2400">
                <a:solidFill>
                  <a:schemeClr val="tx1"/>
                </a:solidFill>
                <a:latin typeface="Times New Roman" panose="02020603050405020304" pitchFamily="18" charset="0"/>
              </a:defRPr>
            </a:lvl4pPr>
            <a:lvl5pPr algn="l" eaLnBrk="0" hangingPunct="0">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altLang="en-US" sz="4400">
                <a:solidFill>
                  <a:schemeClr val="tx2"/>
                </a:solidFill>
                <a:effectLst>
                  <a:outerShdw blurRad="38100" dist="38100" dir="2700000" algn="tl">
                    <a:srgbClr val="C0C0C0"/>
                  </a:outerShdw>
                </a:effectLst>
              </a:rPr>
              <a:t>What is Similarity?</a:t>
            </a:r>
          </a:p>
        </p:txBody>
      </p:sp>
      <p:sp>
        <p:nvSpPr>
          <p:cNvPr id="6147" name="Text Box 3">
            <a:extLst>
              <a:ext uri="{FF2B5EF4-FFF2-40B4-BE49-F238E27FC236}">
                <a16:creationId xmlns:a16="http://schemas.microsoft.com/office/drawing/2014/main" id="{BF1DBD66-D7BA-457F-0DBE-0BDDB70B59BA}"/>
              </a:ext>
            </a:extLst>
          </p:cNvPr>
          <p:cNvSpPr txBox="1">
            <a:spLocks noChangeArrowheads="1"/>
          </p:cNvSpPr>
          <p:nvPr/>
        </p:nvSpPr>
        <p:spPr bwMode="auto">
          <a:xfrm>
            <a:off x="379413" y="927100"/>
            <a:ext cx="8348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The quality or state of being similar; likeness; resemblance; as, a similarity of features.</a:t>
            </a:r>
            <a:r>
              <a:rPr lang="en-US" altLang="en-US" b="1">
                <a:latin typeface="Arial Unicode MS" panose="020B0604020202020204" pitchFamily="34" charset="-128"/>
              </a:rPr>
              <a:t> </a:t>
            </a:r>
            <a:endParaRPr lang="en-US" altLang="en-US" sz="1600" b="1"/>
          </a:p>
        </p:txBody>
      </p:sp>
      <p:sp>
        <p:nvSpPr>
          <p:cNvPr id="6148" name="Text Box 4">
            <a:extLst>
              <a:ext uri="{FF2B5EF4-FFF2-40B4-BE49-F238E27FC236}">
                <a16:creationId xmlns:a16="http://schemas.microsoft.com/office/drawing/2014/main" id="{7E52425E-0BFF-B6E9-D54B-45FC8A6E4784}"/>
              </a:ext>
            </a:extLst>
          </p:cNvPr>
          <p:cNvSpPr txBox="1">
            <a:spLocks noChangeArrowheads="1"/>
          </p:cNvSpPr>
          <p:nvPr/>
        </p:nvSpPr>
        <p:spPr bwMode="auto">
          <a:xfrm>
            <a:off x="7473950" y="3278188"/>
            <a:ext cx="1670050" cy="302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600"/>
              <a:t>Similarity is hard to define, but… </a:t>
            </a:r>
          </a:p>
          <a:p>
            <a:pPr algn="l" eaLnBrk="1" hangingPunct="1"/>
            <a:r>
              <a:rPr lang="en-US" altLang="en-US" sz="1600"/>
              <a:t>“</a:t>
            </a:r>
            <a:r>
              <a:rPr lang="en-US" altLang="en-US" sz="1600" i="1"/>
              <a:t>We know it when we see it</a:t>
            </a:r>
            <a:r>
              <a:rPr lang="en-US" altLang="en-US" sz="1600"/>
              <a:t>”</a:t>
            </a:r>
          </a:p>
          <a:p>
            <a:pPr algn="l" eaLnBrk="1" hangingPunct="1"/>
            <a:endParaRPr lang="en-US" altLang="en-US" sz="1600"/>
          </a:p>
          <a:p>
            <a:pPr algn="l" eaLnBrk="1" hangingPunct="1"/>
            <a:r>
              <a:rPr lang="en-US" altLang="en-US" sz="1600"/>
              <a:t>The real meaning of similarity is a philosophical question. We will take a more pragmatic approach.  </a:t>
            </a:r>
          </a:p>
        </p:txBody>
      </p:sp>
      <p:pic>
        <p:nvPicPr>
          <p:cNvPr id="6149" name="Picture 5">
            <a:extLst>
              <a:ext uri="{FF2B5EF4-FFF2-40B4-BE49-F238E27FC236}">
                <a16:creationId xmlns:a16="http://schemas.microsoft.com/office/drawing/2014/main" id="{A3E20006-619F-3AE1-D40F-BC6F8531DB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81163"/>
            <a:ext cx="7480300" cy="517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50" name="Text Box 6">
            <a:extLst>
              <a:ext uri="{FF2B5EF4-FFF2-40B4-BE49-F238E27FC236}">
                <a16:creationId xmlns:a16="http://schemas.microsoft.com/office/drawing/2014/main" id="{6BCDA7C2-1F1E-0B6E-D7C1-2C810ECE8069}"/>
              </a:ext>
            </a:extLst>
          </p:cNvPr>
          <p:cNvSpPr txBox="1">
            <a:spLocks noChangeArrowheads="1"/>
          </p:cNvSpPr>
          <p:nvPr/>
        </p:nvSpPr>
        <p:spPr bwMode="auto">
          <a:xfrm>
            <a:off x="6937375" y="1247775"/>
            <a:ext cx="2033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600" b="1"/>
              <a:t>Webster's Dictionary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53A7EEE-AAE9-91A0-AEE2-9A57D4563381}"/>
              </a:ext>
            </a:extLst>
          </p:cNvPr>
          <p:cNvSpPr>
            <a:spLocks noChangeArrowheads="1"/>
          </p:cNvSpPr>
          <p:nvPr/>
        </p:nvSpPr>
        <p:spPr bwMode="auto">
          <a:xfrm>
            <a:off x="0" y="0"/>
            <a:ext cx="9144000" cy="257175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61795" name="Rectangle 3">
            <a:extLst>
              <a:ext uri="{FF2B5EF4-FFF2-40B4-BE49-F238E27FC236}">
                <a16:creationId xmlns:a16="http://schemas.microsoft.com/office/drawing/2014/main" id="{D9E5E5DB-A866-9B4E-59C6-7ABA03F3A9C4}"/>
              </a:ext>
            </a:extLst>
          </p:cNvPr>
          <p:cNvSpPr>
            <a:spLocks noChangeArrowheads="1"/>
          </p:cNvSpPr>
          <p:nvPr/>
        </p:nvSpPr>
        <p:spPr bwMode="auto">
          <a:xfrm>
            <a:off x="684213" y="0"/>
            <a:ext cx="7772400" cy="1143000"/>
          </a:xfrm>
          <a:prstGeom prst="rect">
            <a:avLst/>
          </a:prstGeom>
          <a:noFill/>
          <a:ln>
            <a:noFill/>
          </a:ln>
          <a:effectLst/>
        </p:spPr>
        <p:txBody>
          <a:bodyPr anchor="ctr"/>
          <a:lstStyle>
            <a:lvl1pPr>
              <a:defRPr sz="4400">
                <a:solidFill>
                  <a:schemeClr val="tx2"/>
                </a:solidFill>
                <a:latin typeface="Times New Roman" panose="02020603050405020304" pitchFamily="18" charset="0"/>
              </a:defRPr>
            </a:lvl1pPr>
            <a:lvl2pPr>
              <a:defRPr sz="4400">
                <a:solidFill>
                  <a:schemeClr val="tx2"/>
                </a:solidFill>
                <a:latin typeface="Times New Roman" panose="02020603050405020304" pitchFamily="18" charset="0"/>
              </a:defRPr>
            </a:lvl2pPr>
            <a:lvl3pPr>
              <a:defRPr sz="4400">
                <a:solidFill>
                  <a:schemeClr val="tx2"/>
                </a:solidFill>
                <a:latin typeface="Times New Roman" panose="02020603050405020304" pitchFamily="18" charset="0"/>
              </a:defRPr>
            </a:lvl3pPr>
            <a:lvl4pPr>
              <a:defRPr sz="4400">
                <a:solidFill>
                  <a:schemeClr val="tx2"/>
                </a:solidFill>
                <a:latin typeface="Times New Roman" panose="02020603050405020304" pitchFamily="18" charset="0"/>
              </a:defRPr>
            </a:lvl4pPr>
            <a:lvl5pP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pPr algn="ctr" eaLnBrk="1" hangingPunct="1">
              <a:defRPr/>
            </a:pPr>
            <a:r>
              <a:rPr lang="en-US" altLang="en-US">
                <a:effectLst>
                  <a:outerShdw blurRad="38100" dist="38100" dir="2700000" algn="tl">
                    <a:srgbClr val="C0C0C0"/>
                  </a:outerShdw>
                </a:effectLst>
              </a:rPr>
              <a:t>Defining Distance Measures</a:t>
            </a:r>
          </a:p>
        </p:txBody>
      </p:sp>
      <p:sp>
        <p:nvSpPr>
          <p:cNvPr id="7172" name="Text Box 4">
            <a:extLst>
              <a:ext uri="{FF2B5EF4-FFF2-40B4-BE49-F238E27FC236}">
                <a16:creationId xmlns:a16="http://schemas.microsoft.com/office/drawing/2014/main" id="{55CD0A61-B67F-47C8-342B-0183EE3CF8F2}"/>
              </a:ext>
            </a:extLst>
          </p:cNvPr>
          <p:cNvSpPr txBox="1">
            <a:spLocks noChangeArrowheads="1"/>
          </p:cNvSpPr>
          <p:nvPr/>
        </p:nvSpPr>
        <p:spPr bwMode="auto">
          <a:xfrm>
            <a:off x="228600" y="990600"/>
            <a:ext cx="8610600" cy="150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lnSpc>
                <a:spcPct val="110000"/>
              </a:lnSpc>
            </a:pPr>
            <a:r>
              <a:rPr lang="en-US" altLang="en-US" sz="2800" b="1"/>
              <a:t>Definition</a:t>
            </a:r>
            <a:r>
              <a:rPr lang="en-US" altLang="en-US" sz="2800"/>
              <a:t>: Let </a:t>
            </a:r>
            <a:r>
              <a:rPr lang="en-US" altLang="en-US" sz="2800" i="1"/>
              <a:t>O</a:t>
            </a:r>
            <a:r>
              <a:rPr lang="en-US" altLang="en-US" sz="2800" baseline="-25000"/>
              <a:t>1</a:t>
            </a:r>
            <a:r>
              <a:rPr lang="en-US" altLang="en-US" sz="2800"/>
              <a:t> and </a:t>
            </a:r>
            <a:r>
              <a:rPr lang="en-US" altLang="en-US" sz="2800" i="1"/>
              <a:t>O</a:t>
            </a:r>
            <a:r>
              <a:rPr lang="en-US" altLang="en-US" sz="2800" baseline="-25000"/>
              <a:t>2</a:t>
            </a:r>
            <a:r>
              <a:rPr lang="en-US" altLang="en-US" sz="2800"/>
              <a:t> be two objects from the universe of possible objects. The distance (dissimilarity) between </a:t>
            </a:r>
            <a:r>
              <a:rPr lang="en-US" altLang="en-US" sz="2800" i="1"/>
              <a:t>O</a:t>
            </a:r>
            <a:r>
              <a:rPr lang="en-US" altLang="en-US" sz="2800" baseline="-25000"/>
              <a:t>1</a:t>
            </a:r>
            <a:r>
              <a:rPr lang="en-US" altLang="en-US" sz="2800"/>
              <a:t> and </a:t>
            </a:r>
            <a:r>
              <a:rPr lang="en-US" altLang="en-US" sz="2800" i="1"/>
              <a:t>O</a:t>
            </a:r>
            <a:r>
              <a:rPr lang="en-US" altLang="en-US" sz="2800" baseline="-25000"/>
              <a:t>2</a:t>
            </a:r>
            <a:r>
              <a:rPr lang="en-US" altLang="en-US" sz="2800"/>
              <a:t> is a real number denoted by </a:t>
            </a:r>
            <a:r>
              <a:rPr lang="en-US" altLang="en-US" sz="2800" i="1"/>
              <a:t>D</a:t>
            </a:r>
            <a:r>
              <a:rPr lang="en-US" altLang="en-US" sz="2800"/>
              <a:t>(</a:t>
            </a:r>
            <a:r>
              <a:rPr lang="en-US" altLang="en-US" sz="2800" i="1"/>
              <a:t>O</a:t>
            </a:r>
            <a:r>
              <a:rPr lang="en-US" altLang="en-US" sz="2800" baseline="-25000"/>
              <a:t>1</a:t>
            </a:r>
            <a:r>
              <a:rPr lang="en-US" altLang="en-US" sz="2800"/>
              <a:t>,</a:t>
            </a:r>
            <a:r>
              <a:rPr lang="en-US" altLang="en-US" sz="2800" i="1"/>
              <a:t>O</a:t>
            </a:r>
            <a:r>
              <a:rPr lang="en-US" altLang="en-US" sz="2800" baseline="-25000"/>
              <a:t>2</a:t>
            </a:r>
            <a:r>
              <a:rPr lang="en-US" altLang="en-US" sz="2800"/>
              <a:t>)</a:t>
            </a:r>
            <a:endParaRPr lang="en-US" altLang="en-US">
              <a:sym typeface="Symbol" panose="05050102010706020507" pitchFamily="18" charset="2"/>
            </a:endParaRPr>
          </a:p>
        </p:txBody>
      </p:sp>
      <p:pic>
        <p:nvPicPr>
          <p:cNvPr id="7173" name="Picture 5">
            <a:extLst>
              <a:ext uri="{FF2B5EF4-FFF2-40B4-BE49-F238E27FC236}">
                <a16:creationId xmlns:a16="http://schemas.microsoft.com/office/drawing/2014/main" id="{9E348161-B8F3-8847-C5E5-DC67267121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 y="2684463"/>
            <a:ext cx="1484313" cy="137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6">
            <a:extLst>
              <a:ext uri="{FF2B5EF4-FFF2-40B4-BE49-F238E27FC236}">
                <a16:creationId xmlns:a16="http://schemas.microsoft.com/office/drawing/2014/main" id="{74095A78-A95F-0D51-5968-13812E9C81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8000" y="2798763"/>
            <a:ext cx="1019175"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5" name="Rectangle 7">
            <a:extLst>
              <a:ext uri="{FF2B5EF4-FFF2-40B4-BE49-F238E27FC236}">
                <a16:creationId xmlns:a16="http://schemas.microsoft.com/office/drawing/2014/main" id="{BEBBD997-00CF-4659-E1FC-D4F5A6D8E407}"/>
              </a:ext>
            </a:extLst>
          </p:cNvPr>
          <p:cNvSpPr>
            <a:spLocks noChangeArrowheads="1"/>
          </p:cNvSpPr>
          <p:nvPr/>
        </p:nvSpPr>
        <p:spPr bwMode="auto">
          <a:xfrm>
            <a:off x="762000" y="4543425"/>
            <a:ext cx="1390650" cy="1390650"/>
          </a:xfrm>
          <a:prstGeom prst="rect">
            <a:avLst/>
          </a:prstGeom>
          <a:solidFill>
            <a:srgbClr val="969696"/>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969696"/>
            </a:extrusionClr>
            <a:contourClr>
              <a:srgbClr val="96969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7176" name="Rectangle 8">
            <a:extLst>
              <a:ext uri="{FF2B5EF4-FFF2-40B4-BE49-F238E27FC236}">
                <a16:creationId xmlns:a16="http://schemas.microsoft.com/office/drawing/2014/main" id="{0ABF98EE-E9DE-9E84-E4A0-02A68AE352ED}"/>
              </a:ext>
            </a:extLst>
          </p:cNvPr>
          <p:cNvSpPr>
            <a:spLocks noChangeArrowheads="1"/>
          </p:cNvSpPr>
          <p:nvPr/>
        </p:nvSpPr>
        <p:spPr bwMode="auto">
          <a:xfrm>
            <a:off x="6981825" y="4543425"/>
            <a:ext cx="1390650" cy="1390650"/>
          </a:xfrm>
          <a:prstGeom prst="rect">
            <a:avLst/>
          </a:prstGeom>
          <a:solidFill>
            <a:srgbClr val="969696"/>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969696"/>
            </a:extrusionClr>
            <a:contourClr>
              <a:srgbClr val="96969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7177" name="Rectangle 9">
            <a:extLst>
              <a:ext uri="{FF2B5EF4-FFF2-40B4-BE49-F238E27FC236}">
                <a16:creationId xmlns:a16="http://schemas.microsoft.com/office/drawing/2014/main" id="{50935B6D-1F12-7BA8-78B6-067EC577F2EF}"/>
              </a:ext>
            </a:extLst>
          </p:cNvPr>
          <p:cNvSpPr>
            <a:spLocks noChangeArrowheads="1"/>
          </p:cNvSpPr>
          <p:nvPr/>
        </p:nvSpPr>
        <p:spPr bwMode="auto">
          <a:xfrm>
            <a:off x="3962400" y="4543425"/>
            <a:ext cx="1390650" cy="1390650"/>
          </a:xfrm>
          <a:prstGeom prst="rect">
            <a:avLst/>
          </a:prstGeom>
          <a:solidFill>
            <a:srgbClr val="969696"/>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969696"/>
            </a:extrusionClr>
            <a:contourClr>
              <a:srgbClr val="96969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7178" name="AutoShape 10">
            <a:extLst>
              <a:ext uri="{FF2B5EF4-FFF2-40B4-BE49-F238E27FC236}">
                <a16:creationId xmlns:a16="http://schemas.microsoft.com/office/drawing/2014/main" id="{90652BC5-DD99-5620-0E51-FE828E7705F9}"/>
              </a:ext>
            </a:extLst>
          </p:cNvPr>
          <p:cNvSpPr>
            <a:spLocks noChangeArrowheads="1"/>
          </p:cNvSpPr>
          <p:nvPr/>
        </p:nvSpPr>
        <p:spPr bwMode="auto">
          <a:xfrm rot="-992687">
            <a:off x="914400" y="4086225"/>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7179" name="AutoShape 11">
            <a:extLst>
              <a:ext uri="{FF2B5EF4-FFF2-40B4-BE49-F238E27FC236}">
                <a16:creationId xmlns:a16="http://schemas.microsoft.com/office/drawing/2014/main" id="{BAA99359-87FC-B26A-9ABA-579ECF15CFE1}"/>
              </a:ext>
            </a:extLst>
          </p:cNvPr>
          <p:cNvSpPr>
            <a:spLocks noChangeArrowheads="1"/>
          </p:cNvSpPr>
          <p:nvPr/>
        </p:nvSpPr>
        <p:spPr bwMode="auto">
          <a:xfrm rot="-992687">
            <a:off x="4038600" y="4086225"/>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7180" name="AutoShape 12">
            <a:extLst>
              <a:ext uri="{FF2B5EF4-FFF2-40B4-BE49-F238E27FC236}">
                <a16:creationId xmlns:a16="http://schemas.microsoft.com/office/drawing/2014/main" id="{4D853FF9-7040-7096-DBAB-269B59E603EA}"/>
              </a:ext>
            </a:extLst>
          </p:cNvPr>
          <p:cNvSpPr>
            <a:spLocks noChangeArrowheads="1"/>
          </p:cNvSpPr>
          <p:nvPr/>
        </p:nvSpPr>
        <p:spPr bwMode="auto">
          <a:xfrm rot="-992687">
            <a:off x="7134225" y="4086225"/>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7181" name="AutoShape 13">
            <a:extLst>
              <a:ext uri="{FF2B5EF4-FFF2-40B4-BE49-F238E27FC236}">
                <a16:creationId xmlns:a16="http://schemas.microsoft.com/office/drawing/2014/main" id="{8C1F0AC4-15A7-3C45-4850-BC45E55BC860}"/>
              </a:ext>
            </a:extLst>
          </p:cNvPr>
          <p:cNvSpPr>
            <a:spLocks noChangeArrowheads="1"/>
          </p:cNvSpPr>
          <p:nvPr/>
        </p:nvSpPr>
        <p:spPr bwMode="auto">
          <a:xfrm rot="992687" flipH="1">
            <a:off x="1905000" y="4086225"/>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7182" name="AutoShape 14">
            <a:extLst>
              <a:ext uri="{FF2B5EF4-FFF2-40B4-BE49-F238E27FC236}">
                <a16:creationId xmlns:a16="http://schemas.microsoft.com/office/drawing/2014/main" id="{7562BB29-547A-DF15-A1B4-B7DF0A292817}"/>
              </a:ext>
            </a:extLst>
          </p:cNvPr>
          <p:cNvSpPr>
            <a:spLocks noChangeArrowheads="1"/>
          </p:cNvSpPr>
          <p:nvPr/>
        </p:nvSpPr>
        <p:spPr bwMode="auto">
          <a:xfrm rot="992687" flipH="1">
            <a:off x="5138738" y="4086225"/>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7183" name="AutoShape 15">
            <a:extLst>
              <a:ext uri="{FF2B5EF4-FFF2-40B4-BE49-F238E27FC236}">
                <a16:creationId xmlns:a16="http://schemas.microsoft.com/office/drawing/2014/main" id="{5A48F92B-9376-5429-4C5D-BF8D6C69A586}"/>
              </a:ext>
            </a:extLst>
          </p:cNvPr>
          <p:cNvSpPr>
            <a:spLocks noChangeArrowheads="1"/>
          </p:cNvSpPr>
          <p:nvPr/>
        </p:nvSpPr>
        <p:spPr bwMode="auto">
          <a:xfrm rot="992687" flipH="1">
            <a:off x="8124825" y="4086225"/>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7184" name="Text Box 16">
            <a:extLst>
              <a:ext uri="{FF2B5EF4-FFF2-40B4-BE49-F238E27FC236}">
                <a16:creationId xmlns:a16="http://schemas.microsoft.com/office/drawing/2014/main" id="{FD54A5BB-0E3F-5B39-BA6F-30784EE54B0A}"/>
              </a:ext>
            </a:extLst>
          </p:cNvPr>
          <p:cNvSpPr txBox="1">
            <a:spLocks noChangeArrowheads="1"/>
          </p:cNvSpPr>
          <p:nvPr/>
        </p:nvSpPr>
        <p:spPr bwMode="auto">
          <a:xfrm>
            <a:off x="1057275" y="6400800"/>
            <a:ext cx="717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0.23</a:t>
            </a:r>
          </a:p>
        </p:txBody>
      </p:sp>
      <p:sp>
        <p:nvSpPr>
          <p:cNvPr id="7185" name="AutoShape 17">
            <a:extLst>
              <a:ext uri="{FF2B5EF4-FFF2-40B4-BE49-F238E27FC236}">
                <a16:creationId xmlns:a16="http://schemas.microsoft.com/office/drawing/2014/main" id="{347692BB-94DC-C993-E87B-4443422AA64D}"/>
              </a:ext>
            </a:extLst>
          </p:cNvPr>
          <p:cNvSpPr>
            <a:spLocks noChangeArrowheads="1"/>
          </p:cNvSpPr>
          <p:nvPr/>
        </p:nvSpPr>
        <p:spPr bwMode="auto">
          <a:xfrm rot="21550572" flipH="1">
            <a:off x="1200150" y="6181725"/>
            <a:ext cx="228600" cy="228600"/>
          </a:xfrm>
          <a:prstGeom prst="downArrow">
            <a:avLst>
              <a:gd name="adj1" fmla="val 50000"/>
              <a:gd name="adj2" fmla="val 25000"/>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7186" name="Text Box 18">
            <a:extLst>
              <a:ext uri="{FF2B5EF4-FFF2-40B4-BE49-F238E27FC236}">
                <a16:creationId xmlns:a16="http://schemas.microsoft.com/office/drawing/2014/main" id="{85F6C58E-819D-94C7-FE81-CA243A525C8A}"/>
              </a:ext>
            </a:extLst>
          </p:cNvPr>
          <p:cNvSpPr txBox="1">
            <a:spLocks noChangeArrowheads="1"/>
          </p:cNvSpPr>
          <p:nvPr/>
        </p:nvSpPr>
        <p:spPr bwMode="auto">
          <a:xfrm>
            <a:off x="4360863" y="64008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3</a:t>
            </a:r>
          </a:p>
        </p:txBody>
      </p:sp>
      <p:sp>
        <p:nvSpPr>
          <p:cNvPr id="7187" name="AutoShape 19">
            <a:extLst>
              <a:ext uri="{FF2B5EF4-FFF2-40B4-BE49-F238E27FC236}">
                <a16:creationId xmlns:a16="http://schemas.microsoft.com/office/drawing/2014/main" id="{A49DF1A6-7B9E-A37E-4766-611C8F84D646}"/>
              </a:ext>
            </a:extLst>
          </p:cNvPr>
          <p:cNvSpPr>
            <a:spLocks noChangeArrowheads="1"/>
          </p:cNvSpPr>
          <p:nvPr/>
        </p:nvSpPr>
        <p:spPr bwMode="auto">
          <a:xfrm rot="21550572" flipH="1">
            <a:off x="4400550" y="6181725"/>
            <a:ext cx="228600" cy="228600"/>
          </a:xfrm>
          <a:prstGeom prst="downArrow">
            <a:avLst>
              <a:gd name="adj1" fmla="val 50000"/>
              <a:gd name="adj2" fmla="val 25000"/>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7188" name="Text Box 20">
            <a:extLst>
              <a:ext uri="{FF2B5EF4-FFF2-40B4-BE49-F238E27FC236}">
                <a16:creationId xmlns:a16="http://schemas.microsoft.com/office/drawing/2014/main" id="{448B7767-9800-9F41-F340-04C53D14A95A}"/>
              </a:ext>
            </a:extLst>
          </p:cNvPr>
          <p:cNvSpPr txBox="1">
            <a:spLocks noChangeArrowheads="1"/>
          </p:cNvSpPr>
          <p:nvPr/>
        </p:nvSpPr>
        <p:spPr bwMode="auto">
          <a:xfrm>
            <a:off x="7229475" y="6400800"/>
            <a:ext cx="869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342.7</a:t>
            </a:r>
          </a:p>
        </p:txBody>
      </p:sp>
      <p:sp>
        <p:nvSpPr>
          <p:cNvPr id="7189" name="AutoShape 21">
            <a:extLst>
              <a:ext uri="{FF2B5EF4-FFF2-40B4-BE49-F238E27FC236}">
                <a16:creationId xmlns:a16="http://schemas.microsoft.com/office/drawing/2014/main" id="{CD8757C4-A289-F9B9-AD8B-BC9162D75434}"/>
              </a:ext>
            </a:extLst>
          </p:cNvPr>
          <p:cNvSpPr>
            <a:spLocks noChangeArrowheads="1"/>
          </p:cNvSpPr>
          <p:nvPr/>
        </p:nvSpPr>
        <p:spPr bwMode="auto">
          <a:xfrm rot="21550572" flipH="1">
            <a:off x="7496175" y="6181725"/>
            <a:ext cx="228600" cy="228600"/>
          </a:xfrm>
          <a:prstGeom prst="downArrow">
            <a:avLst>
              <a:gd name="adj1" fmla="val 50000"/>
              <a:gd name="adj2" fmla="val 25000"/>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7190" name="Text Box 22">
            <a:extLst>
              <a:ext uri="{FF2B5EF4-FFF2-40B4-BE49-F238E27FC236}">
                <a16:creationId xmlns:a16="http://schemas.microsoft.com/office/drawing/2014/main" id="{4B244F8B-C828-9113-4328-D8871C494387}"/>
              </a:ext>
            </a:extLst>
          </p:cNvPr>
          <p:cNvSpPr txBox="1">
            <a:spLocks noChangeArrowheads="1"/>
          </p:cNvSpPr>
          <p:nvPr/>
        </p:nvSpPr>
        <p:spPr bwMode="auto">
          <a:xfrm>
            <a:off x="3429000" y="3430588"/>
            <a:ext cx="1247775" cy="51911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800" b="1">
                <a:latin typeface="Courier New" panose="02070309020205020404" pitchFamily="49" charset="0"/>
              </a:rPr>
              <a:t>Peter</a:t>
            </a:r>
          </a:p>
        </p:txBody>
      </p:sp>
      <p:sp>
        <p:nvSpPr>
          <p:cNvPr id="7191" name="Text Box 23">
            <a:extLst>
              <a:ext uri="{FF2B5EF4-FFF2-40B4-BE49-F238E27FC236}">
                <a16:creationId xmlns:a16="http://schemas.microsoft.com/office/drawing/2014/main" id="{F78C4B3A-2FF0-9EFF-EED8-055473D8C459}"/>
              </a:ext>
            </a:extLst>
          </p:cNvPr>
          <p:cNvSpPr txBox="1">
            <a:spLocks noChangeArrowheads="1"/>
          </p:cNvSpPr>
          <p:nvPr/>
        </p:nvSpPr>
        <p:spPr bwMode="auto">
          <a:xfrm>
            <a:off x="4795838" y="3430588"/>
            <a:ext cx="1247775" cy="51911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800" b="1">
                <a:latin typeface="Courier New" panose="02070309020205020404" pitchFamily="49" charset="0"/>
              </a:rPr>
              <a:t>Piotr</a:t>
            </a:r>
          </a:p>
        </p:txBody>
      </p:sp>
      <p:pic>
        <p:nvPicPr>
          <p:cNvPr id="7192" name="Picture 24">
            <a:extLst>
              <a:ext uri="{FF2B5EF4-FFF2-40B4-BE49-F238E27FC236}">
                <a16:creationId xmlns:a16="http://schemas.microsoft.com/office/drawing/2014/main" id="{670F664C-FB88-5001-380A-B65531449F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850" y="2743200"/>
            <a:ext cx="1266825"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93" name="Picture 25">
            <a:extLst>
              <a:ext uri="{FF2B5EF4-FFF2-40B4-BE49-F238E27FC236}">
                <a16:creationId xmlns:a16="http://schemas.microsoft.com/office/drawing/2014/main" id="{2134EEF7-64BD-6D45-71EA-60A08B2835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67625" y="2743200"/>
            <a:ext cx="1266825"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3F3403D9-4A63-B48F-E945-04F447CB088C}"/>
              </a:ext>
            </a:extLst>
          </p:cNvPr>
          <p:cNvSpPr>
            <a:spLocks noChangeArrowheads="1"/>
          </p:cNvSpPr>
          <p:nvPr/>
        </p:nvSpPr>
        <p:spPr bwMode="auto">
          <a:xfrm>
            <a:off x="0" y="0"/>
            <a:ext cx="9144000" cy="3621088"/>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62819" name="Text Box 3">
            <a:extLst>
              <a:ext uri="{FF2B5EF4-FFF2-40B4-BE49-F238E27FC236}">
                <a16:creationId xmlns:a16="http://schemas.microsoft.com/office/drawing/2014/main" id="{078F707E-BFF7-2D68-F5DD-CBD5585C810F}"/>
              </a:ext>
            </a:extLst>
          </p:cNvPr>
          <p:cNvSpPr txBox="1">
            <a:spLocks noChangeArrowheads="1"/>
          </p:cNvSpPr>
          <p:nvPr/>
        </p:nvSpPr>
        <p:spPr bwMode="auto">
          <a:xfrm>
            <a:off x="247650" y="3298825"/>
            <a:ext cx="8610600" cy="3781425"/>
          </a:xfrm>
          <a:prstGeom prst="rect">
            <a:avLst/>
          </a:prstGeom>
          <a:noFill/>
          <a:ln>
            <a:noFill/>
          </a:ln>
          <a:effectLst/>
        </p:spPr>
        <p:txBody>
          <a:bodyPr>
            <a:spAutoFit/>
          </a:bodyPr>
          <a:lstStyle/>
          <a:p>
            <a:pPr>
              <a:lnSpc>
                <a:spcPct val="110000"/>
              </a:lnSpc>
              <a:defRPr/>
            </a:pPr>
            <a:endParaRPr lang="en-US" altLang="en-US" dirty="0"/>
          </a:p>
          <a:p>
            <a:pPr>
              <a:lnSpc>
                <a:spcPct val="110000"/>
              </a:lnSpc>
              <a:defRPr/>
            </a:pPr>
            <a:r>
              <a:rPr lang="en-US" altLang="en-US" sz="3200" dirty="0">
                <a:effectLst>
                  <a:outerShdw blurRad="38100" dist="38100" dir="2700000" algn="tl">
                    <a:srgbClr val="C0C0C0"/>
                  </a:outerShdw>
                </a:effectLst>
              </a:rPr>
              <a:t>What properties should a distance measure have?</a:t>
            </a:r>
          </a:p>
          <a:p>
            <a:pPr>
              <a:lnSpc>
                <a:spcPct val="110000"/>
              </a:lnSpc>
              <a:defRPr/>
            </a:pPr>
            <a:endParaRPr lang="en-US" altLang="en-US" sz="2800" dirty="0">
              <a:effectLst>
                <a:outerShdw blurRad="38100" dist="38100" dir="2700000" algn="tl">
                  <a:srgbClr val="C0C0C0"/>
                </a:outerShdw>
              </a:effectLst>
            </a:endParaRPr>
          </a:p>
          <a:p>
            <a:pPr>
              <a:lnSpc>
                <a:spcPct val="110000"/>
              </a:lnSpc>
              <a:buFontTx/>
              <a:buChar char="•"/>
              <a:defRPr/>
            </a:pPr>
            <a:r>
              <a:rPr lang="en-US" altLang="en-US" sz="2800" dirty="0"/>
              <a:t> </a:t>
            </a:r>
            <a:r>
              <a:rPr lang="en-US" altLang="en-US" sz="2800" i="1" dirty="0"/>
              <a:t>D</a:t>
            </a:r>
            <a:r>
              <a:rPr lang="en-US" altLang="en-US" sz="2800" dirty="0"/>
              <a:t>(A,B) = </a:t>
            </a:r>
            <a:r>
              <a:rPr lang="en-US" altLang="en-US" sz="2800" i="1" dirty="0"/>
              <a:t>D</a:t>
            </a:r>
            <a:r>
              <a:rPr lang="en-US" altLang="en-US" sz="2800" dirty="0"/>
              <a:t>(B,A)		</a:t>
            </a:r>
            <a:r>
              <a:rPr lang="en-US" altLang="en-US" i="1" dirty="0"/>
              <a:t>Symmetry </a:t>
            </a:r>
            <a:endParaRPr lang="en-US" altLang="en-US" sz="2800" dirty="0"/>
          </a:p>
          <a:p>
            <a:pPr>
              <a:lnSpc>
                <a:spcPct val="110000"/>
              </a:lnSpc>
              <a:buFontTx/>
              <a:buChar char="•"/>
              <a:defRPr/>
            </a:pPr>
            <a:r>
              <a:rPr lang="en-US" altLang="en-US" sz="2800" dirty="0"/>
              <a:t> </a:t>
            </a:r>
            <a:r>
              <a:rPr lang="en-US" altLang="en-US" sz="2800" i="1" dirty="0"/>
              <a:t>D</a:t>
            </a:r>
            <a:r>
              <a:rPr lang="en-US" altLang="en-US" sz="2800" dirty="0"/>
              <a:t>(A,A) = 0			</a:t>
            </a:r>
            <a:r>
              <a:rPr lang="en-US" altLang="en-US" i="1" dirty="0"/>
              <a:t>Constancy of Self-Similarity</a:t>
            </a:r>
            <a:endParaRPr lang="en-US" altLang="en-US" sz="2800" dirty="0"/>
          </a:p>
          <a:p>
            <a:pPr>
              <a:lnSpc>
                <a:spcPct val="110000"/>
              </a:lnSpc>
              <a:buFontTx/>
              <a:buChar char="•"/>
              <a:defRPr/>
            </a:pPr>
            <a:r>
              <a:rPr lang="en-US" altLang="en-US" sz="2800" dirty="0"/>
              <a:t> </a:t>
            </a:r>
            <a:r>
              <a:rPr lang="en-US" altLang="en-US" sz="2800" i="1" dirty="0"/>
              <a:t>D</a:t>
            </a:r>
            <a:r>
              <a:rPr lang="en-US" altLang="en-US" sz="2800" dirty="0"/>
              <a:t>(A,B) = 0 If A= B 		</a:t>
            </a:r>
            <a:r>
              <a:rPr lang="en-US" altLang="en-US" i="1" dirty="0"/>
              <a:t>Positivity (Separation)</a:t>
            </a:r>
          </a:p>
          <a:p>
            <a:pPr>
              <a:lnSpc>
                <a:spcPct val="110000"/>
              </a:lnSpc>
              <a:buFontTx/>
              <a:buChar char="•"/>
              <a:defRPr/>
            </a:pPr>
            <a:r>
              <a:rPr lang="en-US" altLang="en-US" sz="2800" dirty="0"/>
              <a:t> </a:t>
            </a:r>
            <a:r>
              <a:rPr lang="en-US" altLang="en-US" sz="2800" i="1" dirty="0"/>
              <a:t>D</a:t>
            </a:r>
            <a:r>
              <a:rPr lang="en-US" altLang="en-US" sz="2800" dirty="0"/>
              <a:t>(A,B) </a:t>
            </a:r>
            <a:r>
              <a:rPr lang="en-US" altLang="en-US" sz="2800" dirty="0">
                <a:sym typeface="Symbol" panose="05050102010706020507" pitchFamily="18" charset="2"/>
              </a:rPr>
              <a:t> </a:t>
            </a:r>
            <a:r>
              <a:rPr lang="en-US" altLang="en-US" sz="2800" i="1" dirty="0">
                <a:sym typeface="Symbol" panose="05050102010706020507" pitchFamily="18" charset="2"/>
              </a:rPr>
              <a:t>D</a:t>
            </a:r>
            <a:r>
              <a:rPr lang="en-US" altLang="en-US" sz="2800" dirty="0">
                <a:sym typeface="Symbol" panose="05050102010706020507" pitchFamily="18" charset="2"/>
              </a:rPr>
              <a:t>(A,C) + </a:t>
            </a:r>
            <a:r>
              <a:rPr lang="en-US" altLang="en-US" sz="2800" i="1" dirty="0">
                <a:sym typeface="Symbol" panose="05050102010706020507" pitchFamily="18" charset="2"/>
              </a:rPr>
              <a:t>D</a:t>
            </a:r>
            <a:r>
              <a:rPr lang="en-US" altLang="en-US" sz="2800" dirty="0">
                <a:sym typeface="Symbol" panose="05050102010706020507" pitchFamily="18" charset="2"/>
              </a:rPr>
              <a:t>(B,C)	</a:t>
            </a:r>
            <a:r>
              <a:rPr lang="en-US" altLang="en-US" i="1" dirty="0"/>
              <a:t>Triangular Inequality</a:t>
            </a:r>
            <a:r>
              <a:rPr lang="en-US" altLang="en-US" sz="2800" dirty="0"/>
              <a:t> </a:t>
            </a:r>
          </a:p>
          <a:p>
            <a:pPr lvl="3">
              <a:lnSpc>
                <a:spcPct val="110000"/>
              </a:lnSpc>
              <a:defRPr/>
            </a:pPr>
            <a:endParaRPr lang="en-US" altLang="en-US" dirty="0">
              <a:sym typeface="Symbol" panose="05050102010706020507" pitchFamily="18" charset="2"/>
            </a:endParaRPr>
          </a:p>
        </p:txBody>
      </p:sp>
      <p:sp>
        <p:nvSpPr>
          <p:cNvPr id="8196" name="Rectangle 4">
            <a:extLst>
              <a:ext uri="{FF2B5EF4-FFF2-40B4-BE49-F238E27FC236}">
                <a16:creationId xmlns:a16="http://schemas.microsoft.com/office/drawing/2014/main" id="{F2E9738E-1F09-4BBF-B970-E04A122BE328}"/>
              </a:ext>
            </a:extLst>
          </p:cNvPr>
          <p:cNvSpPr>
            <a:spLocks noChangeArrowheads="1"/>
          </p:cNvSpPr>
          <p:nvPr/>
        </p:nvSpPr>
        <p:spPr bwMode="auto">
          <a:xfrm>
            <a:off x="919163" y="1243013"/>
            <a:ext cx="1389062" cy="1395412"/>
          </a:xfrm>
          <a:prstGeom prst="rect">
            <a:avLst/>
          </a:prstGeom>
          <a:solidFill>
            <a:srgbClr val="969696"/>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969696"/>
            </a:extrusionClr>
            <a:contourClr>
              <a:srgbClr val="96969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8197" name="AutoShape 5">
            <a:extLst>
              <a:ext uri="{FF2B5EF4-FFF2-40B4-BE49-F238E27FC236}">
                <a16:creationId xmlns:a16="http://schemas.microsoft.com/office/drawing/2014/main" id="{67F36875-F5F8-991D-D60F-89F257AC949E}"/>
              </a:ext>
            </a:extLst>
          </p:cNvPr>
          <p:cNvSpPr>
            <a:spLocks noChangeArrowheads="1"/>
          </p:cNvSpPr>
          <p:nvPr/>
        </p:nvSpPr>
        <p:spPr bwMode="auto">
          <a:xfrm rot="-992687">
            <a:off x="993775" y="785813"/>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8198" name="AutoShape 6">
            <a:extLst>
              <a:ext uri="{FF2B5EF4-FFF2-40B4-BE49-F238E27FC236}">
                <a16:creationId xmlns:a16="http://schemas.microsoft.com/office/drawing/2014/main" id="{7A48980B-0C93-F856-B020-33A9F4213B1B}"/>
              </a:ext>
            </a:extLst>
          </p:cNvPr>
          <p:cNvSpPr>
            <a:spLocks noChangeArrowheads="1"/>
          </p:cNvSpPr>
          <p:nvPr/>
        </p:nvSpPr>
        <p:spPr bwMode="auto">
          <a:xfrm rot="992687" flipH="1">
            <a:off x="2020888" y="785813"/>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8199" name="AutoShape 7">
            <a:extLst>
              <a:ext uri="{FF2B5EF4-FFF2-40B4-BE49-F238E27FC236}">
                <a16:creationId xmlns:a16="http://schemas.microsoft.com/office/drawing/2014/main" id="{372B32FF-C5E8-94A9-2ADF-437D8EF8CB8F}"/>
              </a:ext>
            </a:extLst>
          </p:cNvPr>
          <p:cNvSpPr>
            <a:spLocks noChangeArrowheads="1"/>
          </p:cNvSpPr>
          <p:nvPr/>
        </p:nvSpPr>
        <p:spPr bwMode="auto">
          <a:xfrm rot="21550572" flipH="1">
            <a:off x="1355725" y="2881313"/>
            <a:ext cx="228600" cy="228600"/>
          </a:xfrm>
          <a:prstGeom prst="downArrow">
            <a:avLst>
              <a:gd name="adj1" fmla="val 50000"/>
              <a:gd name="adj2" fmla="val 25000"/>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8200" name="Text Box 8">
            <a:extLst>
              <a:ext uri="{FF2B5EF4-FFF2-40B4-BE49-F238E27FC236}">
                <a16:creationId xmlns:a16="http://schemas.microsoft.com/office/drawing/2014/main" id="{FFB5CFC2-63C8-31FE-775C-4210131009CB}"/>
              </a:ext>
            </a:extLst>
          </p:cNvPr>
          <p:cNvSpPr txBox="1">
            <a:spLocks noChangeArrowheads="1"/>
          </p:cNvSpPr>
          <p:nvPr/>
        </p:nvSpPr>
        <p:spPr bwMode="auto">
          <a:xfrm>
            <a:off x="384175" y="130175"/>
            <a:ext cx="1247775" cy="519113"/>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800" b="1">
                <a:latin typeface="Courier New" panose="02070309020205020404" pitchFamily="49" charset="0"/>
              </a:rPr>
              <a:t>Peter</a:t>
            </a:r>
          </a:p>
        </p:txBody>
      </p:sp>
      <p:sp>
        <p:nvSpPr>
          <p:cNvPr id="8201" name="Text Box 9">
            <a:extLst>
              <a:ext uri="{FF2B5EF4-FFF2-40B4-BE49-F238E27FC236}">
                <a16:creationId xmlns:a16="http://schemas.microsoft.com/office/drawing/2014/main" id="{34066896-DD23-08F1-EE00-3B1A39982CB6}"/>
              </a:ext>
            </a:extLst>
          </p:cNvPr>
          <p:cNvSpPr txBox="1">
            <a:spLocks noChangeArrowheads="1"/>
          </p:cNvSpPr>
          <p:nvPr/>
        </p:nvSpPr>
        <p:spPr bwMode="auto">
          <a:xfrm>
            <a:off x="1782763" y="130175"/>
            <a:ext cx="1247775" cy="519113"/>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800" b="1">
                <a:latin typeface="Courier New" panose="02070309020205020404" pitchFamily="49" charset="0"/>
              </a:rPr>
              <a:t>Piotr</a:t>
            </a:r>
          </a:p>
        </p:txBody>
      </p:sp>
      <p:sp>
        <p:nvSpPr>
          <p:cNvPr id="8202" name="Text Box 10">
            <a:extLst>
              <a:ext uri="{FF2B5EF4-FFF2-40B4-BE49-F238E27FC236}">
                <a16:creationId xmlns:a16="http://schemas.microsoft.com/office/drawing/2014/main" id="{8D197C4D-A6F8-32D0-C15C-D2EA2EF7E17F}"/>
              </a:ext>
            </a:extLst>
          </p:cNvPr>
          <p:cNvSpPr txBox="1">
            <a:spLocks noChangeArrowheads="1"/>
          </p:cNvSpPr>
          <p:nvPr/>
        </p:nvSpPr>
        <p:spPr bwMode="auto">
          <a:xfrm>
            <a:off x="1323975" y="31432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3</a:t>
            </a:r>
          </a:p>
        </p:txBody>
      </p:sp>
      <p:sp>
        <p:nvSpPr>
          <p:cNvPr id="8203" name="Rectangle 11">
            <a:extLst>
              <a:ext uri="{FF2B5EF4-FFF2-40B4-BE49-F238E27FC236}">
                <a16:creationId xmlns:a16="http://schemas.microsoft.com/office/drawing/2014/main" id="{C9E8E475-3C92-48DF-C883-6D6203DE15F0}"/>
              </a:ext>
            </a:extLst>
          </p:cNvPr>
          <p:cNvSpPr>
            <a:spLocks noChangeArrowheads="1"/>
          </p:cNvSpPr>
          <p:nvPr/>
        </p:nvSpPr>
        <p:spPr bwMode="auto">
          <a:xfrm>
            <a:off x="917575" y="1239838"/>
            <a:ext cx="1397000" cy="1401762"/>
          </a:xfrm>
          <a:prstGeom prst="rec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8204" name="Line 12">
            <a:extLst>
              <a:ext uri="{FF2B5EF4-FFF2-40B4-BE49-F238E27FC236}">
                <a16:creationId xmlns:a16="http://schemas.microsoft.com/office/drawing/2014/main" id="{9DA2035D-ACD5-53CF-CABE-76DBF2117226}"/>
              </a:ext>
            </a:extLst>
          </p:cNvPr>
          <p:cNvSpPr>
            <a:spLocks noChangeShapeType="1"/>
          </p:cNvSpPr>
          <p:nvPr/>
        </p:nvSpPr>
        <p:spPr bwMode="auto">
          <a:xfrm flipH="1">
            <a:off x="2147888" y="1244600"/>
            <a:ext cx="160337" cy="161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5" name="Line 13">
            <a:extLst>
              <a:ext uri="{FF2B5EF4-FFF2-40B4-BE49-F238E27FC236}">
                <a16:creationId xmlns:a16="http://schemas.microsoft.com/office/drawing/2014/main" id="{10E6FD3D-F6FA-8850-91C3-DA0E155F81F5}"/>
              </a:ext>
            </a:extLst>
          </p:cNvPr>
          <p:cNvSpPr>
            <a:spLocks noChangeShapeType="1"/>
          </p:cNvSpPr>
          <p:nvPr/>
        </p:nvSpPr>
        <p:spPr bwMode="auto">
          <a:xfrm flipH="1">
            <a:off x="917575" y="1408113"/>
            <a:ext cx="12303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6" name="Line 14">
            <a:extLst>
              <a:ext uri="{FF2B5EF4-FFF2-40B4-BE49-F238E27FC236}">
                <a16:creationId xmlns:a16="http://schemas.microsoft.com/office/drawing/2014/main" id="{19EA0F8A-B13A-5C09-EEA0-12343FCE7A7B}"/>
              </a:ext>
            </a:extLst>
          </p:cNvPr>
          <p:cNvSpPr>
            <a:spLocks noChangeShapeType="1"/>
          </p:cNvSpPr>
          <p:nvPr/>
        </p:nvSpPr>
        <p:spPr bwMode="auto">
          <a:xfrm>
            <a:off x="2146300" y="1409700"/>
            <a:ext cx="0" cy="1231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7" name="Text Box 15">
            <a:extLst>
              <a:ext uri="{FF2B5EF4-FFF2-40B4-BE49-F238E27FC236}">
                <a16:creationId xmlns:a16="http://schemas.microsoft.com/office/drawing/2014/main" id="{3DB31F11-8D0D-C9AB-520D-00FAF5172CC3}"/>
              </a:ext>
            </a:extLst>
          </p:cNvPr>
          <p:cNvSpPr txBox="1">
            <a:spLocks noChangeArrowheads="1"/>
          </p:cNvSpPr>
          <p:nvPr/>
        </p:nvSpPr>
        <p:spPr bwMode="auto">
          <a:xfrm>
            <a:off x="750888" y="1423988"/>
            <a:ext cx="1408112"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b="1">
                <a:solidFill>
                  <a:srgbClr val="FFFF00"/>
                </a:solidFill>
                <a:latin typeface="Arial Unicode MS" panose="020B0604020202020204" pitchFamily="34" charset="-128"/>
              </a:rPr>
              <a:t>d('', '') = 0 d(s, '') = d('', s) = |s| -- i.e. length of s d(s1+ch1, s2+ch2) = min( d(s1, s2) + if ch1=ch2 then 0 else 1 fi, d(s1+ch1, s2) + 1, d(s1, </a:t>
            </a:r>
            <a:r>
              <a:rPr lang="en-US" altLang="en-US" sz="1000" b="1">
                <a:solidFill>
                  <a:schemeClr val="bg2"/>
                </a:solidFill>
                <a:latin typeface="Arial Unicode MS" panose="020B0604020202020204" pitchFamily="34" charset="-128"/>
              </a:rPr>
              <a:t>s</a:t>
            </a:r>
            <a:r>
              <a:rPr lang="en-US" altLang="en-US" sz="1000" b="1">
                <a:solidFill>
                  <a:srgbClr val="FFFF00"/>
                </a:solidFill>
                <a:latin typeface="Arial Unicode MS" panose="020B0604020202020204" pitchFamily="34" charset="-128"/>
              </a:rPr>
              <a:t>2+ch2) + 1 ) </a:t>
            </a:r>
            <a:endParaRPr lang="en-US" altLang="en-US" sz="1000" b="1">
              <a:solidFill>
                <a:srgbClr val="FFFF00"/>
              </a:solidFill>
            </a:endParaRPr>
          </a:p>
          <a:p>
            <a:pPr algn="l" eaLnBrk="1" hangingPunct="1"/>
            <a:endParaRPr lang="en-US" altLang="en-US" sz="1000">
              <a:solidFill>
                <a:srgbClr val="FFFF00"/>
              </a:solidFill>
            </a:endParaRPr>
          </a:p>
          <a:p>
            <a:pPr algn="l" eaLnBrk="1" hangingPunct="1"/>
            <a:r>
              <a:rPr lang="en-US" altLang="en-US" b="1"/>
              <a:t> </a:t>
            </a:r>
          </a:p>
        </p:txBody>
      </p:sp>
      <p:sp>
        <p:nvSpPr>
          <p:cNvPr id="8208" name="Rectangle 16">
            <a:extLst>
              <a:ext uri="{FF2B5EF4-FFF2-40B4-BE49-F238E27FC236}">
                <a16:creationId xmlns:a16="http://schemas.microsoft.com/office/drawing/2014/main" id="{826A6CCC-466A-6C38-A2FB-FA277E855A6C}"/>
              </a:ext>
            </a:extLst>
          </p:cNvPr>
          <p:cNvSpPr>
            <a:spLocks noChangeArrowheads="1"/>
          </p:cNvSpPr>
          <p:nvPr/>
        </p:nvSpPr>
        <p:spPr bwMode="auto">
          <a:xfrm>
            <a:off x="771525" y="1466850"/>
            <a:ext cx="152400" cy="1177925"/>
          </a:xfrm>
          <a:prstGeom prst="rect">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8209" name="Text Box 17">
            <a:extLst>
              <a:ext uri="{FF2B5EF4-FFF2-40B4-BE49-F238E27FC236}">
                <a16:creationId xmlns:a16="http://schemas.microsoft.com/office/drawing/2014/main" id="{574470EA-AB7E-6936-BD66-A4C70599998D}"/>
              </a:ext>
            </a:extLst>
          </p:cNvPr>
          <p:cNvSpPr txBox="1">
            <a:spLocks noChangeArrowheads="1"/>
          </p:cNvSpPr>
          <p:nvPr/>
        </p:nvSpPr>
        <p:spPr bwMode="auto">
          <a:xfrm>
            <a:off x="4651375" y="174625"/>
            <a:ext cx="424815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When we peek inside one of these black boxes, we see some function on two variables. These functions might very simple or very complex. </a:t>
            </a:r>
          </a:p>
          <a:p>
            <a:pPr algn="l" eaLnBrk="1" hangingPunct="1"/>
            <a:r>
              <a:rPr lang="en-US" altLang="en-US"/>
              <a:t>In either case it is natural to ask, what properties should these functions have?</a:t>
            </a:r>
          </a:p>
        </p:txBody>
      </p:sp>
      <p:sp>
        <p:nvSpPr>
          <p:cNvPr id="8210" name="Rectangle 18">
            <a:extLst>
              <a:ext uri="{FF2B5EF4-FFF2-40B4-BE49-F238E27FC236}">
                <a16:creationId xmlns:a16="http://schemas.microsoft.com/office/drawing/2014/main" id="{8BFA5887-4A1E-4EDA-602A-D1C490F68E3B}"/>
              </a:ext>
            </a:extLst>
          </p:cNvPr>
          <p:cNvSpPr>
            <a:spLocks noChangeArrowheads="1"/>
          </p:cNvSpPr>
          <p:nvPr/>
        </p:nvSpPr>
        <p:spPr bwMode="auto">
          <a:xfrm>
            <a:off x="2667000" y="1285875"/>
            <a:ext cx="1390650" cy="1390650"/>
          </a:xfrm>
          <a:prstGeom prst="rect">
            <a:avLst/>
          </a:prstGeom>
          <a:solidFill>
            <a:srgbClr val="96969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8211" name="Rectangle 19">
            <a:extLst>
              <a:ext uri="{FF2B5EF4-FFF2-40B4-BE49-F238E27FC236}">
                <a16:creationId xmlns:a16="http://schemas.microsoft.com/office/drawing/2014/main" id="{C585AF50-F090-96D5-01EF-37A9842F527C}"/>
              </a:ext>
            </a:extLst>
          </p:cNvPr>
          <p:cNvSpPr>
            <a:spLocks noChangeArrowheads="1"/>
          </p:cNvSpPr>
          <p:nvPr/>
        </p:nvSpPr>
        <p:spPr bwMode="auto">
          <a:xfrm>
            <a:off x="904875" y="2647950"/>
            <a:ext cx="1231900" cy="152400"/>
          </a:xfrm>
          <a:prstGeom prst="rect">
            <a:avLst/>
          </a:prstGeom>
          <a:solidFill>
            <a:srgbClr val="5F5F5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8212" name="Line 20">
            <a:extLst>
              <a:ext uri="{FF2B5EF4-FFF2-40B4-BE49-F238E27FC236}">
                <a16:creationId xmlns:a16="http://schemas.microsoft.com/office/drawing/2014/main" id="{8DE437A7-D1A3-DDAD-068C-A3FDF38E59FE}"/>
              </a:ext>
            </a:extLst>
          </p:cNvPr>
          <p:cNvSpPr>
            <a:spLocks noChangeShapeType="1"/>
          </p:cNvSpPr>
          <p:nvPr/>
        </p:nvSpPr>
        <p:spPr bwMode="auto">
          <a:xfrm>
            <a:off x="922338" y="2643188"/>
            <a:ext cx="13954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3" name="Line 21">
            <a:extLst>
              <a:ext uri="{FF2B5EF4-FFF2-40B4-BE49-F238E27FC236}">
                <a16:creationId xmlns:a16="http://schemas.microsoft.com/office/drawing/2014/main" id="{98643973-CC91-A93B-EA27-EEE707E08D4A}"/>
              </a:ext>
            </a:extLst>
          </p:cNvPr>
          <p:cNvSpPr>
            <a:spLocks noChangeShapeType="1"/>
          </p:cNvSpPr>
          <p:nvPr/>
        </p:nvSpPr>
        <p:spPr bwMode="auto">
          <a:xfrm>
            <a:off x="915988" y="1238250"/>
            <a:ext cx="0" cy="14144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79A6E524-70F8-4935-CC8C-ADD42B3A9D74}"/>
              </a:ext>
            </a:extLst>
          </p:cNvPr>
          <p:cNvSpPr>
            <a:spLocks noChangeArrowheads="1"/>
          </p:cNvSpPr>
          <p:nvPr/>
        </p:nvSpPr>
        <p:spPr bwMode="auto">
          <a:xfrm>
            <a:off x="685800" y="323850"/>
            <a:ext cx="7772400" cy="1143000"/>
          </a:xfrm>
          <a:prstGeom prst="rect">
            <a:avLst/>
          </a:prstGeom>
          <a:noFill/>
          <a:ln>
            <a:noFill/>
          </a:ln>
          <a:effectLst/>
        </p:spPr>
        <p:txBody>
          <a:bodyPr anchor="ctr"/>
          <a:lstStyle>
            <a:lvl1pPr>
              <a:defRPr sz="4400">
                <a:solidFill>
                  <a:schemeClr val="tx2"/>
                </a:solidFill>
                <a:latin typeface="Times New Roman" panose="02020603050405020304" pitchFamily="18" charset="0"/>
              </a:defRPr>
            </a:lvl1pPr>
            <a:lvl2pPr>
              <a:defRPr sz="4400">
                <a:solidFill>
                  <a:schemeClr val="tx2"/>
                </a:solidFill>
                <a:latin typeface="Times New Roman" panose="02020603050405020304" pitchFamily="18" charset="0"/>
              </a:defRPr>
            </a:lvl2pPr>
            <a:lvl3pPr>
              <a:defRPr sz="4400">
                <a:solidFill>
                  <a:schemeClr val="tx2"/>
                </a:solidFill>
                <a:latin typeface="Times New Roman" panose="02020603050405020304" pitchFamily="18" charset="0"/>
              </a:defRPr>
            </a:lvl3pPr>
            <a:lvl4pPr>
              <a:defRPr sz="4400">
                <a:solidFill>
                  <a:schemeClr val="tx2"/>
                </a:solidFill>
                <a:latin typeface="Times New Roman" panose="02020603050405020304" pitchFamily="18" charset="0"/>
              </a:defRPr>
            </a:lvl4pPr>
            <a:lvl5pPr>
              <a:defRPr sz="4400">
                <a:solidFill>
                  <a:schemeClr val="tx2"/>
                </a:solidFill>
                <a:latin typeface="Times New Roman" panose="02020603050405020304" pitchFamily="18" charset="0"/>
              </a:defRPr>
            </a:lvl5pPr>
            <a:lvl6pPr marL="457200" algn="ctr" fontAlgn="base">
              <a:spcBef>
                <a:spcPct val="0"/>
              </a:spcBef>
              <a:spcAft>
                <a:spcPct val="0"/>
              </a:spcAft>
              <a:defRPr sz="4400">
                <a:solidFill>
                  <a:schemeClr val="tx2"/>
                </a:solidFill>
                <a:latin typeface="Times New Roman" panose="02020603050405020304" pitchFamily="18" charset="0"/>
              </a:defRPr>
            </a:lvl6pPr>
            <a:lvl7pPr marL="914400" algn="ctr" fontAlgn="base">
              <a:spcBef>
                <a:spcPct val="0"/>
              </a:spcBef>
              <a:spcAft>
                <a:spcPct val="0"/>
              </a:spcAft>
              <a:defRPr sz="4400">
                <a:solidFill>
                  <a:schemeClr val="tx2"/>
                </a:solidFill>
                <a:latin typeface="Times New Roman" panose="02020603050405020304" pitchFamily="18" charset="0"/>
              </a:defRPr>
            </a:lvl7pPr>
            <a:lvl8pPr marL="1371600" algn="ctr" fontAlgn="base">
              <a:spcBef>
                <a:spcPct val="0"/>
              </a:spcBef>
              <a:spcAft>
                <a:spcPct val="0"/>
              </a:spcAft>
              <a:defRPr sz="4400">
                <a:solidFill>
                  <a:schemeClr val="tx2"/>
                </a:solidFill>
                <a:latin typeface="Times New Roman" panose="02020603050405020304" pitchFamily="18" charset="0"/>
              </a:defRPr>
            </a:lvl8pPr>
            <a:lvl9pPr marL="1828800" algn="ctr" fontAlgn="base">
              <a:spcBef>
                <a:spcPct val="0"/>
              </a:spcBef>
              <a:spcAft>
                <a:spcPct val="0"/>
              </a:spcAft>
              <a:defRPr sz="4400">
                <a:solidFill>
                  <a:schemeClr val="tx2"/>
                </a:solidFill>
                <a:latin typeface="Times New Roman" panose="02020603050405020304" pitchFamily="18" charset="0"/>
              </a:defRPr>
            </a:lvl9pPr>
          </a:lstStyle>
          <a:p>
            <a:pPr algn="ctr" eaLnBrk="1" hangingPunct="1">
              <a:defRPr/>
            </a:pPr>
            <a:r>
              <a:rPr lang="en-US" altLang="en-US">
                <a:effectLst>
                  <a:outerShdw blurRad="38100" dist="38100" dir="2700000" algn="tl">
                    <a:srgbClr val="C0C0C0"/>
                  </a:outerShdw>
                </a:effectLst>
              </a:rPr>
              <a:t>Intuitions behind desirable distance measure properties</a:t>
            </a:r>
          </a:p>
        </p:txBody>
      </p:sp>
      <p:sp>
        <p:nvSpPr>
          <p:cNvPr id="9219" name="Text Box 3">
            <a:extLst>
              <a:ext uri="{FF2B5EF4-FFF2-40B4-BE49-F238E27FC236}">
                <a16:creationId xmlns:a16="http://schemas.microsoft.com/office/drawing/2014/main" id="{54FA5F7B-EA4C-7C99-D77E-044BF24159F3}"/>
              </a:ext>
            </a:extLst>
          </p:cNvPr>
          <p:cNvSpPr txBox="1">
            <a:spLocks noChangeArrowheads="1"/>
          </p:cNvSpPr>
          <p:nvPr/>
        </p:nvSpPr>
        <p:spPr bwMode="auto">
          <a:xfrm>
            <a:off x="123825" y="1819275"/>
            <a:ext cx="8877300" cy="523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lnSpc>
                <a:spcPct val="110000"/>
              </a:lnSpc>
            </a:pPr>
            <a:r>
              <a:rPr lang="en-US" altLang="en-US" sz="2800" i="1"/>
              <a:t>D</a:t>
            </a:r>
            <a:r>
              <a:rPr lang="en-US" altLang="en-US" sz="2800"/>
              <a:t>(A,B) = </a:t>
            </a:r>
            <a:r>
              <a:rPr lang="en-US" altLang="en-US" sz="2800" i="1"/>
              <a:t>D</a:t>
            </a:r>
            <a:r>
              <a:rPr lang="en-US" altLang="en-US" sz="2800"/>
              <a:t>(B,A)</a:t>
            </a:r>
            <a:r>
              <a:rPr lang="en-US" altLang="en-US"/>
              <a:t>			</a:t>
            </a:r>
            <a:r>
              <a:rPr lang="en-US" altLang="en-US" i="1"/>
              <a:t>Symmetry </a:t>
            </a:r>
            <a:endParaRPr lang="en-US" altLang="en-US" sz="2000" i="1"/>
          </a:p>
          <a:p>
            <a:pPr algn="l">
              <a:lnSpc>
                <a:spcPct val="110000"/>
              </a:lnSpc>
            </a:pPr>
            <a:r>
              <a:rPr lang="en-US" altLang="en-US" sz="2000" i="1"/>
              <a:t>Otherwise you could claim “Alex looks like Bob, but Bob looks nothing like Alex.”</a:t>
            </a:r>
          </a:p>
          <a:p>
            <a:pPr algn="l">
              <a:lnSpc>
                <a:spcPct val="110000"/>
              </a:lnSpc>
            </a:pPr>
            <a:endParaRPr lang="en-US" altLang="en-US"/>
          </a:p>
          <a:p>
            <a:pPr algn="l">
              <a:lnSpc>
                <a:spcPct val="110000"/>
              </a:lnSpc>
            </a:pPr>
            <a:r>
              <a:rPr lang="en-US" altLang="en-US" sz="2800" i="1"/>
              <a:t>D</a:t>
            </a:r>
            <a:r>
              <a:rPr lang="en-US" altLang="en-US" sz="2800"/>
              <a:t>(A,A) = 0</a:t>
            </a:r>
            <a:r>
              <a:rPr lang="en-US" altLang="en-US"/>
              <a:t>				</a:t>
            </a:r>
            <a:r>
              <a:rPr lang="en-US" altLang="en-US" i="1"/>
              <a:t>Constancy of Self-Similarity</a:t>
            </a:r>
            <a:endParaRPr lang="en-US" altLang="en-US" sz="2000" i="1"/>
          </a:p>
          <a:p>
            <a:pPr algn="l">
              <a:lnSpc>
                <a:spcPct val="110000"/>
              </a:lnSpc>
            </a:pPr>
            <a:r>
              <a:rPr lang="en-US" altLang="en-US" sz="2000" i="1"/>
              <a:t>Otherwise you could claim “Alex looks more like Bob, than Bob does.”</a:t>
            </a:r>
          </a:p>
          <a:p>
            <a:pPr algn="l">
              <a:lnSpc>
                <a:spcPct val="110000"/>
              </a:lnSpc>
            </a:pPr>
            <a:endParaRPr lang="en-US" altLang="en-US"/>
          </a:p>
          <a:p>
            <a:pPr algn="l">
              <a:lnSpc>
                <a:spcPct val="110000"/>
              </a:lnSpc>
            </a:pPr>
            <a:r>
              <a:rPr lang="en-US" altLang="en-US" sz="2800" i="1"/>
              <a:t>D</a:t>
            </a:r>
            <a:r>
              <a:rPr lang="en-US" altLang="en-US" sz="2800"/>
              <a:t>(A,B) = 0 If A=B 	</a:t>
            </a:r>
            <a:r>
              <a:rPr lang="en-US" altLang="en-US"/>
              <a:t>	</a:t>
            </a:r>
            <a:r>
              <a:rPr lang="en-US" altLang="en-US" i="1"/>
              <a:t>Positivity (Separation)</a:t>
            </a:r>
            <a:endParaRPr lang="en-US" altLang="en-US" sz="2000" i="1"/>
          </a:p>
          <a:p>
            <a:pPr algn="l">
              <a:lnSpc>
                <a:spcPct val="110000"/>
              </a:lnSpc>
            </a:pPr>
            <a:r>
              <a:rPr lang="en-US" altLang="en-US" sz="1900" i="1"/>
              <a:t>Otherwise there are objects in your world that are different, but you cannot tell apart.</a:t>
            </a:r>
            <a:endParaRPr lang="en-US" altLang="en-US" sz="2000" i="1"/>
          </a:p>
          <a:p>
            <a:pPr algn="l">
              <a:lnSpc>
                <a:spcPct val="110000"/>
              </a:lnSpc>
            </a:pPr>
            <a:endParaRPr lang="en-US" altLang="en-US"/>
          </a:p>
          <a:p>
            <a:pPr algn="l">
              <a:lnSpc>
                <a:spcPct val="110000"/>
              </a:lnSpc>
            </a:pPr>
            <a:r>
              <a:rPr lang="en-US" altLang="en-US" sz="2800" i="1"/>
              <a:t>D</a:t>
            </a:r>
            <a:r>
              <a:rPr lang="en-US" altLang="en-US" sz="2800"/>
              <a:t>(A,B) </a:t>
            </a:r>
            <a:r>
              <a:rPr lang="en-US" altLang="en-US" sz="2800">
                <a:sym typeface="Symbol" panose="05050102010706020507" pitchFamily="18" charset="2"/>
              </a:rPr>
              <a:t> </a:t>
            </a:r>
            <a:r>
              <a:rPr lang="en-US" altLang="en-US" sz="2800" i="1">
                <a:sym typeface="Symbol" panose="05050102010706020507" pitchFamily="18" charset="2"/>
              </a:rPr>
              <a:t>D</a:t>
            </a:r>
            <a:r>
              <a:rPr lang="en-US" altLang="en-US" sz="2800">
                <a:sym typeface="Symbol" panose="05050102010706020507" pitchFamily="18" charset="2"/>
              </a:rPr>
              <a:t>(A,C) + </a:t>
            </a:r>
            <a:r>
              <a:rPr lang="en-US" altLang="en-US" sz="2800" i="1">
                <a:sym typeface="Symbol" panose="05050102010706020507" pitchFamily="18" charset="2"/>
              </a:rPr>
              <a:t>D</a:t>
            </a:r>
            <a:r>
              <a:rPr lang="en-US" altLang="en-US" sz="2800">
                <a:sym typeface="Symbol" panose="05050102010706020507" pitchFamily="18" charset="2"/>
              </a:rPr>
              <a:t>(B,C)</a:t>
            </a:r>
            <a:r>
              <a:rPr lang="en-US" altLang="en-US">
                <a:sym typeface="Symbol" panose="05050102010706020507" pitchFamily="18" charset="2"/>
              </a:rPr>
              <a:t>	</a:t>
            </a:r>
            <a:r>
              <a:rPr lang="en-US" altLang="en-US" i="1"/>
              <a:t>Triangular Inequality</a:t>
            </a:r>
            <a:r>
              <a:rPr lang="en-US" altLang="en-US"/>
              <a:t> </a:t>
            </a:r>
          </a:p>
          <a:p>
            <a:pPr algn="l">
              <a:lnSpc>
                <a:spcPct val="110000"/>
              </a:lnSpc>
            </a:pPr>
            <a:r>
              <a:rPr lang="en-US" altLang="en-US" sz="2000" i="1"/>
              <a:t>Otherwise you could claim “Alex is very like Bob, and Alex is very like Carl, but Bob is very unlike Carl.”</a:t>
            </a:r>
            <a:endParaRPr lang="en-US" altLang="en-US"/>
          </a:p>
          <a:p>
            <a:pPr lvl="3" algn="l">
              <a:lnSpc>
                <a:spcPct val="110000"/>
              </a:lnSpc>
            </a:pPr>
            <a:endParaRPr lang="en-US" altLang="en-US">
              <a:sym typeface="Symbol" panose="05050102010706020507" pitchFamily="18" charset="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0516611A-FAB7-BE81-51ED-2CB8C857C697}"/>
              </a:ext>
            </a:extLst>
          </p:cNvPr>
          <p:cNvSpPr>
            <a:spLocks noGrp="1" noChangeArrowheads="1"/>
          </p:cNvSpPr>
          <p:nvPr>
            <p:ph type="title"/>
          </p:nvPr>
        </p:nvSpPr>
        <p:spPr>
          <a:xfrm>
            <a:off x="608013" y="-123825"/>
            <a:ext cx="7772400" cy="1143000"/>
          </a:xfrm>
        </p:spPr>
        <p:txBody>
          <a:bodyPr/>
          <a:lstStyle/>
          <a:p>
            <a:pPr eaLnBrk="1" hangingPunct="1">
              <a:defRPr/>
            </a:pPr>
            <a:r>
              <a:rPr lang="en-US" altLang="en-US">
                <a:effectLst>
                  <a:outerShdw blurRad="38100" dist="38100" dir="2700000" algn="tl">
                    <a:srgbClr val="C0C0C0"/>
                  </a:outerShdw>
                </a:effectLst>
              </a:rPr>
              <a:t>Two Types of Clustering</a:t>
            </a:r>
          </a:p>
        </p:txBody>
      </p:sp>
      <p:sp>
        <p:nvSpPr>
          <p:cNvPr id="164867" name="Rectangle 3">
            <a:extLst>
              <a:ext uri="{FF2B5EF4-FFF2-40B4-BE49-F238E27FC236}">
                <a16:creationId xmlns:a16="http://schemas.microsoft.com/office/drawing/2014/main" id="{FDC7F00A-5353-FDB3-285E-20918DB82579}"/>
              </a:ext>
            </a:extLst>
          </p:cNvPr>
          <p:cNvSpPr>
            <a:spLocks noChangeArrowheads="1"/>
          </p:cNvSpPr>
          <p:nvPr/>
        </p:nvSpPr>
        <p:spPr bwMode="auto">
          <a:xfrm>
            <a:off x="1066800" y="3276600"/>
            <a:ext cx="2209800" cy="519113"/>
          </a:xfrm>
          <a:prstGeom prst="rect">
            <a:avLst/>
          </a:prstGeom>
          <a:noFill/>
          <a:ln>
            <a:noFill/>
          </a:ln>
          <a:effectLst/>
        </p:spPr>
        <p:txBody>
          <a:bodyPr>
            <a:spAutoFit/>
          </a:bodyPr>
          <a:lstStyle/>
          <a:p>
            <a:pPr eaLnBrk="1" hangingPunct="1">
              <a:defRPr/>
            </a:pPr>
            <a:r>
              <a:rPr lang="en-US" altLang="en-US" sz="2800" b="1">
                <a:solidFill>
                  <a:schemeClr val="tx2"/>
                </a:solidFill>
                <a:effectLst>
                  <a:outerShdw blurRad="38100" dist="38100" dir="2700000" algn="tl">
                    <a:srgbClr val="C0C0C0"/>
                  </a:outerShdw>
                </a:effectLst>
              </a:rPr>
              <a:t>Hierarchical</a:t>
            </a:r>
          </a:p>
        </p:txBody>
      </p:sp>
      <p:sp>
        <p:nvSpPr>
          <p:cNvPr id="10244" name="Text Box 4">
            <a:extLst>
              <a:ext uri="{FF2B5EF4-FFF2-40B4-BE49-F238E27FC236}">
                <a16:creationId xmlns:a16="http://schemas.microsoft.com/office/drawing/2014/main" id="{BCAD4FD4-2BFB-C147-B4B2-3E3A84ABA659}"/>
              </a:ext>
            </a:extLst>
          </p:cNvPr>
          <p:cNvSpPr txBox="1">
            <a:spLocks noChangeArrowheads="1"/>
          </p:cNvSpPr>
          <p:nvPr/>
        </p:nvSpPr>
        <p:spPr bwMode="auto">
          <a:xfrm>
            <a:off x="0" y="993775"/>
            <a:ext cx="914399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buFontTx/>
              <a:buChar char="•"/>
            </a:pPr>
            <a:r>
              <a:rPr lang="en-US" altLang="en-US" b="1" dirty="0"/>
              <a:t> Partitional algorithms:</a:t>
            </a:r>
            <a:r>
              <a:rPr lang="en-US" altLang="en-US" dirty="0"/>
              <a:t> Construct various partitions and then evaluate them by some criterion (non-ranked) </a:t>
            </a:r>
            <a:r>
              <a:rPr lang="en-US" altLang="en-US" sz="2000" dirty="0"/>
              <a:t>(we will see an example called BIRCH)</a:t>
            </a:r>
          </a:p>
          <a:p>
            <a:pPr algn="l" eaLnBrk="1" hangingPunct="1">
              <a:buFontTx/>
              <a:buChar char="•"/>
            </a:pPr>
            <a:r>
              <a:rPr lang="en-US" altLang="en-US" b="1" dirty="0"/>
              <a:t> Hierarchical algorithms:</a:t>
            </a:r>
            <a:r>
              <a:rPr lang="en-US" altLang="en-US" dirty="0"/>
              <a:t> Create a hierarchical/ranked decomposition of the set of objects using some criterion</a:t>
            </a:r>
          </a:p>
          <a:p>
            <a:pPr algn="l" eaLnBrk="1" hangingPunct="1">
              <a:buFontTx/>
              <a:buChar char="•"/>
            </a:pPr>
            <a:r>
              <a:rPr lang="en-US" altLang="en-US" dirty="0"/>
              <a:t> Form of a tree in this technique, and this tree-shaped structure is known as the dendrogram</a:t>
            </a:r>
          </a:p>
          <a:p>
            <a:pPr algn="l" eaLnBrk="1" hangingPunct="1"/>
            <a:endParaRPr lang="en-US" altLang="en-US" dirty="0"/>
          </a:p>
        </p:txBody>
      </p:sp>
      <p:sp>
        <p:nvSpPr>
          <p:cNvPr id="164869" name="Rectangle 5">
            <a:extLst>
              <a:ext uri="{FF2B5EF4-FFF2-40B4-BE49-F238E27FC236}">
                <a16:creationId xmlns:a16="http://schemas.microsoft.com/office/drawing/2014/main" id="{A9F85EA6-C0FA-92A9-2651-063DB196A4C0}"/>
              </a:ext>
            </a:extLst>
          </p:cNvPr>
          <p:cNvSpPr>
            <a:spLocks noChangeArrowheads="1"/>
          </p:cNvSpPr>
          <p:nvPr/>
        </p:nvSpPr>
        <p:spPr bwMode="auto">
          <a:xfrm>
            <a:off x="5919788" y="3225800"/>
            <a:ext cx="2098675" cy="519113"/>
          </a:xfrm>
          <a:prstGeom prst="rect">
            <a:avLst/>
          </a:prstGeom>
          <a:noFill/>
          <a:ln>
            <a:noFill/>
          </a:ln>
          <a:effectLst/>
        </p:spPr>
        <p:txBody>
          <a:bodyPr lIns="91440" tIns="45720" rIns="91440" bIns="45720" anchor="t">
            <a:spAutoFit/>
          </a:bodyPr>
          <a:lstStyle/>
          <a:p>
            <a:pPr eaLnBrk="1" hangingPunct="1">
              <a:defRPr/>
            </a:pPr>
            <a:r>
              <a:rPr lang="en-US" altLang="en-US" sz="2800" b="1" dirty="0">
                <a:solidFill>
                  <a:srgbClr val="FF0000"/>
                </a:solidFill>
                <a:effectLst>
                  <a:outerShdw blurRad="38100" dist="38100" dir="2700000" algn="tl">
                    <a:srgbClr val="C0C0C0"/>
                  </a:outerShdw>
                </a:effectLst>
                <a:latin typeface="Times New Roman"/>
                <a:cs typeface="Times New Roman"/>
              </a:rPr>
              <a:t>Partitional</a:t>
            </a:r>
          </a:p>
        </p:txBody>
      </p:sp>
      <p:sp>
        <p:nvSpPr>
          <p:cNvPr id="10246" name="Rectangle 6">
            <a:extLst>
              <a:ext uri="{FF2B5EF4-FFF2-40B4-BE49-F238E27FC236}">
                <a16:creationId xmlns:a16="http://schemas.microsoft.com/office/drawing/2014/main" id="{32B45783-10DF-9B63-19D2-0BB4007DFC54}"/>
              </a:ext>
            </a:extLst>
          </p:cNvPr>
          <p:cNvSpPr>
            <a:spLocks noChangeArrowheads="1"/>
          </p:cNvSpPr>
          <p:nvPr/>
        </p:nvSpPr>
        <p:spPr bwMode="auto">
          <a:xfrm>
            <a:off x="152400" y="3671888"/>
            <a:ext cx="5410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nvGrpSpPr>
          <p:cNvPr id="10247" name="Group 7">
            <a:extLst>
              <a:ext uri="{FF2B5EF4-FFF2-40B4-BE49-F238E27FC236}">
                <a16:creationId xmlns:a16="http://schemas.microsoft.com/office/drawing/2014/main" id="{09FDEB43-BF08-E4C5-4F9B-883B6CEC77F2}"/>
              </a:ext>
            </a:extLst>
          </p:cNvPr>
          <p:cNvGrpSpPr>
            <a:grpSpLocks/>
          </p:cNvGrpSpPr>
          <p:nvPr/>
        </p:nvGrpSpPr>
        <p:grpSpPr bwMode="auto">
          <a:xfrm>
            <a:off x="5257800" y="4419600"/>
            <a:ext cx="3629025" cy="2133600"/>
            <a:chOff x="120" y="2532"/>
            <a:chExt cx="2286" cy="1344"/>
          </a:xfrm>
        </p:grpSpPr>
        <p:grpSp>
          <p:nvGrpSpPr>
            <p:cNvPr id="10269" name="Group 8">
              <a:extLst>
                <a:ext uri="{FF2B5EF4-FFF2-40B4-BE49-F238E27FC236}">
                  <a16:creationId xmlns:a16="http://schemas.microsoft.com/office/drawing/2014/main" id="{32A9E64C-B37B-D38E-ECE0-369D5DE22968}"/>
                </a:ext>
              </a:extLst>
            </p:cNvPr>
            <p:cNvGrpSpPr>
              <a:grpSpLocks/>
            </p:cNvGrpSpPr>
            <p:nvPr/>
          </p:nvGrpSpPr>
          <p:grpSpPr bwMode="auto">
            <a:xfrm>
              <a:off x="120" y="2532"/>
              <a:ext cx="2286" cy="1344"/>
              <a:chOff x="156" y="2634"/>
              <a:chExt cx="2286" cy="1344"/>
            </a:xfrm>
          </p:grpSpPr>
          <p:sp>
            <p:nvSpPr>
              <p:cNvPr id="10279" name="Rectangle 9">
                <a:extLst>
                  <a:ext uri="{FF2B5EF4-FFF2-40B4-BE49-F238E27FC236}">
                    <a16:creationId xmlns:a16="http://schemas.microsoft.com/office/drawing/2014/main" id="{E145C9BA-DB07-7A2B-264A-3EA2594938C0}"/>
                  </a:ext>
                </a:extLst>
              </p:cNvPr>
              <p:cNvSpPr>
                <a:spLocks noChangeArrowheads="1"/>
              </p:cNvSpPr>
              <p:nvPr/>
            </p:nvSpPr>
            <p:spPr bwMode="auto">
              <a:xfrm>
                <a:off x="156" y="2634"/>
                <a:ext cx="1080" cy="1344"/>
              </a:xfrm>
              <a:prstGeom prst="rect">
                <a:avLst/>
              </a:prstGeom>
              <a:solidFill>
                <a:srgbClr val="FFFFFF"/>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0280" name="Rectangle 10">
                <a:extLst>
                  <a:ext uri="{FF2B5EF4-FFF2-40B4-BE49-F238E27FC236}">
                    <a16:creationId xmlns:a16="http://schemas.microsoft.com/office/drawing/2014/main" id="{3A9D800D-05AE-AF71-5768-69E6451B9362}"/>
                  </a:ext>
                </a:extLst>
              </p:cNvPr>
              <p:cNvSpPr>
                <a:spLocks noChangeArrowheads="1"/>
              </p:cNvSpPr>
              <p:nvPr/>
            </p:nvSpPr>
            <p:spPr bwMode="auto">
              <a:xfrm>
                <a:off x="1362" y="2634"/>
                <a:ext cx="1080" cy="1344"/>
              </a:xfrm>
              <a:prstGeom prst="rect">
                <a:avLst/>
              </a:prstGeom>
              <a:solidFill>
                <a:srgbClr val="FFFFFF"/>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pic>
          <p:nvPicPr>
            <p:cNvPr id="10270" name="Picture 11" descr="Edna Krabappel">
              <a:extLst>
                <a:ext uri="{FF2B5EF4-FFF2-40B4-BE49-F238E27FC236}">
                  <a16:creationId xmlns:a16="http://schemas.microsoft.com/office/drawing/2014/main" id="{AED1643D-91EB-915C-6900-EBCCE1F189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 y="3190"/>
              <a:ext cx="303" cy="6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271" name="Picture 12" descr="Principal Seymour  Skinner">
              <a:extLst>
                <a:ext uri="{FF2B5EF4-FFF2-40B4-BE49-F238E27FC236}">
                  <a16:creationId xmlns:a16="http://schemas.microsoft.com/office/drawing/2014/main" id="{4989FD1B-BE96-0755-7D26-F28E44EE4F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2571"/>
              <a:ext cx="304" cy="65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272" name="Picture 13" descr="Groundskeeper Willie">
              <a:extLst>
                <a:ext uri="{FF2B5EF4-FFF2-40B4-BE49-F238E27FC236}">
                  <a16:creationId xmlns:a16="http://schemas.microsoft.com/office/drawing/2014/main" id="{09F83637-A4B6-1DFB-B902-3257EBECC5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2" y="2589"/>
              <a:ext cx="336" cy="5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273" name="Picture 14">
              <a:extLst>
                <a:ext uri="{FF2B5EF4-FFF2-40B4-BE49-F238E27FC236}">
                  <a16:creationId xmlns:a16="http://schemas.microsoft.com/office/drawing/2014/main" id="{35590231-00A2-B1F7-6C0D-1AE61D5CB1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0" y="3253"/>
              <a:ext cx="375" cy="55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4" name="Picture 15">
              <a:extLst>
                <a:ext uri="{FF2B5EF4-FFF2-40B4-BE49-F238E27FC236}">
                  <a16:creationId xmlns:a16="http://schemas.microsoft.com/office/drawing/2014/main" id="{A9BE03CA-985F-0DA7-BD11-939CA4E056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8" y="2551"/>
              <a:ext cx="343" cy="6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5" name="Picture 16">
              <a:extLst>
                <a:ext uri="{FF2B5EF4-FFF2-40B4-BE49-F238E27FC236}">
                  <a16:creationId xmlns:a16="http://schemas.microsoft.com/office/drawing/2014/main" id="{71F5B86E-AB1E-6B5F-C16D-1F436BB54B2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 y="2763"/>
              <a:ext cx="375" cy="64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6" name="Picture 17">
              <a:extLst>
                <a:ext uri="{FF2B5EF4-FFF2-40B4-BE49-F238E27FC236}">
                  <a16:creationId xmlns:a16="http://schemas.microsoft.com/office/drawing/2014/main" id="{6FF450C7-A710-B46C-E3B5-1A9E466E8B9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6" y="3338"/>
              <a:ext cx="269" cy="4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7" name="Picture 18">
              <a:extLst>
                <a:ext uri="{FF2B5EF4-FFF2-40B4-BE49-F238E27FC236}">
                  <a16:creationId xmlns:a16="http://schemas.microsoft.com/office/drawing/2014/main" id="{A46C47DF-AD32-0B75-37ED-56F14366426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 y="3432"/>
              <a:ext cx="181" cy="4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8" name="Picture 19">
              <a:extLst>
                <a:ext uri="{FF2B5EF4-FFF2-40B4-BE49-F238E27FC236}">
                  <a16:creationId xmlns:a16="http://schemas.microsoft.com/office/drawing/2014/main" id="{951E6A7B-6CD5-9039-9888-8683D3B2D68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5" y="2617"/>
              <a:ext cx="272" cy="8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0248" name="Group 20">
            <a:extLst>
              <a:ext uri="{FF2B5EF4-FFF2-40B4-BE49-F238E27FC236}">
                <a16:creationId xmlns:a16="http://schemas.microsoft.com/office/drawing/2014/main" id="{3E9B0944-2E2D-E1F7-C1C5-B6AD19D508CB}"/>
              </a:ext>
            </a:extLst>
          </p:cNvPr>
          <p:cNvGrpSpPr>
            <a:grpSpLocks/>
          </p:cNvGrpSpPr>
          <p:nvPr/>
        </p:nvGrpSpPr>
        <p:grpSpPr bwMode="auto">
          <a:xfrm>
            <a:off x="488950" y="3990975"/>
            <a:ext cx="3587750" cy="2549525"/>
            <a:chOff x="98" y="300"/>
            <a:chExt cx="3214" cy="2284"/>
          </a:xfrm>
        </p:grpSpPr>
        <p:pic>
          <p:nvPicPr>
            <p:cNvPr id="10249" name="Picture 21" descr="Edna Krabappel">
              <a:extLst>
                <a:ext uri="{FF2B5EF4-FFF2-40B4-BE49-F238E27FC236}">
                  <a16:creationId xmlns:a16="http://schemas.microsoft.com/office/drawing/2014/main" id="{916A71F1-EE37-0B89-842B-AD19FD4196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 y="1440"/>
              <a:ext cx="504" cy="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0" name="Picture 22">
              <a:extLst>
                <a:ext uri="{FF2B5EF4-FFF2-40B4-BE49-F238E27FC236}">
                  <a16:creationId xmlns:a16="http://schemas.microsoft.com/office/drawing/2014/main" id="{621D373A-F2C7-727F-27AB-EBD5254C41B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8" y="1824"/>
              <a:ext cx="308" cy="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51" name="Picture 23">
              <a:extLst>
                <a:ext uri="{FF2B5EF4-FFF2-40B4-BE49-F238E27FC236}">
                  <a16:creationId xmlns:a16="http://schemas.microsoft.com/office/drawing/2014/main" id="{32A3CE6E-0F46-641C-DB49-DD408C53EDE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0" y="1278"/>
              <a:ext cx="424"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52" name="Group 24">
              <a:extLst>
                <a:ext uri="{FF2B5EF4-FFF2-40B4-BE49-F238E27FC236}">
                  <a16:creationId xmlns:a16="http://schemas.microsoft.com/office/drawing/2014/main" id="{9BBFD472-46DF-1C7A-B044-92127D8CB005}"/>
                </a:ext>
              </a:extLst>
            </p:cNvPr>
            <p:cNvGrpSpPr>
              <a:grpSpLocks/>
            </p:cNvGrpSpPr>
            <p:nvPr/>
          </p:nvGrpSpPr>
          <p:grpSpPr bwMode="auto">
            <a:xfrm>
              <a:off x="1865" y="1505"/>
              <a:ext cx="1447" cy="1031"/>
              <a:chOff x="252" y="2364"/>
              <a:chExt cx="2258" cy="1608"/>
            </a:xfrm>
          </p:grpSpPr>
          <p:pic>
            <p:nvPicPr>
              <p:cNvPr id="10267" name="Picture 25">
                <a:extLst>
                  <a:ext uri="{FF2B5EF4-FFF2-40B4-BE49-F238E27FC236}">
                    <a16:creationId xmlns:a16="http://schemas.microsoft.com/office/drawing/2014/main" id="{934CA5E5-BEF0-8306-69B2-D3499D377BD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8" name="Picture 26">
                <a:extLst>
                  <a:ext uri="{FF2B5EF4-FFF2-40B4-BE49-F238E27FC236}">
                    <a16:creationId xmlns:a16="http://schemas.microsoft.com/office/drawing/2014/main" id="{D2FE7588-CDCC-E78B-BA5C-1C3A309AA4E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0253" name="Line 27">
              <a:extLst>
                <a:ext uri="{FF2B5EF4-FFF2-40B4-BE49-F238E27FC236}">
                  <a16:creationId xmlns:a16="http://schemas.microsoft.com/office/drawing/2014/main" id="{53F353E3-7F9B-011A-1B73-0B0FA89A5CBB}"/>
                </a:ext>
              </a:extLst>
            </p:cNvPr>
            <p:cNvSpPr>
              <a:spLocks noChangeShapeType="1"/>
            </p:cNvSpPr>
            <p:nvPr/>
          </p:nvSpPr>
          <p:spPr bwMode="auto">
            <a:xfrm flipH="1" flipV="1">
              <a:off x="255" y="444"/>
              <a:ext cx="0" cy="90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4" name="Line 28">
              <a:extLst>
                <a:ext uri="{FF2B5EF4-FFF2-40B4-BE49-F238E27FC236}">
                  <a16:creationId xmlns:a16="http://schemas.microsoft.com/office/drawing/2014/main" id="{410E7764-1300-4FE9-1ED5-748B73E525C6}"/>
                </a:ext>
              </a:extLst>
            </p:cNvPr>
            <p:cNvSpPr>
              <a:spLocks noChangeShapeType="1"/>
            </p:cNvSpPr>
            <p:nvPr/>
          </p:nvSpPr>
          <p:spPr bwMode="auto">
            <a:xfrm flipH="1" flipV="1">
              <a:off x="2919" y="1167"/>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5" name="Line 29">
              <a:extLst>
                <a:ext uri="{FF2B5EF4-FFF2-40B4-BE49-F238E27FC236}">
                  <a16:creationId xmlns:a16="http://schemas.microsoft.com/office/drawing/2014/main" id="{8EC772EF-AAF2-2216-D352-D5A307ADC4CF}"/>
                </a:ext>
              </a:extLst>
            </p:cNvPr>
            <p:cNvSpPr>
              <a:spLocks noChangeShapeType="1"/>
            </p:cNvSpPr>
            <p:nvPr/>
          </p:nvSpPr>
          <p:spPr bwMode="auto">
            <a:xfrm flipH="1" flipV="1">
              <a:off x="2227" y="1167"/>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6" name="Line 30">
              <a:extLst>
                <a:ext uri="{FF2B5EF4-FFF2-40B4-BE49-F238E27FC236}">
                  <a16:creationId xmlns:a16="http://schemas.microsoft.com/office/drawing/2014/main" id="{213F4164-7ADE-8272-13C4-859CC4B60B36}"/>
                </a:ext>
              </a:extLst>
            </p:cNvPr>
            <p:cNvSpPr>
              <a:spLocks noChangeShapeType="1"/>
            </p:cNvSpPr>
            <p:nvPr/>
          </p:nvSpPr>
          <p:spPr bwMode="auto">
            <a:xfrm flipH="1">
              <a:off x="2221" y="1167"/>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7" name="Line 31">
              <a:extLst>
                <a:ext uri="{FF2B5EF4-FFF2-40B4-BE49-F238E27FC236}">
                  <a16:creationId xmlns:a16="http://schemas.microsoft.com/office/drawing/2014/main" id="{E6FB1E60-B4C3-5462-28F1-50F49EB3CCB4}"/>
                </a:ext>
              </a:extLst>
            </p:cNvPr>
            <p:cNvSpPr>
              <a:spLocks noChangeShapeType="1"/>
            </p:cNvSpPr>
            <p:nvPr/>
          </p:nvSpPr>
          <p:spPr bwMode="auto">
            <a:xfrm flipH="1">
              <a:off x="1193" y="710"/>
              <a:ext cx="1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8" name="Line 32">
              <a:extLst>
                <a:ext uri="{FF2B5EF4-FFF2-40B4-BE49-F238E27FC236}">
                  <a16:creationId xmlns:a16="http://schemas.microsoft.com/office/drawing/2014/main" id="{DD7AEDE5-423A-7699-2876-916DBA8EEAFE}"/>
                </a:ext>
              </a:extLst>
            </p:cNvPr>
            <p:cNvSpPr>
              <a:spLocks noChangeShapeType="1"/>
            </p:cNvSpPr>
            <p:nvPr/>
          </p:nvSpPr>
          <p:spPr bwMode="auto">
            <a:xfrm rot="5400000" flipH="1">
              <a:off x="2343" y="943"/>
              <a:ext cx="457"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9" name="Line 33">
              <a:extLst>
                <a:ext uri="{FF2B5EF4-FFF2-40B4-BE49-F238E27FC236}">
                  <a16:creationId xmlns:a16="http://schemas.microsoft.com/office/drawing/2014/main" id="{F167CA87-112E-C756-A5D6-1613EDEEFFBA}"/>
                </a:ext>
              </a:extLst>
            </p:cNvPr>
            <p:cNvSpPr>
              <a:spLocks noChangeShapeType="1"/>
            </p:cNvSpPr>
            <p:nvPr/>
          </p:nvSpPr>
          <p:spPr bwMode="auto">
            <a:xfrm rot="5400000" flipH="1">
              <a:off x="1712" y="574"/>
              <a:ext cx="26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0260" name="Group 34">
              <a:extLst>
                <a:ext uri="{FF2B5EF4-FFF2-40B4-BE49-F238E27FC236}">
                  <a16:creationId xmlns:a16="http://schemas.microsoft.com/office/drawing/2014/main" id="{D9E8147D-22AC-EE03-BE46-492CC92494F0}"/>
                </a:ext>
              </a:extLst>
            </p:cNvPr>
            <p:cNvGrpSpPr>
              <a:grpSpLocks/>
            </p:cNvGrpSpPr>
            <p:nvPr/>
          </p:nvGrpSpPr>
          <p:grpSpPr bwMode="auto">
            <a:xfrm>
              <a:off x="859" y="969"/>
              <a:ext cx="703" cy="377"/>
              <a:chOff x="2112" y="2976"/>
              <a:chExt cx="703" cy="377"/>
            </a:xfrm>
          </p:grpSpPr>
          <p:sp>
            <p:nvSpPr>
              <p:cNvPr id="10264" name="Line 35">
                <a:extLst>
                  <a:ext uri="{FF2B5EF4-FFF2-40B4-BE49-F238E27FC236}">
                    <a16:creationId xmlns:a16="http://schemas.microsoft.com/office/drawing/2014/main" id="{2F23946F-D72D-6BD3-8057-E67AFB9757CC}"/>
                  </a:ext>
                </a:extLst>
              </p:cNvPr>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5" name="Line 36">
                <a:extLst>
                  <a:ext uri="{FF2B5EF4-FFF2-40B4-BE49-F238E27FC236}">
                    <a16:creationId xmlns:a16="http://schemas.microsoft.com/office/drawing/2014/main" id="{C0569915-A0EC-5E6F-D441-E741C62CBD4B}"/>
                  </a:ext>
                </a:extLst>
              </p:cNvPr>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6" name="Line 37">
                <a:extLst>
                  <a:ext uri="{FF2B5EF4-FFF2-40B4-BE49-F238E27FC236}">
                    <a16:creationId xmlns:a16="http://schemas.microsoft.com/office/drawing/2014/main" id="{560FE2B2-20BE-1812-1154-82F497ABF2A5}"/>
                  </a:ext>
                </a:extLst>
              </p:cNvPr>
              <p:cNvSpPr>
                <a:spLocks noChangeShapeType="1"/>
              </p:cNvSpPr>
              <p:nvPr/>
            </p:nvSpPr>
            <p:spPr bwMode="auto">
              <a:xfrm flipH="1">
                <a:off x="2112" y="2976"/>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0261" name="Line 38">
              <a:extLst>
                <a:ext uri="{FF2B5EF4-FFF2-40B4-BE49-F238E27FC236}">
                  <a16:creationId xmlns:a16="http://schemas.microsoft.com/office/drawing/2014/main" id="{F30B71C6-14F3-9DDE-88D2-AC85B228EA6C}"/>
                </a:ext>
              </a:extLst>
            </p:cNvPr>
            <p:cNvSpPr>
              <a:spLocks noChangeShapeType="1"/>
            </p:cNvSpPr>
            <p:nvPr/>
          </p:nvSpPr>
          <p:spPr bwMode="auto">
            <a:xfrm rot="5400000" flipH="1">
              <a:off x="1065" y="844"/>
              <a:ext cx="25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2" name="Line 39">
              <a:extLst>
                <a:ext uri="{FF2B5EF4-FFF2-40B4-BE49-F238E27FC236}">
                  <a16:creationId xmlns:a16="http://schemas.microsoft.com/office/drawing/2014/main" id="{F7FEEACE-2DB4-8018-26F6-E6096658774B}"/>
                </a:ext>
              </a:extLst>
            </p:cNvPr>
            <p:cNvSpPr>
              <a:spLocks noChangeShapeType="1"/>
            </p:cNvSpPr>
            <p:nvPr/>
          </p:nvSpPr>
          <p:spPr bwMode="auto">
            <a:xfrm flipH="1">
              <a:off x="253" y="446"/>
              <a:ext cx="158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3" name="Line 40">
              <a:extLst>
                <a:ext uri="{FF2B5EF4-FFF2-40B4-BE49-F238E27FC236}">
                  <a16:creationId xmlns:a16="http://schemas.microsoft.com/office/drawing/2014/main" id="{715D73FF-54C1-81E6-ED26-50EFF50DDFCD}"/>
                </a:ext>
              </a:extLst>
            </p:cNvPr>
            <p:cNvSpPr>
              <a:spLocks noChangeShapeType="1"/>
            </p:cNvSpPr>
            <p:nvPr/>
          </p:nvSpPr>
          <p:spPr bwMode="auto">
            <a:xfrm rot="5400000" flipH="1">
              <a:off x="989" y="370"/>
              <a:ext cx="139"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36546" name="Rectangle 2">
            <a:extLst>
              <a:ext uri="{FF2B5EF4-FFF2-40B4-BE49-F238E27FC236}">
                <a16:creationId xmlns:a16="http://schemas.microsoft.com/office/drawing/2014/main" id="{F562D25B-F70F-C480-FCA2-471039435683}"/>
              </a:ext>
            </a:extLst>
          </p:cNvPr>
          <p:cNvSpPr>
            <a:spLocks noGrp="1" noChangeArrowheads="1"/>
          </p:cNvSpPr>
          <p:nvPr>
            <p:ph type="title"/>
          </p:nvPr>
        </p:nvSpPr>
        <p:spPr>
          <a:xfrm>
            <a:off x="0" y="0"/>
            <a:ext cx="9144000" cy="1143000"/>
          </a:xfrm>
        </p:spPr>
        <p:txBody>
          <a:bodyPr/>
          <a:lstStyle/>
          <a:p>
            <a:pPr eaLnBrk="1" hangingPunct="1">
              <a:defRPr/>
            </a:pPr>
            <a:r>
              <a:rPr lang="en-US" altLang="en-US" sz="3600">
                <a:effectLst>
                  <a:outerShdw blurRad="38100" dist="38100" dir="2700000" algn="tl">
                    <a:srgbClr val="C0C0C0"/>
                  </a:outerShdw>
                </a:effectLst>
              </a:rPr>
              <a:t>Desirable Properties of a Clustering Algorithm</a:t>
            </a:r>
          </a:p>
        </p:txBody>
      </p:sp>
      <p:sp>
        <p:nvSpPr>
          <p:cNvPr id="11267" name="Rectangle 3">
            <a:extLst>
              <a:ext uri="{FF2B5EF4-FFF2-40B4-BE49-F238E27FC236}">
                <a16:creationId xmlns:a16="http://schemas.microsoft.com/office/drawing/2014/main" id="{BE0EE6CC-4917-D7A7-4FB3-3725A8400C41}"/>
              </a:ext>
            </a:extLst>
          </p:cNvPr>
          <p:cNvSpPr>
            <a:spLocks noChangeArrowheads="1"/>
          </p:cNvSpPr>
          <p:nvPr/>
        </p:nvSpPr>
        <p:spPr bwMode="auto">
          <a:xfrm>
            <a:off x="371475" y="1484313"/>
            <a:ext cx="8429625" cy="479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buFontTx/>
              <a:buChar char="•"/>
            </a:pPr>
            <a:r>
              <a:rPr lang="en-US" altLang="en-US" sz="2800"/>
              <a:t> Scalability (in terms of both time and space)</a:t>
            </a:r>
          </a:p>
          <a:p>
            <a:pPr algn="l" eaLnBrk="1" hangingPunct="1">
              <a:spcBef>
                <a:spcPct val="50000"/>
              </a:spcBef>
              <a:buFontTx/>
              <a:buChar char="•"/>
            </a:pPr>
            <a:r>
              <a:rPr lang="en-US" altLang="en-US" sz="2800"/>
              <a:t> Ability to deal with different data types </a:t>
            </a:r>
          </a:p>
          <a:p>
            <a:pPr algn="l" eaLnBrk="1" hangingPunct="1">
              <a:spcBef>
                <a:spcPct val="50000"/>
              </a:spcBef>
              <a:buFontTx/>
              <a:buChar char="•"/>
            </a:pPr>
            <a:r>
              <a:rPr lang="en-US" altLang="en-US" sz="2800"/>
              <a:t> Minimal requirements for domain knowledge to determine input parameters</a:t>
            </a:r>
          </a:p>
          <a:p>
            <a:pPr algn="l" eaLnBrk="1" hangingPunct="1">
              <a:spcBef>
                <a:spcPct val="50000"/>
              </a:spcBef>
              <a:buFontTx/>
              <a:buChar char="•"/>
            </a:pPr>
            <a:r>
              <a:rPr lang="en-US" altLang="en-US" sz="2800"/>
              <a:t> Able to deal with noise and outliers</a:t>
            </a:r>
          </a:p>
          <a:p>
            <a:pPr algn="l" eaLnBrk="1" hangingPunct="1">
              <a:spcBef>
                <a:spcPct val="50000"/>
              </a:spcBef>
              <a:buFontTx/>
              <a:buChar char="•"/>
            </a:pPr>
            <a:r>
              <a:rPr lang="en-US" altLang="en-US" sz="2800"/>
              <a:t> Insensitive to order of input records</a:t>
            </a:r>
          </a:p>
          <a:p>
            <a:pPr algn="l" eaLnBrk="1" hangingPunct="1">
              <a:spcBef>
                <a:spcPct val="50000"/>
              </a:spcBef>
              <a:buFontTx/>
              <a:buChar char="•"/>
            </a:pPr>
            <a:r>
              <a:rPr lang="en-US" altLang="en-US" sz="2800"/>
              <a:t> Incorporation of user-specified constraints</a:t>
            </a:r>
          </a:p>
          <a:p>
            <a:pPr algn="l" eaLnBrk="1" hangingPunct="1">
              <a:spcBef>
                <a:spcPct val="50000"/>
              </a:spcBef>
              <a:buFontTx/>
              <a:buChar char="•"/>
            </a:pPr>
            <a:r>
              <a:rPr lang="en-US" altLang="en-US" sz="2800"/>
              <a:t> Interpretability and usability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D9AD8CD-01DE-B53A-C5B4-43F8E9A6A1DA}"/>
              </a:ext>
            </a:extLst>
          </p:cNvPr>
          <p:cNvSpPr>
            <a:spLocks noChangeArrowheads="1"/>
          </p:cNvSpPr>
          <p:nvPr/>
        </p:nvSpPr>
        <p:spPr bwMode="auto">
          <a:xfrm>
            <a:off x="0" y="0"/>
            <a:ext cx="9144000" cy="3660775"/>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65891" name="Rectangle 3">
            <a:extLst>
              <a:ext uri="{FF2B5EF4-FFF2-40B4-BE49-F238E27FC236}">
                <a16:creationId xmlns:a16="http://schemas.microsoft.com/office/drawing/2014/main" id="{F2C38021-01F2-5C84-2D2C-F448D924C612}"/>
              </a:ext>
            </a:extLst>
          </p:cNvPr>
          <p:cNvSpPr>
            <a:spLocks noGrp="1" noChangeArrowheads="1"/>
          </p:cNvSpPr>
          <p:nvPr>
            <p:ph type="title"/>
          </p:nvPr>
        </p:nvSpPr>
        <p:spPr>
          <a:xfrm>
            <a:off x="0" y="-222250"/>
            <a:ext cx="9144000" cy="1143000"/>
          </a:xfrm>
        </p:spPr>
        <p:txBody>
          <a:bodyPr/>
          <a:lstStyle/>
          <a:p>
            <a:pPr eaLnBrk="1" hangingPunct="1">
              <a:defRPr/>
            </a:pPr>
            <a:r>
              <a:rPr lang="en-US" altLang="en-US" sz="2800">
                <a:effectLst>
                  <a:outerShdw blurRad="38100" dist="38100" dir="2700000" algn="tl">
                    <a:srgbClr val="C0C0C0"/>
                  </a:outerShdw>
                </a:effectLst>
              </a:rPr>
              <a:t>A Useful Tool for Summarizing Similarity Measurements</a:t>
            </a:r>
            <a:r>
              <a:rPr lang="en-US" altLang="en-US" sz="4800"/>
              <a:t> </a:t>
            </a:r>
          </a:p>
        </p:txBody>
      </p:sp>
      <p:sp>
        <p:nvSpPr>
          <p:cNvPr id="12292" name="Text Box 4">
            <a:extLst>
              <a:ext uri="{FF2B5EF4-FFF2-40B4-BE49-F238E27FC236}">
                <a16:creationId xmlns:a16="http://schemas.microsoft.com/office/drawing/2014/main" id="{961334AE-B9EE-3409-5C00-949E225BE838}"/>
              </a:ext>
            </a:extLst>
          </p:cNvPr>
          <p:cNvSpPr txBox="1">
            <a:spLocks noChangeArrowheads="1"/>
          </p:cNvSpPr>
          <p:nvPr/>
        </p:nvSpPr>
        <p:spPr bwMode="auto">
          <a:xfrm>
            <a:off x="300038" y="873125"/>
            <a:ext cx="8629650"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In order to better appreciate and evaluate the examples given in the early part of this talk, we will now introduce the </a:t>
            </a:r>
            <a:r>
              <a:rPr lang="en-US" altLang="en-US" i="1"/>
              <a:t>dendrogram</a:t>
            </a:r>
            <a:r>
              <a:rPr lang="en-US" altLang="en-US"/>
              <a:t>.</a:t>
            </a:r>
          </a:p>
          <a:p>
            <a:pPr algn="l" eaLnBrk="1" hangingPunct="1"/>
            <a:endParaRPr lang="en-US" altLang="en-US" sz="2000">
              <a:solidFill>
                <a:srgbClr val="777777"/>
              </a:solidFill>
            </a:endParaRPr>
          </a:p>
        </p:txBody>
      </p:sp>
      <p:grpSp>
        <p:nvGrpSpPr>
          <p:cNvPr id="12293" name="Group 5">
            <a:extLst>
              <a:ext uri="{FF2B5EF4-FFF2-40B4-BE49-F238E27FC236}">
                <a16:creationId xmlns:a16="http://schemas.microsoft.com/office/drawing/2014/main" id="{730C592B-7405-A5F4-E80E-A53E1B3DE93F}"/>
              </a:ext>
            </a:extLst>
          </p:cNvPr>
          <p:cNvGrpSpPr>
            <a:grpSpLocks/>
          </p:cNvGrpSpPr>
          <p:nvPr/>
        </p:nvGrpSpPr>
        <p:grpSpPr bwMode="auto">
          <a:xfrm>
            <a:off x="203200" y="3859213"/>
            <a:ext cx="2903538" cy="2760662"/>
            <a:chOff x="114" y="1088"/>
            <a:chExt cx="3296" cy="3133"/>
          </a:xfrm>
        </p:grpSpPr>
        <p:pic>
          <p:nvPicPr>
            <p:cNvPr id="12307" name="Picture 6">
              <a:extLst>
                <a:ext uri="{FF2B5EF4-FFF2-40B4-BE49-F238E27FC236}">
                  <a16:creationId xmlns:a16="http://schemas.microsoft.com/office/drawing/2014/main" id="{DD63CB5D-028D-8E10-1C60-524FA19038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 y="2184"/>
              <a:ext cx="662" cy="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308" name="Group 7">
              <a:extLst>
                <a:ext uri="{FF2B5EF4-FFF2-40B4-BE49-F238E27FC236}">
                  <a16:creationId xmlns:a16="http://schemas.microsoft.com/office/drawing/2014/main" id="{E76529CF-645C-06BC-35D9-84104F88F251}"/>
                </a:ext>
              </a:extLst>
            </p:cNvPr>
            <p:cNvGrpSpPr>
              <a:grpSpLocks/>
            </p:cNvGrpSpPr>
            <p:nvPr/>
          </p:nvGrpSpPr>
          <p:grpSpPr bwMode="auto">
            <a:xfrm>
              <a:off x="1152" y="2538"/>
              <a:ext cx="2258" cy="1608"/>
              <a:chOff x="252" y="2364"/>
              <a:chExt cx="2258" cy="1608"/>
            </a:xfrm>
          </p:grpSpPr>
          <p:pic>
            <p:nvPicPr>
              <p:cNvPr id="12316" name="Picture 8">
                <a:extLst>
                  <a:ext uri="{FF2B5EF4-FFF2-40B4-BE49-F238E27FC236}">
                    <a16:creationId xmlns:a16="http://schemas.microsoft.com/office/drawing/2014/main" id="{39E0ECCC-0C0F-ED81-1F2D-B3638BC6C0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17" name="Picture 9">
                <a:extLst>
                  <a:ext uri="{FF2B5EF4-FFF2-40B4-BE49-F238E27FC236}">
                    <a16:creationId xmlns:a16="http://schemas.microsoft.com/office/drawing/2014/main" id="{43E3B81E-557E-8B92-C255-82E65D541A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2309" name="Line 10">
              <a:extLst>
                <a:ext uri="{FF2B5EF4-FFF2-40B4-BE49-F238E27FC236}">
                  <a16:creationId xmlns:a16="http://schemas.microsoft.com/office/drawing/2014/main" id="{5568441E-49A7-5C5F-7B0E-465308A62104}"/>
                </a:ext>
              </a:extLst>
            </p:cNvPr>
            <p:cNvSpPr>
              <a:spLocks noChangeShapeType="1"/>
            </p:cNvSpPr>
            <p:nvPr/>
          </p:nvSpPr>
          <p:spPr bwMode="auto">
            <a:xfrm flipH="1" flipV="1">
              <a:off x="636" y="1290"/>
              <a:ext cx="0" cy="1008"/>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0" name="Line 11">
              <a:extLst>
                <a:ext uri="{FF2B5EF4-FFF2-40B4-BE49-F238E27FC236}">
                  <a16:creationId xmlns:a16="http://schemas.microsoft.com/office/drawing/2014/main" id="{1792E779-2BFA-A2C4-9E9F-3E3864F815A1}"/>
                </a:ext>
              </a:extLst>
            </p:cNvPr>
            <p:cNvSpPr>
              <a:spLocks noChangeShapeType="1"/>
            </p:cNvSpPr>
            <p:nvPr/>
          </p:nvSpPr>
          <p:spPr bwMode="auto">
            <a:xfrm flipH="1" flipV="1">
              <a:off x="2796" y="2010"/>
              <a:ext cx="0" cy="288"/>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1" name="Line 12">
              <a:extLst>
                <a:ext uri="{FF2B5EF4-FFF2-40B4-BE49-F238E27FC236}">
                  <a16:creationId xmlns:a16="http://schemas.microsoft.com/office/drawing/2014/main" id="{1B640E8F-E7EB-E0F9-1D4F-0C58B763F3D3}"/>
                </a:ext>
              </a:extLst>
            </p:cNvPr>
            <p:cNvSpPr>
              <a:spLocks noChangeShapeType="1"/>
            </p:cNvSpPr>
            <p:nvPr/>
          </p:nvSpPr>
          <p:spPr bwMode="auto">
            <a:xfrm flipH="1" flipV="1">
              <a:off x="1716" y="2010"/>
              <a:ext cx="0" cy="288"/>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2" name="Line 13">
              <a:extLst>
                <a:ext uri="{FF2B5EF4-FFF2-40B4-BE49-F238E27FC236}">
                  <a16:creationId xmlns:a16="http://schemas.microsoft.com/office/drawing/2014/main" id="{CC3B15D0-92EB-0209-00BA-1CF3F8E54050}"/>
                </a:ext>
              </a:extLst>
            </p:cNvPr>
            <p:cNvSpPr>
              <a:spLocks noChangeShapeType="1"/>
            </p:cNvSpPr>
            <p:nvPr/>
          </p:nvSpPr>
          <p:spPr bwMode="auto">
            <a:xfrm flipH="1">
              <a:off x="1707" y="2010"/>
              <a:ext cx="109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3" name="Line 14">
              <a:extLst>
                <a:ext uri="{FF2B5EF4-FFF2-40B4-BE49-F238E27FC236}">
                  <a16:creationId xmlns:a16="http://schemas.microsoft.com/office/drawing/2014/main" id="{386C5732-BF6C-6BCA-DC43-A415C58F0F00}"/>
                </a:ext>
              </a:extLst>
            </p:cNvPr>
            <p:cNvSpPr>
              <a:spLocks noChangeShapeType="1"/>
            </p:cNvSpPr>
            <p:nvPr/>
          </p:nvSpPr>
          <p:spPr bwMode="auto">
            <a:xfrm flipH="1">
              <a:off x="627" y="1297"/>
              <a:ext cx="1636"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4" name="Line 15">
              <a:extLst>
                <a:ext uri="{FF2B5EF4-FFF2-40B4-BE49-F238E27FC236}">
                  <a16:creationId xmlns:a16="http://schemas.microsoft.com/office/drawing/2014/main" id="{27EAA8D2-F71C-009A-1D7E-CFCB03129DE1}"/>
                </a:ext>
              </a:extLst>
            </p:cNvPr>
            <p:cNvSpPr>
              <a:spLocks noChangeShapeType="1"/>
            </p:cNvSpPr>
            <p:nvPr/>
          </p:nvSpPr>
          <p:spPr bwMode="auto">
            <a:xfrm rot="5400000" flipH="1">
              <a:off x="1898" y="1661"/>
              <a:ext cx="71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5" name="Line 16">
              <a:extLst>
                <a:ext uri="{FF2B5EF4-FFF2-40B4-BE49-F238E27FC236}">
                  <a16:creationId xmlns:a16="http://schemas.microsoft.com/office/drawing/2014/main" id="{4088A900-E645-C0E7-EA4E-1EA8DFD83938}"/>
                </a:ext>
              </a:extLst>
            </p:cNvPr>
            <p:cNvSpPr>
              <a:spLocks noChangeShapeType="1"/>
            </p:cNvSpPr>
            <p:nvPr/>
          </p:nvSpPr>
          <p:spPr bwMode="auto">
            <a:xfrm rot="5400000" flipH="1">
              <a:off x="1361" y="1190"/>
              <a:ext cx="2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2294" name="Group 17">
            <a:extLst>
              <a:ext uri="{FF2B5EF4-FFF2-40B4-BE49-F238E27FC236}">
                <a16:creationId xmlns:a16="http://schemas.microsoft.com/office/drawing/2014/main" id="{5952F9AD-52D1-6898-D379-07B4A75FE3AA}"/>
              </a:ext>
            </a:extLst>
          </p:cNvPr>
          <p:cNvGrpSpPr>
            <a:grpSpLocks/>
          </p:cNvGrpSpPr>
          <p:nvPr/>
        </p:nvGrpSpPr>
        <p:grpSpPr bwMode="auto">
          <a:xfrm>
            <a:off x="6103938" y="3859213"/>
            <a:ext cx="2843212" cy="2760662"/>
            <a:chOff x="3845" y="2286"/>
            <a:chExt cx="1791" cy="1739"/>
          </a:xfrm>
        </p:grpSpPr>
        <p:pic>
          <p:nvPicPr>
            <p:cNvPr id="12297" name="Picture 18">
              <a:extLst>
                <a:ext uri="{FF2B5EF4-FFF2-40B4-BE49-F238E27FC236}">
                  <a16:creationId xmlns:a16="http://schemas.microsoft.com/office/drawing/2014/main" id="{E7F1EC35-68EF-924F-CAB9-E414D21C84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5" y="2894"/>
              <a:ext cx="367" cy="1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8" name="Picture 19">
              <a:extLst>
                <a:ext uri="{FF2B5EF4-FFF2-40B4-BE49-F238E27FC236}">
                  <a16:creationId xmlns:a16="http://schemas.microsoft.com/office/drawing/2014/main" id="{3D5A1317-8B8B-73A5-77B4-FC1550B9E9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7" y="3091"/>
              <a:ext cx="499" cy="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9" name="Picture 20">
              <a:extLst>
                <a:ext uri="{FF2B5EF4-FFF2-40B4-BE49-F238E27FC236}">
                  <a16:creationId xmlns:a16="http://schemas.microsoft.com/office/drawing/2014/main" id="{38A72618-A410-108D-CC2A-C7B6446B42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3" y="3118"/>
              <a:ext cx="640" cy="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00" name="Line 21">
              <a:extLst>
                <a:ext uri="{FF2B5EF4-FFF2-40B4-BE49-F238E27FC236}">
                  <a16:creationId xmlns:a16="http://schemas.microsoft.com/office/drawing/2014/main" id="{4E5127C2-7F10-AC91-127D-120D6D4326FF}"/>
                </a:ext>
              </a:extLst>
            </p:cNvPr>
            <p:cNvSpPr>
              <a:spLocks noChangeShapeType="1"/>
            </p:cNvSpPr>
            <p:nvPr/>
          </p:nvSpPr>
          <p:spPr bwMode="auto">
            <a:xfrm flipH="1" flipV="1">
              <a:off x="4135" y="2398"/>
              <a:ext cx="0" cy="560"/>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1" name="Line 22">
              <a:extLst>
                <a:ext uri="{FF2B5EF4-FFF2-40B4-BE49-F238E27FC236}">
                  <a16:creationId xmlns:a16="http://schemas.microsoft.com/office/drawing/2014/main" id="{940AF1A2-AE44-3461-4312-FC23F9FEF735}"/>
                </a:ext>
              </a:extLst>
            </p:cNvPr>
            <p:cNvSpPr>
              <a:spLocks noChangeShapeType="1"/>
            </p:cNvSpPr>
            <p:nvPr/>
          </p:nvSpPr>
          <p:spPr bwMode="auto">
            <a:xfrm flipH="1" flipV="1">
              <a:off x="5333" y="2798"/>
              <a:ext cx="0" cy="160"/>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2" name="Line 23">
              <a:extLst>
                <a:ext uri="{FF2B5EF4-FFF2-40B4-BE49-F238E27FC236}">
                  <a16:creationId xmlns:a16="http://schemas.microsoft.com/office/drawing/2014/main" id="{6D373452-C2C5-79D0-DC8D-FBCEDBC16C66}"/>
                </a:ext>
              </a:extLst>
            </p:cNvPr>
            <p:cNvSpPr>
              <a:spLocks noChangeShapeType="1"/>
            </p:cNvSpPr>
            <p:nvPr/>
          </p:nvSpPr>
          <p:spPr bwMode="auto">
            <a:xfrm flipH="1" flipV="1">
              <a:off x="4734" y="2798"/>
              <a:ext cx="0" cy="160"/>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3" name="Line 24">
              <a:extLst>
                <a:ext uri="{FF2B5EF4-FFF2-40B4-BE49-F238E27FC236}">
                  <a16:creationId xmlns:a16="http://schemas.microsoft.com/office/drawing/2014/main" id="{C16349AD-1E72-418A-B3EF-DB86CEAD5ED0}"/>
                </a:ext>
              </a:extLst>
            </p:cNvPr>
            <p:cNvSpPr>
              <a:spLocks noChangeShapeType="1"/>
            </p:cNvSpPr>
            <p:nvPr/>
          </p:nvSpPr>
          <p:spPr bwMode="auto">
            <a:xfrm flipH="1">
              <a:off x="4729" y="2798"/>
              <a:ext cx="609"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4" name="Line 25">
              <a:extLst>
                <a:ext uri="{FF2B5EF4-FFF2-40B4-BE49-F238E27FC236}">
                  <a16:creationId xmlns:a16="http://schemas.microsoft.com/office/drawing/2014/main" id="{0CE48AB4-A2ED-A6E6-1E49-B3B7E774FD10}"/>
                </a:ext>
              </a:extLst>
            </p:cNvPr>
            <p:cNvSpPr>
              <a:spLocks noChangeShapeType="1"/>
            </p:cNvSpPr>
            <p:nvPr/>
          </p:nvSpPr>
          <p:spPr bwMode="auto">
            <a:xfrm flipH="1">
              <a:off x="4130" y="2402"/>
              <a:ext cx="90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5" name="Line 26">
              <a:extLst>
                <a:ext uri="{FF2B5EF4-FFF2-40B4-BE49-F238E27FC236}">
                  <a16:creationId xmlns:a16="http://schemas.microsoft.com/office/drawing/2014/main" id="{6747FFD0-512E-BDF5-F215-D1720E228EA2}"/>
                </a:ext>
              </a:extLst>
            </p:cNvPr>
            <p:cNvSpPr>
              <a:spLocks noChangeShapeType="1"/>
            </p:cNvSpPr>
            <p:nvPr/>
          </p:nvSpPr>
          <p:spPr bwMode="auto">
            <a:xfrm rot="5400000" flipH="1">
              <a:off x="4835" y="2604"/>
              <a:ext cx="396"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6" name="Line 27">
              <a:extLst>
                <a:ext uri="{FF2B5EF4-FFF2-40B4-BE49-F238E27FC236}">
                  <a16:creationId xmlns:a16="http://schemas.microsoft.com/office/drawing/2014/main" id="{0AC87D2D-3FC1-FF15-FBBD-63718E3F35EC}"/>
                </a:ext>
              </a:extLst>
            </p:cNvPr>
            <p:cNvSpPr>
              <a:spLocks noChangeShapeType="1"/>
            </p:cNvSpPr>
            <p:nvPr/>
          </p:nvSpPr>
          <p:spPr bwMode="auto">
            <a:xfrm rot="5400000" flipH="1">
              <a:off x="4537" y="2343"/>
              <a:ext cx="11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12295" name="Picture 28">
            <a:extLst>
              <a:ext uri="{FF2B5EF4-FFF2-40B4-BE49-F238E27FC236}">
                <a16:creationId xmlns:a16="http://schemas.microsoft.com/office/drawing/2014/main" id="{1DC33707-D404-E969-DAFA-FFFFB37673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563" y="2230438"/>
            <a:ext cx="3311525"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6" name="Text Box 29">
            <a:extLst>
              <a:ext uri="{FF2B5EF4-FFF2-40B4-BE49-F238E27FC236}">
                <a16:creationId xmlns:a16="http://schemas.microsoft.com/office/drawing/2014/main" id="{11B3BC0A-D717-7371-A308-F67BE025A655}"/>
              </a:ext>
            </a:extLst>
          </p:cNvPr>
          <p:cNvSpPr txBox="1">
            <a:spLocks noChangeArrowheads="1"/>
          </p:cNvSpPr>
          <p:nvPr/>
        </p:nvSpPr>
        <p:spPr bwMode="auto">
          <a:xfrm>
            <a:off x="4194175" y="2238375"/>
            <a:ext cx="463708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000"/>
              <a:t>The similarity between two objects in a dendrogram is represented as the height of the lowest internal node they share.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3314" name="Group 1052">
            <a:extLst>
              <a:ext uri="{FF2B5EF4-FFF2-40B4-BE49-F238E27FC236}">
                <a16:creationId xmlns:a16="http://schemas.microsoft.com/office/drawing/2014/main" id="{370E87C1-4E75-0A23-0A38-42388B761AC2}"/>
              </a:ext>
            </a:extLst>
          </p:cNvPr>
          <p:cNvGrpSpPr>
            <a:grpSpLocks/>
          </p:cNvGrpSpPr>
          <p:nvPr/>
        </p:nvGrpSpPr>
        <p:grpSpPr bwMode="auto">
          <a:xfrm>
            <a:off x="685800" y="1752600"/>
            <a:ext cx="7467600" cy="3276600"/>
            <a:chOff x="672" y="720"/>
            <a:chExt cx="3840" cy="2064"/>
          </a:xfrm>
        </p:grpSpPr>
        <p:sp>
          <p:nvSpPr>
            <p:cNvPr id="13326" name="Line 1032">
              <a:extLst>
                <a:ext uri="{FF2B5EF4-FFF2-40B4-BE49-F238E27FC236}">
                  <a16:creationId xmlns:a16="http://schemas.microsoft.com/office/drawing/2014/main" id="{646CEF8C-B288-9661-1E29-02883D58BC85}"/>
                </a:ext>
              </a:extLst>
            </p:cNvPr>
            <p:cNvSpPr>
              <a:spLocks noChangeShapeType="1"/>
            </p:cNvSpPr>
            <p:nvPr/>
          </p:nvSpPr>
          <p:spPr bwMode="auto">
            <a:xfrm flipV="1">
              <a:off x="4512" y="864"/>
              <a:ext cx="0" cy="1152"/>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27" name="Line 1033">
              <a:extLst>
                <a:ext uri="{FF2B5EF4-FFF2-40B4-BE49-F238E27FC236}">
                  <a16:creationId xmlns:a16="http://schemas.microsoft.com/office/drawing/2014/main" id="{7ABEE5D1-9F71-3BD1-032D-A09310705306}"/>
                </a:ext>
              </a:extLst>
            </p:cNvPr>
            <p:cNvSpPr>
              <a:spLocks noChangeShapeType="1"/>
            </p:cNvSpPr>
            <p:nvPr/>
          </p:nvSpPr>
          <p:spPr bwMode="auto">
            <a:xfrm flipV="1">
              <a:off x="3264" y="864"/>
              <a:ext cx="0" cy="144"/>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28" name="Line 1034">
              <a:extLst>
                <a:ext uri="{FF2B5EF4-FFF2-40B4-BE49-F238E27FC236}">
                  <a16:creationId xmlns:a16="http://schemas.microsoft.com/office/drawing/2014/main" id="{960D834A-D4CF-AA65-E508-3C224280312C}"/>
                </a:ext>
              </a:extLst>
            </p:cNvPr>
            <p:cNvSpPr>
              <a:spLocks noChangeShapeType="1"/>
            </p:cNvSpPr>
            <p:nvPr/>
          </p:nvSpPr>
          <p:spPr bwMode="auto">
            <a:xfrm flipV="1">
              <a:off x="3840" y="1008"/>
              <a:ext cx="0" cy="672"/>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29" name="Line 1035">
              <a:extLst>
                <a:ext uri="{FF2B5EF4-FFF2-40B4-BE49-F238E27FC236}">
                  <a16:creationId xmlns:a16="http://schemas.microsoft.com/office/drawing/2014/main" id="{102EA96D-D409-770C-2E80-E53094852535}"/>
                </a:ext>
              </a:extLst>
            </p:cNvPr>
            <p:cNvSpPr>
              <a:spLocks noChangeShapeType="1"/>
            </p:cNvSpPr>
            <p:nvPr/>
          </p:nvSpPr>
          <p:spPr bwMode="auto">
            <a:xfrm flipV="1">
              <a:off x="2640" y="1008"/>
              <a:ext cx="0" cy="96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30" name="Line 1036">
              <a:extLst>
                <a:ext uri="{FF2B5EF4-FFF2-40B4-BE49-F238E27FC236}">
                  <a16:creationId xmlns:a16="http://schemas.microsoft.com/office/drawing/2014/main" id="{F07FAF98-5DE9-DBB6-9330-AF8D765DB610}"/>
                </a:ext>
              </a:extLst>
            </p:cNvPr>
            <p:cNvSpPr>
              <a:spLocks noChangeShapeType="1"/>
            </p:cNvSpPr>
            <p:nvPr/>
          </p:nvSpPr>
          <p:spPr bwMode="auto">
            <a:xfrm flipV="1">
              <a:off x="3216" y="1968"/>
              <a:ext cx="0" cy="576"/>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31" name="Line 1037">
              <a:extLst>
                <a:ext uri="{FF2B5EF4-FFF2-40B4-BE49-F238E27FC236}">
                  <a16:creationId xmlns:a16="http://schemas.microsoft.com/office/drawing/2014/main" id="{B9558B20-9EEF-0DC8-B3D7-C9126F5CF999}"/>
                </a:ext>
              </a:extLst>
            </p:cNvPr>
            <p:cNvSpPr>
              <a:spLocks noChangeShapeType="1"/>
            </p:cNvSpPr>
            <p:nvPr/>
          </p:nvSpPr>
          <p:spPr bwMode="auto">
            <a:xfrm flipV="1">
              <a:off x="2016" y="1968"/>
              <a:ext cx="0" cy="192"/>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32" name="Line 1038">
              <a:extLst>
                <a:ext uri="{FF2B5EF4-FFF2-40B4-BE49-F238E27FC236}">
                  <a16:creationId xmlns:a16="http://schemas.microsoft.com/office/drawing/2014/main" id="{B50B2BD2-B057-7CE6-6564-EDC7E1FB3166}"/>
                </a:ext>
              </a:extLst>
            </p:cNvPr>
            <p:cNvSpPr>
              <a:spLocks noChangeShapeType="1"/>
            </p:cNvSpPr>
            <p:nvPr/>
          </p:nvSpPr>
          <p:spPr bwMode="auto">
            <a:xfrm flipV="1">
              <a:off x="2592" y="2160"/>
              <a:ext cx="0" cy="624"/>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33" name="Line 1039">
              <a:extLst>
                <a:ext uri="{FF2B5EF4-FFF2-40B4-BE49-F238E27FC236}">
                  <a16:creationId xmlns:a16="http://schemas.microsoft.com/office/drawing/2014/main" id="{A2F14594-6EF7-7E7E-E725-CA71E157EAA3}"/>
                </a:ext>
              </a:extLst>
            </p:cNvPr>
            <p:cNvSpPr>
              <a:spLocks noChangeShapeType="1"/>
            </p:cNvSpPr>
            <p:nvPr/>
          </p:nvSpPr>
          <p:spPr bwMode="auto">
            <a:xfrm flipV="1">
              <a:off x="1440" y="2160"/>
              <a:ext cx="0" cy="144"/>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34" name="Line 1040">
              <a:extLst>
                <a:ext uri="{FF2B5EF4-FFF2-40B4-BE49-F238E27FC236}">
                  <a16:creationId xmlns:a16="http://schemas.microsoft.com/office/drawing/2014/main" id="{51D0F994-A93E-5BE5-8203-AFBDAD351373}"/>
                </a:ext>
              </a:extLst>
            </p:cNvPr>
            <p:cNvSpPr>
              <a:spLocks noChangeShapeType="1"/>
            </p:cNvSpPr>
            <p:nvPr/>
          </p:nvSpPr>
          <p:spPr bwMode="auto">
            <a:xfrm flipV="1">
              <a:off x="960" y="2304"/>
              <a:ext cx="0" cy="144"/>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35" name="Line 1041">
              <a:extLst>
                <a:ext uri="{FF2B5EF4-FFF2-40B4-BE49-F238E27FC236}">
                  <a16:creationId xmlns:a16="http://schemas.microsoft.com/office/drawing/2014/main" id="{9E0602E6-96E5-5DEE-38F4-938B3DAE11FE}"/>
                </a:ext>
              </a:extLst>
            </p:cNvPr>
            <p:cNvSpPr>
              <a:spLocks noChangeShapeType="1"/>
            </p:cNvSpPr>
            <p:nvPr/>
          </p:nvSpPr>
          <p:spPr bwMode="auto">
            <a:xfrm flipV="1">
              <a:off x="672" y="2448"/>
              <a:ext cx="0" cy="192"/>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36" name="Line 1042">
              <a:extLst>
                <a:ext uri="{FF2B5EF4-FFF2-40B4-BE49-F238E27FC236}">
                  <a16:creationId xmlns:a16="http://schemas.microsoft.com/office/drawing/2014/main" id="{3977B174-3546-C58F-17C6-74D59DE7E276}"/>
                </a:ext>
              </a:extLst>
            </p:cNvPr>
            <p:cNvSpPr>
              <a:spLocks noChangeShapeType="1"/>
            </p:cNvSpPr>
            <p:nvPr/>
          </p:nvSpPr>
          <p:spPr bwMode="auto">
            <a:xfrm flipV="1">
              <a:off x="1296" y="2448"/>
              <a:ext cx="0" cy="336"/>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37" name="Line 1043">
              <a:extLst>
                <a:ext uri="{FF2B5EF4-FFF2-40B4-BE49-F238E27FC236}">
                  <a16:creationId xmlns:a16="http://schemas.microsoft.com/office/drawing/2014/main" id="{FE4A852D-3B56-D2A9-F125-3842522B4BFB}"/>
                </a:ext>
              </a:extLst>
            </p:cNvPr>
            <p:cNvSpPr>
              <a:spLocks noChangeShapeType="1"/>
            </p:cNvSpPr>
            <p:nvPr/>
          </p:nvSpPr>
          <p:spPr bwMode="auto">
            <a:xfrm rot="16200000" flipV="1">
              <a:off x="3888" y="240"/>
              <a:ext cx="0" cy="1248"/>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38" name="Line 1044">
              <a:extLst>
                <a:ext uri="{FF2B5EF4-FFF2-40B4-BE49-F238E27FC236}">
                  <a16:creationId xmlns:a16="http://schemas.microsoft.com/office/drawing/2014/main" id="{5821513B-CA9C-AF63-534C-E1F8BA8C0EF3}"/>
                </a:ext>
              </a:extLst>
            </p:cNvPr>
            <p:cNvSpPr>
              <a:spLocks noChangeShapeType="1"/>
            </p:cNvSpPr>
            <p:nvPr/>
          </p:nvSpPr>
          <p:spPr bwMode="auto">
            <a:xfrm flipV="1">
              <a:off x="3888" y="720"/>
              <a:ext cx="0" cy="144"/>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39" name="Line 1045">
              <a:extLst>
                <a:ext uri="{FF2B5EF4-FFF2-40B4-BE49-F238E27FC236}">
                  <a16:creationId xmlns:a16="http://schemas.microsoft.com/office/drawing/2014/main" id="{67910C62-D8D0-3450-ADFE-4C1778508C4C}"/>
                </a:ext>
              </a:extLst>
            </p:cNvPr>
            <p:cNvSpPr>
              <a:spLocks noChangeShapeType="1"/>
            </p:cNvSpPr>
            <p:nvPr/>
          </p:nvSpPr>
          <p:spPr bwMode="auto">
            <a:xfrm rot="16200000" flipV="1">
              <a:off x="3240" y="408"/>
              <a:ext cx="0" cy="1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40" name="Line 1046">
              <a:extLst>
                <a:ext uri="{FF2B5EF4-FFF2-40B4-BE49-F238E27FC236}">
                  <a16:creationId xmlns:a16="http://schemas.microsoft.com/office/drawing/2014/main" id="{8457177F-B776-6A29-09CC-879EE202F71C}"/>
                </a:ext>
              </a:extLst>
            </p:cNvPr>
            <p:cNvSpPr>
              <a:spLocks noChangeShapeType="1"/>
            </p:cNvSpPr>
            <p:nvPr/>
          </p:nvSpPr>
          <p:spPr bwMode="auto">
            <a:xfrm rot="16200000" flipV="1">
              <a:off x="2616" y="1368"/>
              <a:ext cx="0" cy="12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41" name="Line 1047">
              <a:extLst>
                <a:ext uri="{FF2B5EF4-FFF2-40B4-BE49-F238E27FC236}">
                  <a16:creationId xmlns:a16="http://schemas.microsoft.com/office/drawing/2014/main" id="{248B3229-15FA-C4A0-FF58-A02A0B63C164}"/>
                </a:ext>
              </a:extLst>
            </p:cNvPr>
            <p:cNvSpPr>
              <a:spLocks noChangeShapeType="1"/>
            </p:cNvSpPr>
            <p:nvPr/>
          </p:nvSpPr>
          <p:spPr bwMode="auto">
            <a:xfrm rot="16200000" flipV="1">
              <a:off x="2016" y="1584"/>
              <a:ext cx="0" cy="1152"/>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42" name="Line 1048">
              <a:extLst>
                <a:ext uri="{FF2B5EF4-FFF2-40B4-BE49-F238E27FC236}">
                  <a16:creationId xmlns:a16="http://schemas.microsoft.com/office/drawing/2014/main" id="{CF12CB44-AC45-0077-D52B-E576D524C09C}"/>
                </a:ext>
              </a:extLst>
            </p:cNvPr>
            <p:cNvSpPr>
              <a:spLocks noChangeShapeType="1"/>
            </p:cNvSpPr>
            <p:nvPr/>
          </p:nvSpPr>
          <p:spPr bwMode="auto">
            <a:xfrm rot="16200000" flipV="1">
              <a:off x="984" y="2136"/>
              <a:ext cx="0" cy="624"/>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43" name="Line 1049">
              <a:extLst>
                <a:ext uri="{FF2B5EF4-FFF2-40B4-BE49-F238E27FC236}">
                  <a16:creationId xmlns:a16="http://schemas.microsoft.com/office/drawing/2014/main" id="{DB6951F3-F061-57B2-C621-E9B689CD6491}"/>
                </a:ext>
              </a:extLst>
            </p:cNvPr>
            <p:cNvSpPr>
              <a:spLocks noChangeShapeType="1"/>
            </p:cNvSpPr>
            <p:nvPr/>
          </p:nvSpPr>
          <p:spPr bwMode="auto">
            <a:xfrm rot="16200000" flipV="1">
              <a:off x="1368" y="1896"/>
              <a:ext cx="0" cy="816"/>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44" name="Line 1051">
              <a:extLst>
                <a:ext uri="{FF2B5EF4-FFF2-40B4-BE49-F238E27FC236}">
                  <a16:creationId xmlns:a16="http://schemas.microsoft.com/office/drawing/2014/main" id="{09ADFBEE-0603-22C0-E5B4-58C68A866F79}"/>
                </a:ext>
              </a:extLst>
            </p:cNvPr>
            <p:cNvSpPr>
              <a:spLocks noChangeShapeType="1"/>
            </p:cNvSpPr>
            <p:nvPr/>
          </p:nvSpPr>
          <p:spPr bwMode="auto">
            <a:xfrm flipV="1">
              <a:off x="1776" y="2304"/>
              <a:ext cx="0" cy="336"/>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pic>
        <p:nvPicPr>
          <p:cNvPr id="13315" name="Picture 1053">
            <a:extLst>
              <a:ext uri="{FF2B5EF4-FFF2-40B4-BE49-F238E27FC236}">
                <a16:creationId xmlns:a16="http://schemas.microsoft.com/office/drawing/2014/main" id="{75F8A247-8304-7209-3257-6ABE39F1D606}"/>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4876800"/>
            <a:ext cx="1479550" cy="141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3316" name="Group 1054">
            <a:extLst>
              <a:ext uri="{FF2B5EF4-FFF2-40B4-BE49-F238E27FC236}">
                <a16:creationId xmlns:a16="http://schemas.microsoft.com/office/drawing/2014/main" id="{5A6AEB14-431C-C1ED-13AB-9E1D9E89285C}"/>
              </a:ext>
            </a:extLst>
          </p:cNvPr>
          <p:cNvGrpSpPr>
            <a:grpSpLocks/>
          </p:cNvGrpSpPr>
          <p:nvPr/>
        </p:nvGrpSpPr>
        <p:grpSpPr bwMode="auto">
          <a:xfrm>
            <a:off x="2133600" y="4648200"/>
            <a:ext cx="1676400" cy="1211263"/>
            <a:chOff x="2548" y="2038"/>
            <a:chExt cx="698" cy="668"/>
          </a:xfrm>
        </p:grpSpPr>
        <p:sp>
          <p:nvSpPr>
            <p:cNvPr id="13324" name="Rectangle 1055">
              <a:extLst>
                <a:ext uri="{FF2B5EF4-FFF2-40B4-BE49-F238E27FC236}">
                  <a16:creationId xmlns:a16="http://schemas.microsoft.com/office/drawing/2014/main" id="{12B79534-AAA8-B0CD-744F-2D5FB62DE3BA}"/>
                </a:ext>
              </a:extLst>
            </p:cNvPr>
            <p:cNvSpPr>
              <a:spLocks noChangeArrowheads="1"/>
            </p:cNvSpPr>
            <p:nvPr/>
          </p:nvSpPr>
          <p:spPr bwMode="auto">
            <a:xfrm>
              <a:off x="2548" y="2038"/>
              <a:ext cx="647" cy="6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13325" name="Picture 1056">
              <a:extLst>
                <a:ext uri="{FF2B5EF4-FFF2-40B4-BE49-F238E27FC236}">
                  <a16:creationId xmlns:a16="http://schemas.microsoft.com/office/drawing/2014/main" id="{BA9236C8-B822-7BF4-33AA-937ADB5323E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6" y="2088"/>
              <a:ext cx="670" cy="6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13317" name="Picture 1057">
            <a:extLst>
              <a:ext uri="{FF2B5EF4-FFF2-40B4-BE49-F238E27FC236}">
                <a16:creationId xmlns:a16="http://schemas.microsoft.com/office/drawing/2014/main" id="{6EB7B540-EA77-B6C4-D465-9E93BE52DFBD}"/>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5029200"/>
            <a:ext cx="873125"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1058">
            <a:extLst>
              <a:ext uri="{FF2B5EF4-FFF2-40B4-BE49-F238E27FC236}">
                <a16:creationId xmlns:a16="http://schemas.microsoft.com/office/drawing/2014/main" id="{D9899121-CADB-2B41-3C25-339E195AE540}"/>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4724400"/>
            <a:ext cx="528638" cy="87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9" name="Picture 1060">
            <a:extLst>
              <a:ext uri="{FF2B5EF4-FFF2-40B4-BE49-F238E27FC236}">
                <a16:creationId xmlns:a16="http://schemas.microsoft.com/office/drawing/2014/main" id="{D9FD9D5C-9C5A-CEDF-B3E9-47C7A42EDF59}"/>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4876800"/>
            <a:ext cx="976313"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20" name="Picture 1059">
            <a:extLst>
              <a:ext uri="{FF2B5EF4-FFF2-40B4-BE49-F238E27FC236}">
                <a16:creationId xmlns:a16="http://schemas.microsoft.com/office/drawing/2014/main" id="{A76AC834-ACB4-D266-B512-100020D7EB0A}"/>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29400" y="3733800"/>
            <a:ext cx="2730500" cy="183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21" name="Picture 1061">
            <a:extLst>
              <a:ext uri="{FF2B5EF4-FFF2-40B4-BE49-F238E27FC236}">
                <a16:creationId xmlns:a16="http://schemas.microsoft.com/office/drawing/2014/main" id="{2EB7218B-E2D2-87C9-7197-AB1BFB585EF8}"/>
              </a:ext>
            </a:extLst>
          </p:cNvPr>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72200" y="3287713"/>
            <a:ext cx="1147763"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2" name="Text Box 1062">
            <a:extLst>
              <a:ext uri="{FF2B5EF4-FFF2-40B4-BE49-F238E27FC236}">
                <a16:creationId xmlns:a16="http://schemas.microsoft.com/office/drawing/2014/main" id="{926C736B-4011-1165-67CE-6AB23057C0BC}"/>
              </a:ext>
            </a:extLst>
          </p:cNvPr>
          <p:cNvSpPr txBox="1">
            <a:spLocks noChangeArrowheads="1"/>
          </p:cNvSpPr>
          <p:nvPr/>
        </p:nvSpPr>
        <p:spPr bwMode="auto">
          <a:xfrm>
            <a:off x="0" y="6340475"/>
            <a:ext cx="91440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400">
                <a:solidFill>
                  <a:schemeClr val="folHlink"/>
                </a:solidFill>
              </a:rPr>
              <a:t>(Bovine:0.69395, (Spider Monkey 0.390, (Gibbon:0.36079,(Orang:0.33636,(Gorilla:0.17147,(Chimp:0.19268, Human:0.11927):0.08386):0.06124):0.15057):0.54939);</a:t>
            </a:r>
          </a:p>
        </p:txBody>
      </p:sp>
      <p:sp>
        <p:nvSpPr>
          <p:cNvPr id="212007" name="Rectangle 1063">
            <a:extLst>
              <a:ext uri="{FF2B5EF4-FFF2-40B4-BE49-F238E27FC236}">
                <a16:creationId xmlns:a16="http://schemas.microsoft.com/office/drawing/2014/main" id="{C40E0A26-C8B2-385A-71A8-D155876BD3C3}"/>
              </a:ext>
            </a:extLst>
          </p:cNvPr>
          <p:cNvSpPr>
            <a:spLocks noChangeArrowheads="1"/>
          </p:cNvSpPr>
          <p:nvPr/>
        </p:nvSpPr>
        <p:spPr bwMode="auto">
          <a:xfrm>
            <a:off x="608013" y="0"/>
            <a:ext cx="7772400" cy="1143000"/>
          </a:xfrm>
          <a:prstGeom prst="rect">
            <a:avLst/>
          </a:prstGeom>
          <a:noFill/>
          <a:ln>
            <a:noFill/>
          </a:ln>
          <a:effectLst/>
        </p:spPr>
        <p:txBody>
          <a:bodyPr anchor="ctr"/>
          <a:lstStyle>
            <a:lvl1pPr algn="l" eaLnBrk="0" hangingPunct="0">
              <a:defRPr sz="2400">
                <a:solidFill>
                  <a:schemeClr val="tx1"/>
                </a:solidFill>
                <a:latin typeface="Times New Roman" panose="02020603050405020304" pitchFamily="18" charset="0"/>
              </a:defRPr>
            </a:lvl1pPr>
            <a:lvl2pPr algn="l" eaLnBrk="0" hangingPunct="0">
              <a:defRPr sz="2400">
                <a:solidFill>
                  <a:schemeClr val="tx1"/>
                </a:solidFill>
                <a:latin typeface="Times New Roman" panose="02020603050405020304" pitchFamily="18" charset="0"/>
              </a:defRPr>
            </a:lvl2pPr>
            <a:lvl3pPr algn="l" eaLnBrk="0" hangingPunct="0">
              <a:defRPr sz="2400">
                <a:solidFill>
                  <a:schemeClr val="tx1"/>
                </a:solidFill>
                <a:latin typeface="Times New Roman" panose="02020603050405020304" pitchFamily="18" charset="0"/>
              </a:defRPr>
            </a:lvl3pPr>
            <a:lvl4pPr algn="l" eaLnBrk="0" hangingPunct="0">
              <a:defRPr sz="2400">
                <a:solidFill>
                  <a:schemeClr val="tx1"/>
                </a:solidFill>
                <a:latin typeface="Times New Roman" panose="02020603050405020304" pitchFamily="18" charset="0"/>
              </a:defRPr>
            </a:lvl4pPr>
            <a:lvl5pPr algn="l" eaLnBrk="0" hangingPunct="0">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altLang="en-US" sz="3600">
                <a:solidFill>
                  <a:schemeClr val="tx2"/>
                </a:solidFill>
                <a:effectLst>
                  <a:outerShdw blurRad="38100" dist="38100" dir="2700000" algn="tl">
                    <a:srgbClr val="C0C0C0"/>
                  </a:outerShdw>
                </a:effectLst>
              </a:rPr>
              <a:t>There is only one dataset that can be perfectly clustered using a hierarchy…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pic>
        <p:nvPicPr>
          <p:cNvPr id="14338" name="Picture 1026">
            <a:extLst>
              <a:ext uri="{FF2B5EF4-FFF2-40B4-BE49-F238E27FC236}">
                <a16:creationId xmlns:a16="http://schemas.microsoft.com/office/drawing/2014/main" id="{18BF8303-7187-A0EE-B952-A1C9EF816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2750" y="442913"/>
            <a:ext cx="6067425"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339" name="Text Box 1027">
            <a:extLst>
              <a:ext uri="{FF2B5EF4-FFF2-40B4-BE49-F238E27FC236}">
                <a16:creationId xmlns:a16="http://schemas.microsoft.com/office/drawing/2014/main" id="{BB4DC773-9F4F-5470-DFE7-95C502BB7C7C}"/>
              </a:ext>
            </a:extLst>
          </p:cNvPr>
          <p:cNvSpPr txBox="1">
            <a:spLocks noChangeArrowheads="1"/>
          </p:cNvSpPr>
          <p:nvPr/>
        </p:nvSpPr>
        <p:spPr bwMode="auto">
          <a:xfrm>
            <a:off x="2381250" y="3679825"/>
            <a:ext cx="3598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800" b="1">
                <a:solidFill>
                  <a:srgbClr val="660066"/>
                </a:solidFill>
              </a:rPr>
              <a:t>Business &amp; Economy</a:t>
            </a:r>
          </a:p>
        </p:txBody>
      </p:sp>
      <p:sp>
        <p:nvSpPr>
          <p:cNvPr id="14340" name="Text Box 1028">
            <a:extLst>
              <a:ext uri="{FF2B5EF4-FFF2-40B4-BE49-F238E27FC236}">
                <a16:creationId xmlns:a16="http://schemas.microsoft.com/office/drawing/2014/main" id="{FF49FEA6-C05A-E7E8-3CC3-66C06217330E}"/>
              </a:ext>
            </a:extLst>
          </p:cNvPr>
          <p:cNvSpPr txBox="1">
            <a:spLocks noChangeArrowheads="1"/>
          </p:cNvSpPr>
          <p:nvPr/>
        </p:nvSpPr>
        <p:spPr bwMode="auto">
          <a:xfrm>
            <a:off x="1303338" y="4932363"/>
            <a:ext cx="5946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000" b="1">
                <a:solidFill>
                  <a:srgbClr val="0000FF"/>
                </a:solidFill>
              </a:rPr>
              <a:t>B2B	Finance		Shopping	Jobs</a:t>
            </a:r>
          </a:p>
        </p:txBody>
      </p:sp>
      <p:sp>
        <p:nvSpPr>
          <p:cNvPr id="14341" name="Text Box 1029">
            <a:extLst>
              <a:ext uri="{FF2B5EF4-FFF2-40B4-BE49-F238E27FC236}">
                <a16:creationId xmlns:a16="http://schemas.microsoft.com/office/drawing/2014/main" id="{05B7DC86-6A9A-19E3-C112-7C3643785EB8}"/>
              </a:ext>
            </a:extLst>
          </p:cNvPr>
          <p:cNvSpPr txBox="1">
            <a:spLocks noChangeArrowheads="1"/>
          </p:cNvSpPr>
          <p:nvPr/>
        </p:nvSpPr>
        <p:spPr bwMode="auto">
          <a:xfrm>
            <a:off x="330200" y="5965825"/>
            <a:ext cx="85931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600" b="1">
                <a:solidFill>
                  <a:srgbClr val="0000FF"/>
                </a:solidFill>
              </a:rPr>
              <a:t>Aerospace Agriculture… 	Banking Bonds…	Animals Apparel	Career Workspace </a:t>
            </a:r>
          </a:p>
        </p:txBody>
      </p:sp>
      <p:sp>
        <p:nvSpPr>
          <p:cNvPr id="14342" name="Line 1030">
            <a:extLst>
              <a:ext uri="{FF2B5EF4-FFF2-40B4-BE49-F238E27FC236}">
                <a16:creationId xmlns:a16="http://schemas.microsoft.com/office/drawing/2014/main" id="{8D4E2984-DCE8-0CAF-109B-77D6C0AD72AC}"/>
              </a:ext>
            </a:extLst>
          </p:cNvPr>
          <p:cNvSpPr>
            <a:spLocks noChangeShapeType="1"/>
          </p:cNvSpPr>
          <p:nvPr/>
        </p:nvSpPr>
        <p:spPr bwMode="auto">
          <a:xfrm flipH="1">
            <a:off x="1819275" y="4159250"/>
            <a:ext cx="1003300" cy="74612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43" name="Line 1031">
            <a:extLst>
              <a:ext uri="{FF2B5EF4-FFF2-40B4-BE49-F238E27FC236}">
                <a16:creationId xmlns:a16="http://schemas.microsoft.com/office/drawing/2014/main" id="{6EA4F100-E41B-3450-5768-1E6B0938FD51}"/>
              </a:ext>
            </a:extLst>
          </p:cNvPr>
          <p:cNvSpPr>
            <a:spLocks noChangeShapeType="1"/>
          </p:cNvSpPr>
          <p:nvPr/>
        </p:nvSpPr>
        <p:spPr bwMode="auto">
          <a:xfrm flipH="1">
            <a:off x="2892425" y="4167188"/>
            <a:ext cx="395288" cy="730250"/>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44" name="Line 1032">
            <a:extLst>
              <a:ext uri="{FF2B5EF4-FFF2-40B4-BE49-F238E27FC236}">
                <a16:creationId xmlns:a16="http://schemas.microsoft.com/office/drawing/2014/main" id="{E3257F21-F0D5-E3DA-050E-C2B304A82C80}"/>
              </a:ext>
            </a:extLst>
          </p:cNvPr>
          <p:cNvSpPr>
            <a:spLocks noChangeShapeType="1"/>
          </p:cNvSpPr>
          <p:nvPr/>
        </p:nvSpPr>
        <p:spPr bwMode="auto">
          <a:xfrm>
            <a:off x="4176713" y="4149725"/>
            <a:ext cx="385762" cy="80962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45" name="Line 1033">
            <a:extLst>
              <a:ext uri="{FF2B5EF4-FFF2-40B4-BE49-F238E27FC236}">
                <a16:creationId xmlns:a16="http://schemas.microsoft.com/office/drawing/2014/main" id="{1AE3DE77-3A76-A912-6CD3-69C31D7F5E61}"/>
              </a:ext>
            </a:extLst>
          </p:cNvPr>
          <p:cNvSpPr>
            <a:spLocks noChangeShapeType="1"/>
          </p:cNvSpPr>
          <p:nvPr/>
        </p:nvSpPr>
        <p:spPr bwMode="auto">
          <a:xfrm>
            <a:off x="4967288" y="4149725"/>
            <a:ext cx="1038225" cy="792163"/>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46" name="Line 1034">
            <a:extLst>
              <a:ext uri="{FF2B5EF4-FFF2-40B4-BE49-F238E27FC236}">
                <a16:creationId xmlns:a16="http://schemas.microsoft.com/office/drawing/2014/main" id="{A19B325B-44E4-0975-09BB-4E76B70873C4}"/>
              </a:ext>
            </a:extLst>
          </p:cNvPr>
          <p:cNvSpPr>
            <a:spLocks noChangeShapeType="1"/>
          </p:cNvSpPr>
          <p:nvPr/>
        </p:nvSpPr>
        <p:spPr bwMode="auto">
          <a:xfrm flipH="1">
            <a:off x="904875" y="5302250"/>
            <a:ext cx="615950" cy="711200"/>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47" name="Line 1035">
            <a:extLst>
              <a:ext uri="{FF2B5EF4-FFF2-40B4-BE49-F238E27FC236}">
                <a16:creationId xmlns:a16="http://schemas.microsoft.com/office/drawing/2014/main" id="{FE550DCC-0F34-85D5-B98A-E94DCF40639F}"/>
              </a:ext>
            </a:extLst>
          </p:cNvPr>
          <p:cNvSpPr>
            <a:spLocks noChangeShapeType="1"/>
          </p:cNvSpPr>
          <p:nvPr/>
        </p:nvSpPr>
        <p:spPr bwMode="auto">
          <a:xfrm>
            <a:off x="1670050" y="5310188"/>
            <a:ext cx="307975" cy="69532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48" name="Line 1036">
            <a:extLst>
              <a:ext uri="{FF2B5EF4-FFF2-40B4-BE49-F238E27FC236}">
                <a16:creationId xmlns:a16="http://schemas.microsoft.com/office/drawing/2014/main" id="{5FA94FDF-B2C8-5F46-A128-83C2F2CC10E4}"/>
              </a:ext>
            </a:extLst>
          </p:cNvPr>
          <p:cNvSpPr>
            <a:spLocks noChangeShapeType="1"/>
          </p:cNvSpPr>
          <p:nvPr/>
        </p:nvSpPr>
        <p:spPr bwMode="auto">
          <a:xfrm>
            <a:off x="2847975" y="5302250"/>
            <a:ext cx="457200" cy="693738"/>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49" name="Line 1037">
            <a:extLst>
              <a:ext uri="{FF2B5EF4-FFF2-40B4-BE49-F238E27FC236}">
                <a16:creationId xmlns:a16="http://schemas.microsoft.com/office/drawing/2014/main" id="{99671BD9-D7FB-794D-3C0A-1D31E10C2F9E}"/>
              </a:ext>
            </a:extLst>
          </p:cNvPr>
          <p:cNvSpPr>
            <a:spLocks noChangeShapeType="1"/>
          </p:cNvSpPr>
          <p:nvPr/>
        </p:nvSpPr>
        <p:spPr bwMode="auto">
          <a:xfrm>
            <a:off x="3076575" y="5302250"/>
            <a:ext cx="1055688" cy="72072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0" name="Line 1038">
            <a:extLst>
              <a:ext uri="{FF2B5EF4-FFF2-40B4-BE49-F238E27FC236}">
                <a16:creationId xmlns:a16="http://schemas.microsoft.com/office/drawing/2014/main" id="{59DB6A04-A4EE-76E2-7B94-88A548DA21F2}"/>
              </a:ext>
            </a:extLst>
          </p:cNvPr>
          <p:cNvSpPr>
            <a:spLocks noChangeShapeType="1"/>
          </p:cNvSpPr>
          <p:nvPr/>
        </p:nvSpPr>
        <p:spPr bwMode="auto">
          <a:xfrm>
            <a:off x="4641850" y="5292725"/>
            <a:ext cx="571500" cy="72072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1" name="Line 1039">
            <a:extLst>
              <a:ext uri="{FF2B5EF4-FFF2-40B4-BE49-F238E27FC236}">
                <a16:creationId xmlns:a16="http://schemas.microsoft.com/office/drawing/2014/main" id="{BAF88A0C-4683-CF3A-35FE-CB4CEFFF5D8E}"/>
              </a:ext>
            </a:extLst>
          </p:cNvPr>
          <p:cNvSpPr>
            <a:spLocks noChangeShapeType="1"/>
          </p:cNvSpPr>
          <p:nvPr/>
        </p:nvSpPr>
        <p:spPr bwMode="auto">
          <a:xfrm>
            <a:off x="5143500" y="5354638"/>
            <a:ext cx="765175" cy="623887"/>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2" name="Line 1040">
            <a:extLst>
              <a:ext uri="{FF2B5EF4-FFF2-40B4-BE49-F238E27FC236}">
                <a16:creationId xmlns:a16="http://schemas.microsoft.com/office/drawing/2014/main" id="{DF4035F9-AEA9-440A-C27E-262EA9B2A0BC}"/>
              </a:ext>
            </a:extLst>
          </p:cNvPr>
          <p:cNvSpPr>
            <a:spLocks noChangeShapeType="1"/>
          </p:cNvSpPr>
          <p:nvPr/>
        </p:nvSpPr>
        <p:spPr bwMode="auto">
          <a:xfrm>
            <a:off x="6224588" y="5275263"/>
            <a:ext cx="782637" cy="712787"/>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3" name="Line 1041">
            <a:extLst>
              <a:ext uri="{FF2B5EF4-FFF2-40B4-BE49-F238E27FC236}">
                <a16:creationId xmlns:a16="http://schemas.microsoft.com/office/drawing/2014/main" id="{C3AEB908-3A8D-0D5B-379F-9EE18F63A298}"/>
              </a:ext>
            </a:extLst>
          </p:cNvPr>
          <p:cNvSpPr>
            <a:spLocks noChangeShapeType="1"/>
          </p:cNvSpPr>
          <p:nvPr/>
        </p:nvSpPr>
        <p:spPr bwMode="auto">
          <a:xfrm>
            <a:off x="6445250" y="5248275"/>
            <a:ext cx="1371600" cy="792163"/>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4" name="Line 1042">
            <a:extLst>
              <a:ext uri="{FF2B5EF4-FFF2-40B4-BE49-F238E27FC236}">
                <a16:creationId xmlns:a16="http://schemas.microsoft.com/office/drawing/2014/main" id="{92758D7C-4C50-A522-7DCE-DA4DF6C72B49}"/>
              </a:ext>
            </a:extLst>
          </p:cNvPr>
          <p:cNvSpPr>
            <a:spLocks noChangeShapeType="1"/>
          </p:cNvSpPr>
          <p:nvPr/>
        </p:nvSpPr>
        <p:spPr bwMode="auto">
          <a:xfrm flipH="1">
            <a:off x="352425" y="6259513"/>
            <a:ext cx="323850" cy="598487"/>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5" name="Line 1043">
            <a:extLst>
              <a:ext uri="{FF2B5EF4-FFF2-40B4-BE49-F238E27FC236}">
                <a16:creationId xmlns:a16="http://schemas.microsoft.com/office/drawing/2014/main" id="{F53EA351-9AC0-E107-E50A-7E59E88D67BD}"/>
              </a:ext>
            </a:extLst>
          </p:cNvPr>
          <p:cNvSpPr>
            <a:spLocks noChangeShapeType="1"/>
          </p:cNvSpPr>
          <p:nvPr/>
        </p:nvSpPr>
        <p:spPr bwMode="auto">
          <a:xfrm>
            <a:off x="1028700" y="6276975"/>
            <a:ext cx="298450" cy="58102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6" name="Line 1044">
            <a:extLst>
              <a:ext uri="{FF2B5EF4-FFF2-40B4-BE49-F238E27FC236}">
                <a16:creationId xmlns:a16="http://schemas.microsoft.com/office/drawing/2014/main" id="{3C0EBE36-E0F2-8714-D081-020BB97CDB15}"/>
              </a:ext>
            </a:extLst>
          </p:cNvPr>
          <p:cNvSpPr>
            <a:spLocks noChangeShapeType="1"/>
          </p:cNvSpPr>
          <p:nvPr/>
        </p:nvSpPr>
        <p:spPr bwMode="auto">
          <a:xfrm flipH="1">
            <a:off x="1670050" y="6259513"/>
            <a:ext cx="228600" cy="598487"/>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7" name="Line 1045">
            <a:extLst>
              <a:ext uri="{FF2B5EF4-FFF2-40B4-BE49-F238E27FC236}">
                <a16:creationId xmlns:a16="http://schemas.microsoft.com/office/drawing/2014/main" id="{3DBC62E3-6B53-00AC-1840-496FE544DBD1}"/>
              </a:ext>
            </a:extLst>
          </p:cNvPr>
          <p:cNvSpPr>
            <a:spLocks noChangeShapeType="1"/>
          </p:cNvSpPr>
          <p:nvPr/>
        </p:nvSpPr>
        <p:spPr bwMode="auto">
          <a:xfrm flipH="1">
            <a:off x="2047875" y="6242050"/>
            <a:ext cx="19050" cy="615950"/>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8" name="Line 1046">
            <a:extLst>
              <a:ext uri="{FF2B5EF4-FFF2-40B4-BE49-F238E27FC236}">
                <a16:creationId xmlns:a16="http://schemas.microsoft.com/office/drawing/2014/main" id="{5C41D94D-FCAF-56DB-BFBD-AAC9F743B330}"/>
              </a:ext>
            </a:extLst>
          </p:cNvPr>
          <p:cNvSpPr>
            <a:spLocks noChangeShapeType="1"/>
          </p:cNvSpPr>
          <p:nvPr/>
        </p:nvSpPr>
        <p:spPr bwMode="auto">
          <a:xfrm>
            <a:off x="2295525" y="6251575"/>
            <a:ext cx="246063" cy="60642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59" name="Line 1047">
            <a:extLst>
              <a:ext uri="{FF2B5EF4-FFF2-40B4-BE49-F238E27FC236}">
                <a16:creationId xmlns:a16="http://schemas.microsoft.com/office/drawing/2014/main" id="{4DB20B91-49CF-FC45-85CC-3AFE80F8FD0A}"/>
              </a:ext>
            </a:extLst>
          </p:cNvPr>
          <p:cNvSpPr>
            <a:spLocks noChangeShapeType="1"/>
          </p:cNvSpPr>
          <p:nvPr/>
        </p:nvSpPr>
        <p:spPr bwMode="auto">
          <a:xfrm flipH="1">
            <a:off x="3130550" y="6269038"/>
            <a:ext cx="184150" cy="588962"/>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60" name="Line 1048">
            <a:extLst>
              <a:ext uri="{FF2B5EF4-FFF2-40B4-BE49-F238E27FC236}">
                <a16:creationId xmlns:a16="http://schemas.microsoft.com/office/drawing/2014/main" id="{2F7DA115-03FA-E2DA-9A92-8D74020A1729}"/>
              </a:ext>
            </a:extLst>
          </p:cNvPr>
          <p:cNvSpPr>
            <a:spLocks noChangeShapeType="1"/>
          </p:cNvSpPr>
          <p:nvPr/>
        </p:nvSpPr>
        <p:spPr bwMode="auto">
          <a:xfrm>
            <a:off x="3498850" y="6276975"/>
            <a:ext cx="282575" cy="58102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61" name="Line 1049">
            <a:extLst>
              <a:ext uri="{FF2B5EF4-FFF2-40B4-BE49-F238E27FC236}">
                <a16:creationId xmlns:a16="http://schemas.microsoft.com/office/drawing/2014/main" id="{1457E426-7874-C28F-2A66-51775CFF4BBD}"/>
              </a:ext>
            </a:extLst>
          </p:cNvPr>
          <p:cNvSpPr>
            <a:spLocks noChangeShapeType="1"/>
          </p:cNvSpPr>
          <p:nvPr/>
        </p:nvSpPr>
        <p:spPr bwMode="auto">
          <a:xfrm flipH="1">
            <a:off x="4044950" y="6251575"/>
            <a:ext cx="174625" cy="60642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62" name="Line 1050">
            <a:extLst>
              <a:ext uri="{FF2B5EF4-FFF2-40B4-BE49-F238E27FC236}">
                <a16:creationId xmlns:a16="http://schemas.microsoft.com/office/drawing/2014/main" id="{40BF8145-FD02-D9AC-3C69-36D9A28BCD9D}"/>
              </a:ext>
            </a:extLst>
          </p:cNvPr>
          <p:cNvSpPr>
            <a:spLocks noChangeShapeType="1"/>
          </p:cNvSpPr>
          <p:nvPr/>
        </p:nvSpPr>
        <p:spPr bwMode="auto">
          <a:xfrm>
            <a:off x="4387850" y="6251575"/>
            <a:ext cx="201613" cy="60642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63" name="Line 1051">
            <a:extLst>
              <a:ext uri="{FF2B5EF4-FFF2-40B4-BE49-F238E27FC236}">
                <a16:creationId xmlns:a16="http://schemas.microsoft.com/office/drawing/2014/main" id="{0C60830F-8A0B-0BDF-3920-A224923C0D01}"/>
              </a:ext>
            </a:extLst>
          </p:cNvPr>
          <p:cNvSpPr>
            <a:spLocks noChangeShapeType="1"/>
          </p:cNvSpPr>
          <p:nvPr/>
        </p:nvSpPr>
        <p:spPr bwMode="auto">
          <a:xfrm flipH="1">
            <a:off x="5019675" y="6242050"/>
            <a:ext cx="61913" cy="615950"/>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64" name="Line 1052">
            <a:extLst>
              <a:ext uri="{FF2B5EF4-FFF2-40B4-BE49-F238E27FC236}">
                <a16:creationId xmlns:a16="http://schemas.microsoft.com/office/drawing/2014/main" id="{D84FEC9F-114A-B5DA-3B13-FAD7BBC55C15}"/>
              </a:ext>
            </a:extLst>
          </p:cNvPr>
          <p:cNvSpPr>
            <a:spLocks noChangeShapeType="1"/>
          </p:cNvSpPr>
          <p:nvPr/>
        </p:nvSpPr>
        <p:spPr bwMode="auto">
          <a:xfrm>
            <a:off x="5292725" y="6234113"/>
            <a:ext cx="52388" cy="623887"/>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65" name="Line 1053">
            <a:extLst>
              <a:ext uri="{FF2B5EF4-FFF2-40B4-BE49-F238E27FC236}">
                <a16:creationId xmlns:a16="http://schemas.microsoft.com/office/drawing/2014/main" id="{E3B2C48E-4C6E-2336-2E0B-15D10DE1E48C}"/>
              </a:ext>
            </a:extLst>
          </p:cNvPr>
          <p:cNvSpPr>
            <a:spLocks noChangeShapeType="1"/>
          </p:cNvSpPr>
          <p:nvPr/>
        </p:nvSpPr>
        <p:spPr bwMode="auto">
          <a:xfrm>
            <a:off x="5513388" y="6234113"/>
            <a:ext cx="149225" cy="623887"/>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66" name="Line 1054">
            <a:extLst>
              <a:ext uri="{FF2B5EF4-FFF2-40B4-BE49-F238E27FC236}">
                <a16:creationId xmlns:a16="http://schemas.microsoft.com/office/drawing/2014/main" id="{CF304C5E-A575-A4AA-9D5A-D8A1EC741E3C}"/>
              </a:ext>
            </a:extLst>
          </p:cNvPr>
          <p:cNvSpPr>
            <a:spLocks noChangeShapeType="1"/>
          </p:cNvSpPr>
          <p:nvPr/>
        </p:nvSpPr>
        <p:spPr bwMode="auto">
          <a:xfrm flipH="1">
            <a:off x="5953125" y="6259513"/>
            <a:ext cx="114300" cy="598487"/>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67" name="Line 1055">
            <a:extLst>
              <a:ext uri="{FF2B5EF4-FFF2-40B4-BE49-F238E27FC236}">
                <a16:creationId xmlns:a16="http://schemas.microsoft.com/office/drawing/2014/main" id="{AD045B76-F4E7-28D2-1A3B-96BBE83A959C}"/>
              </a:ext>
            </a:extLst>
          </p:cNvPr>
          <p:cNvSpPr>
            <a:spLocks noChangeShapeType="1"/>
          </p:cNvSpPr>
          <p:nvPr/>
        </p:nvSpPr>
        <p:spPr bwMode="auto">
          <a:xfrm>
            <a:off x="6207125" y="6234113"/>
            <a:ext cx="228600" cy="623887"/>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68" name="Line 1056">
            <a:extLst>
              <a:ext uri="{FF2B5EF4-FFF2-40B4-BE49-F238E27FC236}">
                <a16:creationId xmlns:a16="http://schemas.microsoft.com/office/drawing/2014/main" id="{120A42C8-3D93-C058-F5F2-79B98D24C59A}"/>
              </a:ext>
            </a:extLst>
          </p:cNvPr>
          <p:cNvSpPr>
            <a:spLocks noChangeShapeType="1"/>
          </p:cNvSpPr>
          <p:nvPr/>
        </p:nvSpPr>
        <p:spPr bwMode="auto">
          <a:xfrm flipH="1">
            <a:off x="6743700" y="6251575"/>
            <a:ext cx="149225" cy="60642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69" name="Line 1057">
            <a:extLst>
              <a:ext uri="{FF2B5EF4-FFF2-40B4-BE49-F238E27FC236}">
                <a16:creationId xmlns:a16="http://schemas.microsoft.com/office/drawing/2014/main" id="{AE08B7D2-93C6-273E-6464-4315F7F8EAEE}"/>
              </a:ext>
            </a:extLst>
          </p:cNvPr>
          <p:cNvSpPr>
            <a:spLocks noChangeShapeType="1"/>
          </p:cNvSpPr>
          <p:nvPr/>
        </p:nvSpPr>
        <p:spPr bwMode="auto">
          <a:xfrm>
            <a:off x="7245350" y="6234113"/>
            <a:ext cx="228600" cy="623887"/>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70" name="Line 1058">
            <a:extLst>
              <a:ext uri="{FF2B5EF4-FFF2-40B4-BE49-F238E27FC236}">
                <a16:creationId xmlns:a16="http://schemas.microsoft.com/office/drawing/2014/main" id="{EE7671DB-2595-5AEF-FCC4-63B1F9E14158}"/>
              </a:ext>
            </a:extLst>
          </p:cNvPr>
          <p:cNvSpPr>
            <a:spLocks noChangeShapeType="1"/>
          </p:cNvSpPr>
          <p:nvPr/>
        </p:nvSpPr>
        <p:spPr bwMode="auto">
          <a:xfrm flipH="1">
            <a:off x="7745413" y="6251575"/>
            <a:ext cx="88900" cy="60642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71" name="Line 1059">
            <a:extLst>
              <a:ext uri="{FF2B5EF4-FFF2-40B4-BE49-F238E27FC236}">
                <a16:creationId xmlns:a16="http://schemas.microsoft.com/office/drawing/2014/main" id="{7F014513-F727-274F-807A-36C8B6CE6E17}"/>
              </a:ext>
            </a:extLst>
          </p:cNvPr>
          <p:cNvSpPr>
            <a:spLocks noChangeShapeType="1"/>
          </p:cNvSpPr>
          <p:nvPr/>
        </p:nvSpPr>
        <p:spPr bwMode="auto">
          <a:xfrm>
            <a:off x="8256588" y="6251575"/>
            <a:ext cx="192087" cy="60642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72" name="Line 1060">
            <a:extLst>
              <a:ext uri="{FF2B5EF4-FFF2-40B4-BE49-F238E27FC236}">
                <a16:creationId xmlns:a16="http://schemas.microsoft.com/office/drawing/2014/main" id="{9A6E9EC5-EDCC-AA7C-E2B3-CEDD423D6246}"/>
              </a:ext>
            </a:extLst>
          </p:cNvPr>
          <p:cNvSpPr>
            <a:spLocks noChangeShapeType="1"/>
          </p:cNvSpPr>
          <p:nvPr/>
        </p:nvSpPr>
        <p:spPr bwMode="auto">
          <a:xfrm flipH="1">
            <a:off x="4149725" y="2840038"/>
            <a:ext cx="1125538" cy="808037"/>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73" name="Text Box 1061">
            <a:extLst>
              <a:ext uri="{FF2B5EF4-FFF2-40B4-BE49-F238E27FC236}">
                <a16:creationId xmlns:a16="http://schemas.microsoft.com/office/drawing/2014/main" id="{AB5072B7-A075-E639-76A6-7D63719217A8}"/>
              </a:ext>
            </a:extLst>
          </p:cNvPr>
          <p:cNvSpPr txBox="1">
            <a:spLocks noChangeArrowheads="1"/>
          </p:cNvSpPr>
          <p:nvPr/>
        </p:nvSpPr>
        <p:spPr bwMode="auto">
          <a:xfrm>
            <a:off x="158750" y="438150"/>
            <a:ext cx="2417763" cy="253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600"/>
              <a:t>Note that hierarchies are commonly used to organize information, for example in a web portal.</a:t>
            </a:r>
          </a:p>
          <a:p>
            <a:pPr algn="l" eaLnBrk="1" hangingPunct="1"/>
            <a:endParaRPr lang="en-US" altLang="en-US" sz="1600"/>
          </a:p>
          <a:p>
            <a:pPr algn="l" eaLnBrk="1" hangingPunct="1"/>
            <a:r>
              <a:rPr lang="en-US" altLang="en-US" sz="1600"/>
              <a:t>Yahoo’s hierarchy is manually created, we will focus on automatic creation of hierarchies in data mining.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A0D08D7-441E-50A0-ACD5-AFAEA3482B76}"/>
              </a:ext>
            </a:extLst>
          </p:cNvPr>
          <p:cNvSpPr>
            <a:spLocks noChangeArrowheads="1"/>
          </p:cNvSpPr>
          <p:nvPr/>
        </p:nvSpPr>
        <p:spPr bwMode="auto">
          <a:xfrm>
            <a:off x="501650" y="5624513"/>
            <a:ext cx="358775" cy="192087"/>
          </a:xfrm>
          <a:prstGeom prst="rect">
            <a:avLst/>
          </a:prstGeom>
          <a:noFill/>
          <a:ln w="444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63" name="Rectangle 3">
            <a:extLst>
              <a:ext uri="{FF2B5EF4-FFF2-40B4-BE49-F238E27FC236}">
                <a16:creationId xmlns:a16="http://schemas.microsoft.com/office/drawing/2014/main" id="{9D25BE04-E06A-048A-E5A0-5CF38E21009D}"/>
              </a:ext>
            </a:extLst>
          </p:cNvPr>
          <p:cNvSpPr>
            <a:spLocks noChangeArrowheads="1"/>
          </p:cNvSpPr>
          <p:nvPr/>
        </p:nvSpPr>
        <p:spPr bwMode="auto">
          <a:xfrm>
            <a:off x="6207125" y="5624513"/>
            <a:ext cx="358775" cy="192087"/>
          </a:xfrm>
          <a:prstGeom prst="rect">
            <a:avLst/>
          </a:prstGeom>
          <a:noFill/>
          <a:ln w="444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64" name="Freeform 4">
            <a:extLst>
              <a:ext uri="{FF2B5EF4-FFF2-40B4-BE49-F238E27FC236}">
                <a16:creationId xmlns:a16="http://schemas.microsoft.com/office/drawing/2014/main" id="{F540057A-7A60-93F4-C074-8F41CD37F159}"/>
              </a:ext>
            </a:extLst>
          </p:cNvPr>
          <p:cNvSpPr>
            <a:spLocks/>
          </p:cNvSpPr>
          <p:nvPr/>
        </p:nvSpPr>
        <p:spPr bwMode="auto">
          <a:xfrm>
            <a:off x="6386513" y="5491163"/>
            <a:ext cx="523875" cy="325437"/>
          </a:xfrm>
          <a:custGeom>
            <a:avLst/>
            <a:gdLst>
              <a:gd name="T0" fmla="*/ 0 w 228"/>
              <a:gd name="T1" fmla="*/ 132585 h 162"/>
              <a:gd name="T2" fmla="*/ 0 w 228"/>
              <a:gd name="T3" fmla="*/ 0 h 162"/>
              <a:gd name="T4" fmla="*/ 523875 w 228"/>
              <a:gd name="T5" fmla="*/ 0 h 162"/>
              <a:gd name="T6" fmla="*/ 523875 w 228"/>
              <a:gd name="T7" fmla="*/ 325437 h 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8" h="162">
                <a:moveTo>
                  <a:pt x="0" y="66"/>
                </a:moveTo>
                <a:lnTo>
                  <a:pt x="0" y="0"/>
                </a:lnTo>
                <a:lnTo>
                  <a:pt x="228" y="0"/>
                </a:lnTo>
                <a:lnTo>
                  <a:pt x="228" y="162"/>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65" name="Rectangle 5">
            <a:extLst>
              <a:ext uri="{FF2B5EF4-FFF2-40B4-BE49-F238E27FC236}">
                <a16:creationId xmlns:a16="http://schemas.microsoft.com/office/drawing/2014/main" id="{B6FF349B-E76D-3BB1-A477-0A26E69EC26A}"/>
              </a:ext>
            </a:extLst>
          </p:cNvPr>
          <p:cNvSpPr>
            <a:spLocks noChangeArrowheads="1"/>
          </p:cNvSpPr>
          <p:nvPr/>
        </p:nvSpPr>
        <p:spPr bwMode="auto">
          <a:xfrm>
            <a:off x="1217613" y="5443538"/>
            <a:ext cx="358775" cy="373062"/>
          </a:xfrm>
          <a:prstGeom prst="rect">
            <a:avLst/>
          </a:prstGeom>
          <a:noFill/>
          <a:ln w="444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66" name="Rectangle 6">
            <a:extLst>
              <a:ext uri="{FF2B5EF4-FFF2-40B4-BE49-F238E27FC236}">
                <a16:creationId xmlns:a16="http://schemas.microsoft.com/office/drawing/2014/main" id="{8D556D6F-6272-FA23-4944-8726BF8CBEBF}"/>
              </a:ext>
            </a:extLst>
          </p:cNvPr>
          <p:cNvSpPr>
            <a:spLocks noChangeArrowheads="1"/>
          </p:cNvSpPr>
          <p:nvPr/>
        </p:nvSpPr>
        <p:spPr bwMode="auto">
          <a:xfrm>
            <a:off x="2997200" y="5443538"/>
            <a:ext cx="357188" cy="373062"/>
          </a:xfrm>
          <a:prstGeom prst="rect">
            <a:avLst/>
          </a:prstGeom>
          <a:noFill/>
          <a:ln w="444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67" name="Rectangle 7">
            <a:extLst>
              <a:ext uri="{FF2B5EF4-FFF2-40B4-BE49-F238E27FC236}">
                <a16:creationId xmlns:a16="http://schemas.microsoft.com/office/drawing/2014/main" id="{F66445C1-A3A9-4C23-D394-735C96EBC724}"/>
              </a:ext>
            </a:extLst>
          </p:cNvPr>
          <p:cNvSpPr>
            <a:spLocks noChangeArrowheads="1"/>
          </p:cNvSpPr>
          <p:nvPr/>
        </p:nvSpPr>
        <p:spPr bwMode="auto">
          <a:xfrm>
            <a:off x="2293938" y="5443538"/>
            <a:ext cx="344487" cy="373062"/>
          </a:xfrm>
          <a:prstGeom prst="rect">
            <a:avLst/>
          </a:prstGeom>
          <a:noFill/>
          <a:ln w="444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68" name="Freeform 8">
            <a:extLst>
              <a:ext uri="{FF2B5EF4-FFF2-40B4-BE49-F238E27FC236}">
                <a16:creationId xmlns:a16="http://schemas.microsoft.com/office/drawing/2014/main" id="{77CADBA6-A0F1-C2B0-9FB3-817828CF3FA5}"/>
              </a:ext>
            </a:extLst>
          </p:cNvPr>
          <p:cNvSpPr>
            <a:spLocks/>
          </p:cNvSpPr>
          <p:nvPr/>
        </p:nvSpPr>
        <p:spPr bwMode="auto">
          <a:xfrm>
            <a:off x="1397000" y="5311775"/>
            <a:ext cx="538163" cy="504825"/>
          </a:xfrm>
          <a:custGeom>
            <a:avLst/>
            <a:gdLst>
              <a:gd name="T0" fmla="*/ 0 w 234"/>
              <a:gd name="T1" fmla="*/ 132216 h 252"/>
              <a:gd name="T2" fmla="*/ 0 w 234"/>
              <a:gd name="T3" fmla="*/ 0 h 252"/>
              <a:gd name="T4" fmla="*/ 538163 w 234"/>
              <a:gd name="T5" fmla="*/ 0 h 252"/>
              <a:gd name="T6" fmla="*/ 538163 w 234"/>
              <a:gd name="T7" fmla="*/ 504825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4" h="252">
                <a:moveTo>
                  <a:pt x="0" y="66"/>
                </a:moveTo>
                <a:lnTo>
                  <a:pt x="0" y="0"/>
                </a:lnTo>
                <a:lnTo>
                  <a:pt x="234" y="0"/>
                </a:lnTo>
                <a:lnTo>
                  <a:pt x="234" y="252"/>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69" name="Freeform 9">
            <a:extLst>
              <a:ext uri="{FF2B5EF4-FFF2-40B4-BE49-F238E27FC236}">
                <a16:creationId xmlns:a16="http://schemas.microsoft.com/office/drawing/2014/main" id="{C7E5FEB6-95F4-4F05-E852-83B2F08586BC}"/>
              </a:ext>
            </a:extLst>
          </p:cNvPr>
          <p:cNvSpPr>
            <a:spLocks/>
          </p:cNvSpPr>
          <p:nvPr/>
        </p:nvSpPr>
        <p:spPr bwMode="auto">
          <a:xfrm>
            <a:off x="3175000" y="5311775"/>
            <a:ext cx="538163" cy="504825"/>
          </a:xfrm>
          <a:custGeom>
            <a:avLst/>
            <a:gdLst>
              <a:gd name="T0" fmla="*/ 0 w 234"/>
              <a:gd name="T1" fmla="*/ 132216 h 252"/>
              <a:gd name="T2" fmla="*/ 0 w 234"/>
              <a:gd name="T3" fmla="*/ 0 h 252"/>
              <a:gd name="T4" fmla="*/ 538163 w 234"/>
              <a:gd name="T5" fmla="*/ 0 h 252"/>
              <a:gd name="T6" fmla="*/ 538163 w 234"/>
              <a:gd name="T7" fmla="*/ 504825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4" h="252">
                <a:moveTo>
                  <a:pt x="0" y="66"/>
                </a:moveTo>
                <a:lnTo>
                  <a:pt x="0" y="0"/>
                </a:lnTo>
                <a:lnTo>
                  <a:pt x="234" y="0"/>
                </a:lnTo>
                <a:lnTo>
                  <a:pt x="234" y="252"/>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70" name="Rectangle 10">
            <a:extLst>
              <a:ext uri="{FF2B5EF4-FFF2-40B4-BE49-F238E27FC236}">
                <a16:creationId xmlns:a16="http://schemas.microsoft.com/office/drawing/2014/main" id="{359DB425-D0E7-75AF-10BB-57C03E493CFB}"/>
              </a:ext>
            </a:extLst>
          </p:cNvPr>
          <p:cNvSpPr>
            <a:spLocks noChangeArrowheads="1"/>
          </p:cNvSpPr>
          <p:nvPr/>
        </p:nvSpPr>
        <p:spPr bwMode="auto">
          <a:xfrm>
            <a:off x="4429125" y="5262563"/>
            <a:ext cx="346075" cy="554037"/>
          </a:xfrm>
          <a:prstGeom prst="rect">
            <a:avLst/>
          </a:prstGeom>
          <a:noFill/>
          <a:ln w="444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71" name="Freeform 11">
            <a:extLst>
              <a:ext uri="{FF2B5EF4-FFF2-40B4-BE49-F238E27FC236}">
                <a16:creationId xmlns:a16="http://schemas.microsoft.com/office/drawing/2014/main" id="{9F0F2BB7-88FA-0C92-C5CF-6A72A6983327}"/>
              </a:ext>
            </a:extLst>
          </p:cNvPr>
          <p:cNvSpPr>
            <a:spLocks/>
          </p:cNvSpPr>
          <p:nvPr/>
        </p:nvSpPr>
        <p:spPr bwMode="auto">
          <a:xfrm>
            <a:off x="5849938" y="5143500"/>
            <a:ext cx="798512" cy="673100"/>
          </a:xfrm>
          <a:custGeom>
            <a:avLst/>
            <a:gdLst>
              <a:gd name="T0" fmla="*/ 0 w 348"/>
              <a:gd name="T1" fmla="*/ 673100 h 336"/>
              <a:gd name="T2" fmla="*/ 0 w 348"/>
              <a:gd name="T3" fmla="*/ 0 h 336"/>
              <a:gd name="T4" fmla="*/ 798512 w 348"/>
              <a:gd name="T5" fmla="*/ 0 h 336"/>
              <a:gd name="T6" fmla="*/ 798512 w 348"/>
              <a:gd name="T7" fmla="*/ 348570 h 3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8" h="336">
                <a:moveTo>
                  <a:pt x="0" y="336"/>
                </a:moveTo>
                <a:lnTo>
                  <a:pt x="0" y="0"/>
                </a:lnTo>
                <a:lnTo>
                  <a:pt x="348" y="0"/>
                </a:lnTo>
                <a:lnTo>
                  <a:pt x="348" y="174"/>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72" name="Freeform 12">
            <a:extLst>
              <a:ext uri="{FF2B5EF4-FFF2-40B4-BE49-F238E27FC236}">
                <a16:creationId xmlns:a16="http://schemas.microsoft.com/office/drawing/2014/main" id="{35D464D2-0A1E-374E-8071-94248924A13B}"/>
              </a:ext>
            </a:extLst>
          </p:cNvPr>
          <p:cNvSpPr>
            <a:spLocks/>
          </p:cNvSpPr>
          <p:nvPr/>
        </p:nvSpPr>
        <p:spPr bwMode="auto">
          <a:xfrm>
            <a:off x="1658938" y="5119688"/>
            <a:ext cx="814387" cy="323850"/>
          </a:xfrm>
          <a:custGeom>
            <a:avLst/>
            <a:gdLst>
              <a:gd name="T0" fmla="*/ 0 w 354"/>
              <a:gd name="T1" fmla="*/ 191911 h 162"/>
              <a:gd name="T2" fmla="*/ 0 w 354"/>
              <a:gd name="T3" fmla="*/ 0 h 162"/>
              <a:gd name="T4" fmla="*/ 814387 w 354"/>
              <a:gd name="T5" fmla="*/ 0 h 162"/>
              <a:gd name="T6" fmla="*/ 814387 w 354"/>
              <a:gd name="T7" fmla="*/ 323850 h 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4" h="162">
                <a:moveTo>
                  <a:pt x="0" y="96"/>
                </a:moveTo>
                <a:lnTo>
                  <a:pt x="0" y="0"/>
                </a:lnTo>
                <a:lnTo>
                  <a:pt x="354" y="0"/>
                </a:lnTo>
                <a:lnTo>
                  <a:pt x="354" y="162"/>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73" name="Rectangle 13">
            <a:extLst>
              <a:ext uri="{FF2B5EF4-FFF2-40B4-BE49-F238E27FC236}">
                <a16:creationId xmlns:a16="http://schemas.microsoft.com/office/drawing/2014/main" id="{80AC59F9-4005-E9F2-7B87-60EEAAF66E18}"/>
              </a:ext>
            </a:extLst>
          </p:cNvPr>
          <p:cNvSpPr>
            <a:spLocks noChangeArrowheads="1"/>
          </p:cNvSpPr>
          <p:nvPr/>
        </p:nvSpPr>
        <p:spPr bwMode="auto">
          <a:xfrm>
            <a:off x="7627938" y="5083175"/>
            <a:ext cx="358775" cy="733425"/>
          </a:xfrm>
          <a:prstGeom prst="rect">
            <a:avLst/>
          </a:prstGeom>
          <a:noFill/>
          <a:ln w="444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74" name="Rectangle 14">
            <a:extLst>
              <a:ext uri="{FF2B5EF4-FFF2-40B4-BE49-F238E27FC236}">
                <a16:creationId xmlns:a16="http://schemas.microsoft.com/office/drawing/2014/main" id="{7B796C87-3F8A-AA5B-2E7B-AB6530DBE3C7}"/>
              </a:ext>
            </a:extLst>
          </p:cNvPr>
          <p:cNvSpPr>
            <a:spLocks noChangeArrowheads="1"/>
          </p:cNvSpPr>
          <p:nvPr/>
        </p:nvSpPr>
        <p:spPr bwMode="auto">
          <a:xfrm>
            <a:off x="8343900" y="5083175"/>
            <a:ext cx="358775" cy="733425"/>
          </a:xfrm>
          <a:prstGeom prst="rect">
            <a:avLst/>
          </a:prstGeom>
          <a:noFill/>
          <a:ln w="444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75" name="Rectangle 15">
            <a:extLst>
              <a:ext uri="{FF2B5EF4-FFF2-40B4-BE49-F238E27FC236}">
                <a16:creationId xmlns:a16="http://schemas.microsoft.com/office/drawing/2014/main" id="{CC87F2B8-C758-9A6F-DF37-B140CB5C3250}"/>
              </a:ext>
            </a:extLst>
          </p:cNvPr>
          <p:cNvSpPr>
            <a:spLocks noChangeArrowheads="1"/>
          </p:cNvSpPr>
          <p:nvPr/>
        </p:nvSpPr>
        <p:spPr bwMode="auto">
          <a:xfrm>
            <a:off x="5132388" y="5083175"/>
            <a:ext cx="358775" cy="733425"/>
          </a:xfrm>
          <a:prstGeom prst="rect">
            <a:avLst/>
          </a:prstGeom>
          <a:noFill/>
          <a:ln w="444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76" name="Freeform 16">
            <a:extLst>
              <a:ext uri="{FF2B5EF4-FFF2-40B4-BE49-F238E27FC236}">
                <a16:creationId xmlns:a16="http://schemas.microsoft.com/office/drawing/2014/main" id="{2A7D288B-9EEE-C2F7-6A88-68E5DCE9CA66}"/>
              </a:ext>
            </a:extLst>
          </p:cNvPr>
          <p:cNvSpPr>
            <a:spLocks/>
          </p:cNvSpPr>
          <p:nvPr/>
        </p:nvSpPr>
        <p:spPr bwMode="auto">
          <a:xfrm>
            <a:off x="3451225" y="4975225"/>
            <a:ext cx="620713" cy="841375"/>
          </a:xfrm>
          <a:custGeom>
            <a:avLst/>
            <a:gdLst>
              <a:gd name="T0" fmla="*/ 0 w 270"/>
              <a:gd name="T1" fmla="*/ 336550 h 420"/>
              <a:gd name="T2" fmla="*/ 0 w 270"/>
              <a:gd name="T3" fmla="*/ 0 h 420"/>
              <a:gd name="T4" fmla="*/ 620713 w 270"/>
              <a:gd name="T5" fmla="*/ 0 h 420"/>
              <a:gd name="T6" fmla="*/ 620713 w 270"/>
              <a:gd name="T7" fmla="*/ 841375 h 4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0" h="420">
                <a:moveTo>
                  <a:pt x="0" y="168"/>
                </a:moveTo>
                <a:lnTo>
                  <a:pt x="0" y="0"/>
                </a:lnTo>
                <a:lnTo>
                  <a:pt x="270" y="0"/>
                </a:lnTo>
                <a:lnTo>
                  <a:pt x="270" y="420"/>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77" name="Freeform 17">
            <a:extLst>
              <a:ext uri="{FF2B5EF4-FFF2-40B4-BE49-F238E27FC236}">
                <a16:creationId xmlns:a16="http://schemas.microsoft.com/office/drawing/2014/main" id="{DF42DCB2-750E-60AE-0A29-F0A1E05ED67B}"/>
              </a:ext>
            </a:extLst>
          </p:cNvPr>
          <p:cNvSpPr>
            <a:spLocks/>
          </p:cNvSpPr>
          <p:nvPr/>
        </p:nvSpPr>
        <p:spPr bwMode="auto">
          <a:xfrm>
            <a:off x="681038" y="4865688"/>
            <a:ext cx="1377950" cy="758825"/>
          </a:xfrm>
          <a:custGeom>
            <a:avLst/>
            <a:gdLst>
              <a:gd name="T0" fmla="*/ 1377950 w 600"/>
              <a:gd name="T1" fmla="*/ 252942 h 378"/>
              <a:gd name="T2" fmla="*/ 1377950 w 600"/>
              <a:gd name="T3" fmla="*/ 0 h 378"/>
              <a:gd name="T4" fmla="*/ 0 w 600"/>
              <a:gd name="T5" fmla="*/ 0 h 378"/>
              <a:gd name="T6" fmla="*/ 0 w 600"/>
              <a:gd name="T7" fmla="*/ 758825 h 3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0" h="378">
                <a:moveTo>
                  <a:pt x="600" y="126"/>
                </a:moveTo>
                <a:lnTo>
                  <a:pt x="600" y="0"/>
                </a:lnTo>
                <a:lnTo>
                  <a:pt x="0" y="0"/>
                </a:lnTo>
                <a:lnTo>
                  <a:pt x="0" y="378"/>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78" name="Freeform 18">
            <a:extLst>
              <a:ext uri="{FF2B5EF4-FFF2-40B4-BE49-F238E27FC236}">
                <a16:creationId xmlns:a16="http://schemas.microsoft.com/office/drawing/2014/main" id="{B285C50C-20EB-119B-B019-611663C45818}"/>
              </a:ext>
            </a:extLst>
          </p:cNvPr>
          <p:cNvSpPr>
            <a:spLocks/>
          </p:cNvSpPr>
          <p:nvPr/>
        </p:nvSpPr>
        <p:spPr bwMode="auto">
          <a:xfrm>
            <a:off x="4608513" y="4841875"/>
            <a:ext cx="703262" cy="420688"/>
          </a:xfrm>
          <a:custGeom>
            <a:avLst/>
            <a:gdLst>
              <a:gd name="T0" fmla="*/ 0 w 306"/>
              <a:gd name="T1" fmla="*/ 420688 h 210"/>
              <a:gd name="T2" fmla="*/ 0 w 306"/>
              <a:gd name="T3" fmla="*/ 0 h 210"/>
              <a:gd name="T4" fmla="*/ 703262 w 306"/>
              <a:gd name="T5" fmla="*/ 0 h 210"/>
              <a:gd name="T6" fmla="*/ 703262 w 306"/>
              <a:gd name="T7" fmla="*/ 240393 h 2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6" h="210">
                <a:moveTo>
                  <a:pt x="0" y="210"/>
                </a:moveTo>
                <a:lnTo>
                  <a:pt x="0" y="0"/>
                </a:lnTo>
                <a:lnTo>
                  <a:pt x="306" y="0"/>
                </a:lnTo>
                <a:lnTo>
                  <a:pt x="306" y="120"/>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79" name="Rectangle 19">
            <a:extLst>
              <a:ext uri="{FF2B5EF4-FFF2-40B4-BE49-F238E27FC236}">
                <a16:creationId xmlns:a16="http://schemas.microsoft.com/office/drawing/2014/main" id="{899EB374-DCD3-054F-6E4A-9D739AEDACBB}"/>
              </a:ext>
            </a:extLst>
          </p:cNvPr>
          <p:cNvSpPr>
            <a:spLocks noChangeArrowheads="1"/>
          </p:cNvSpPr>
          <p:nvPr/>
        </p:nvSpPr>
        <p:spPr bwMode="auto">
          <a:xfrm>
            <a:off x="7807325" y="4818063"/>
            <a:ext cx="715963" cy="265112"/>
          </a:xfrm>
          <a:prstGeom prst="rect">
            <a:avLst/>
          </a:prstGeom>
          <a:noFill/>
          <a:ln w="444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80" name="Freeform 20">
            <a:extLst>
              <a:ext uri="{FF2B5EF4-FFF2-40B4-BE49-F238E27FC236}">
                <a16:creationId xmlns:a16="http://schemas.microsoft.com/office/drawing/2014/main" id="{C4B81C9A-16BE-B197-65D9-18AA28D9B3A3}"/>
              </a:ext>
            </a:extLst>
          </p:cNvPr>
          <p:cNvSpPr>
            <a:spLocks/>
          </p:cNvSpPr>
          <p:nvPr/>
        </p:nvSpPr>
        <p:spPr bwMode="auto">
          <a:xfrm>
            <a:off x="1370013" y="4770438"/>
            <a:ext cx="2384425" cy="204787"/>
          </a:xfrm>
          <a:custGeom>
            <a:avLst/>
            <a:gdLst>
              <a:gd name="T0" fmla="*/ 0 w 1038"/>
              <a:gd name="T1" fmla="*/ 96370 h 102"/>
              <a:gd name="T2" fmla="*/ 0 w 1038"/>
              <a:gd name="T3" fmla="*/ 0 h 102"/>
              <a:gd name="T4" fmla="*/ 2384425 w 1038"/>
              <a:gd name="T5" fmla="*/ 0 h 102"/>
              <a:gd name="T6" fmla="*/ 2384425 w 1038"/>
              <a:gd name="T7" fmla="*/ 204787 h 1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38" h="102">
                <a:moveTo>
                  <a:pt x="0" y="48"/>
                </a:moveTo>
                <a:lnTo>
                  <a:pt x="0" y="0"/>
                </a:lnTo>
                <a:lnTo>
                  <a:pt x="1038" y="0"/>
                </a:lnTo>
                <a:lnTo>
                  <a:pt x="1038" y="102"/>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81" name="Freeform 21">
            <a:extLst>
              <a:ext uri="{FF2B5EF4-FFF2-40B4-BE49-F238E27FC236}">
                <a16:creationId xmlns:a16="http://schemas.microsoft.com/office/drawing/2014/main" id="{54C655D1-FA50-99AD-7A3D-888A7E0EAA2D}"/>
              </a:ext>
            </a:extLst>
          </p:cNvPr>
          <p:cNvSpPr>
            <a:spLocks/>
          </p:cNvSpPr>
          <p:nvPr/>
        </p:nvSpPr>
        <p:spPr bwMode="auto">
          <a:xfrm>
            <a:off x="7269163" y="4578350"/>
            <a:ext cx="895350" cy="1238250"/>
          </a:xfrm>
          <a:custGeom>
            <a:avLst/>
            <a:gdLst>
              <a:gd name="T0" fmla="*/ 0 w 390"/>
              <a:gd name="T1" fmla="*/ 1238250 h 618"/>
              <a:gd name="T2" fmla="*/ 0 w 390"/>
              <a:gd name="T3" fmla="*/ 0 h 618"/>
              <a:gd name="T4" fmla="*/ 895350 w 390"/>
              <a:gd name="T5" fmla="*/ 0 h 618"/>
              <a:gd name="T6" fmla="*/ 895350 w 390"/>
              <a:gd name="T7" fmla="*/ 240437 h 6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90" h="618">
                <a:moveTo>
                  <a:pt x="0" y="618"/>
                </a:moveTo>
                <a:lnTo>
                  <a:pt x="0" y="0"/>
                </a:lnTo>
                <a:lnTo>
                  <a:pt x="390" y="0"/>
                </a:lnTo>
                <a:lnTo>
                  <a:pt x="390" y="120"/>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82" name="Freeform 22">
            <a:extLst>
              <a:ext uri="{FF2B5EF4-FFF2-40B4-BE49-F238E27FC236}">
                <a16:creationId xmlns:a16="http://schemas.microsoft.com/office/drawing/2014/main" id="{E786877D-210E-F1FF-09EB-3493595718CF}"/>
              </a:ext>
            </a:extLst>
          </p:cNvPr>
          <p:cNvSpPr>
            <a:spLocks/>
          </p:cNvSpPr>
          <p:nvPr/>
        </p:nvSpPr>
        <p:spPr bwMode="auto">
          <a:xfrm>
            <a:off x="6249988" y="4060825"/>
            <a:ext cx="1474787" cy="1082675"/>
          </a:xfrm>
          <a:custGeom>
            <a:avLst/>
            <a:gdLst>
              <a:gd name="T0" fmla="*/ 0 w 642"/>
              <a:gd name="T1" fmla="*/ 1082675 h 540"/>
              <a:gd name="T2" fmla="*/ 0 w 642"/>
              <a:gd name="T3" fmla="*/ 0 h 540"/>
              <a:gd name="T4" fmla="*/ 1474787 w 642"/>
              <a:gd name="T5" fmla="*/ 0 h 540"/>
              <a:gd name="T6" fmla="*/ 1474787 w 642"/>
              <a:gd name="T7" fmla="*/ 517278 h 5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42" h="540">
                <a:moveTo>
                  <a:pt x="0" y="540"/>
                </a:moveTo>
                <a:lnTo>
                  <a:pt x="0" y="0"/>
                </a:lnTo>
                <a:lnTo>
                  <a:pt x="642" y="0"/>
                </a:lnTo>
                <a:lnTo>
                  <a:pt x="642" y="258"/>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83" name="Freeform 23">
            <a:extLst>
              <a:ext uri="{FF2B5EF4-FFF2-40B4-BE49-F238E27FC236}">
                <a16:creationId xmlns:a16="http://schemas.microsoft.com/office/drawing/2014/main" id="{351685ED-F435-1DD1-A08A-15DE8D3C7BD4}"/>
              </a:ext>
            </a:extLst>
          </p:cNvPr>
          <p:cNvSpPr>
            <a:spLocks/>
          </p:cNvSpPr>
          <p:nvPr/>
        </p:nvSpPr>
        <p:spPr bwMode="auto">
          <a:xfrm>
            <a:off x="2568575" y="3543300"/>
            <a:ext cx="2384425" cy="1298575"/>
          </a:xfrm>
          <a:custGeom>
            <a:avLst/>
            <a:gdLst>
              <a:gd name="T0" fmla="*/ 0 w 1038"/>
              <a:gd name="T1" fmla="*/ 1226432 h 648"/>
              <a:gd name="T2" fmla="*/ 0 w 1038"/>
              <a:gd name="T3" fmla="*/ 0 h 648"/>
              <a:gd name="T4" fmla="*/ 2384425 w 1038"/>
              <a:gd name="T5" fmla="*/ 0 h 648"/>
              <a:gd name="T6" fmla="*/ 2384425 w 1038"/>
              <a:gd name="T7" fmla="*/ 1298575 h 6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38" h="648">
                <a:moveTo>
                  <a:pt x="0" y="612"/>
                </a:moveTo>
                <a:lnTo>
                  <a:pt x="0" y="0"/>
                </a:lnTo>
                <a:lnTo>
                  <a:pt x="1038" y="0"/>
                </a:lnTo>
                <a:lnTo>
                  <a:pt x="1038" y="648"/>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84" name="Freeform 24">
            <a:extLst>
              <a:ext uri="{FF2B5EF4-FFF2-40B4-BE49-F238E27FC236}">
                <a16:creationId xmlns:a16="http://schemas.microsoft.com/office/drawing/2014/main" id="{8ED21963-A115-8AF1-1D82-F154D6A02F3C}"/>
              </a:ext>
            </a:extLst>
          </p:cNvPr>
          <p:cNvSpPr>
            <a:spLocks/>
          </p:cNvSpPr>
          <p:nvPr/>
        </p:nvSpPr>
        <p:spPr bwMode="auto">
          <a:xfrm>
            <a:off x="3768725" y="1149350"/>
            <a:ext cx="3211513" cy="2911475"/>
          </a:xfrm>
          <a:custGeom>
            <a:avLst/>
            <a:gdLst>
              <a:gd name="T0" fmla="*/ 0 w 1398"/>
              <a:gd name="T1" fmla="*/ 2394147 h 1452"/>
              <a:gd name="T2" fmla="*/ 0 w 1398"/>
              <a:gd name="T3" fmla="*/ 0 h 1452"/>
              <a:gd name="T4" fmla="*/ 3211513 w 1398"/>
              <a:gd name="T5" fmla="*/ 0 h 1452"/>
              <a:gd name="T6" fmla="*/ 3211513 w 1398"/>
              <a:gd name="T7" fmla="*/ 2911475 h 14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98" h="1452">
                <a:moveTo>
                  <a:pt x="0" y="1194"/>
                </a:moveTo>
                <a:lnTo>
                  <a:pt x="0" y="0"/>
                </a:lnTo>
                <a:lnTo>
                  <a:pt x="1398" y="0"/>
                </a:lnTo>
                <a:lnTo>
                  <a:pt x="1398" y="1452"/>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85" name="Rectangle 25">
            <a:extLst>
              <a:ext uri="{FF2B5EF4-FFF2-40B4-BE49-F238E27FC236}">
                <a16:creationId xmlns:a16="http://schemas.microsoft.com/office/drawing/2014/main" id="{055FE66F-A9A4-EDAB-9C32-10CF7180BE55}"/>
              </a:ext>
            </a:extLst>
          </p:cNvPr>
          <p:cNvSpPr>
            <a:spLocks noChangeArrowheads="1"/>
          </p:cNvSpPr>
          <p:nvPr/>
        </p:nvSpPr>
        <p:spPr bwMode="auto">
          <a:xfrm>
            <a:off x="8027988" y="5049838"/>
            <a:ext cx="284162" cy="93662"/>
          </a:xfrm>
          <a:prstGeom prst="rect">
            <a:avLst/>
          </a:prstGeom>
          <a:solidFill>
            <a:schemeClr val="bg1"/>
          </a:solidFill>
          <a:ln w="4445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86" name="Text Box 26">
            <a:extLst>
              <a:ext uri="{FF2B5EF4-FFF2-40B4-BE49-F238E27FC236}">
                <a16:creationId xmlns:a16="http://schemas.microsoft.com/office/drawing/2014/main" id="{E466DA2A-181E-74F8-3891-51362EB3A18B}"/>
              </a:ext>
            </a:extLst>
          </p:cNvPr>
          <p:cNvSpPr txBox="1">
            <a:spLocks noChangeArrowheads="1"/>
          </p:cNvSpPr>
          <p:nvPr/>
        </p:nvSpPr>
        <p:spPr bwMode="auto">
          <a:xfrm>
            <a:off x="149225" y="638175"/>
            <a:ext cx="3606800" cy="292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b="1">
                <a:cs typeface="Times New Roman" panose="02020603050405020304" pitchFamily="18" charset="0"/>
              </a:rPr>
              <a:t>Pedro</a:t>
            </a:r>
            <a:r>
              <a:rPr lang="en-US" altLang="en-US" sz="1800">
                <a:cs typeface="Times New Roman" panose="02020603050405020304" pitchFamily="18" charset="0"/>
              </a:rPr>
              <a:t>  </a:t>
            </a:r>
            <a:r>
              <a:rPr lang="en-US" altLang="en-US" sz="1800">
                <a:solidFill>
                  <a:schemeClr val="bg2"/>
                </a:solidFill>
                <a:cs typeface="Times New Roman" panose="02020603050405020304" pitchFamily="18" charset="0"/>
              </a:rPr>
              <a:t>(Portuguese)</a:t>
            </a:r>
          </a:p>
          <a:p>
            <a:pPr algn="l" eaLnBrk="1" hangingPunct="1"/>
            <a:r>
              <a:rPr lang="en-US" altLang="en-US" sz="1200">
                <a:cs typeface="Times New Roman" panose="02020603050405020304" pitchFamily="18" charset="0"/>
              </a:rPr>
              <a:t>Petros (Greek), Peter  (English), Piotr  (Polish), Peadar (Irish), Pierre (French), Peder  (Danish), Peka (Hawaiian), Pietro (Italian), Piero (Italian Alternative), Petr (Czech), Pyotr (Russian)</a:t>
            </a:r>
          </a:p>
          <a:p>
            <a:pPr algn="l" eaLnBrk="1" hangingPunct="1"/>
            <a:endParaRPr lang="en-US" altLang="en-US" sz="1200">
              <a:cs typeface="Times New Roman" panose="02020603050405020304" pitchFamily="18" charset="0"/>
            </a:endParaRPr>
          </a:p>
          <a:p>
            <a:pPr algn="l" eaLnBrk="1" hangingPunct="1"/>
            <a:r>
              <a:rPr lang="en-US" altLang="en-US" sz="1800" b="1">
                <a:cs typeface="Times New Roman" panose="02020603050405020304" pitchFamily="18" charset="0"/>
              </a:rPr>
              <a:t>Cristovao</a:t>
            </a:r>
            <a:r>
              <a:rPr lang="en-US" altLang="en-US" sz="1800">
                <a:cs typeface="Times New Roman" panose="02020603050405020304" pitchFamily="18" charset="0"/>
              </a:rPr>
              <a:t> </a:t>
            </a:r>
            <a:r>
              <a:rPr lang="en-US" altLang="en-US" sz="1800">
                <a:solidFill>
                  <a:schemeClr val="bg2"/>
                </a:solidFill>
                <a:cs typeface="Times New Roman" panose="02020603050405020304" pitchFamily="18" charset="0"/>
              </a:rPr>
              <a:t>(Portuguese)</a:t>
            </a:r>
          </a:p>
          <a:p>
            <a:pPr algn="l" eaLnBrk="1" hangingPunct="1"/>
            <a:r>
              <a:rPr lang="en-US" altLang="en-US" sz="1200">
                <a:cs typeface="Times New Roman" panose="02020603050405020304" pitchFamily="18" charset="0"/>
              </a:rPr>
              <a:t>Christoph (German), Christophe (French), Cristobal (Spanish), Cristoforo (Italian), Kristoffer (Scandinavian), Krystof (Czech), Christopher (English)</a:t>
            </a:r>
          </a:p>
          <a:p>
            <a:pPr algn="l" eaLnBrk="1" hangingPunct="1"/>
            <a:endParaRPr lang="en-US" altLang="en-US" sz="1200">
              <a:cs typeface="Times New Roman" panose="02020603050405020304" pitchFamily="18" charset="0"/>
            </a:endParaRPr>
          </a:p>
          <a:p>
            <a:pPr algn="l" eaLnBrk="1" hangingPunct="1"/>
            <a:endParaRPr lang="en-US" altLang="en-US" sz="1200">
              <a:cs typeface="Times New Roman" panose="02020603050405020304" pitchFamily="18" charset="0"/>
            </a:endParaRPr>
          </a:p>
          <a:p>
            <a:pPr algn="l" eaLnBrk="1" hangingPunct="1"/>
            <a:r>
              <a:rPr lang="en-US" altLang="en-US" sz="1800" b="1">
                <a:cs typeface="Times New Roman" panose="02020603050405020304" pitchFamily="18" charset="0"/>
              </a:rPr>
              <a:t>Miguel</a:t>
            </a:r>
            <a:r>
              <a:rPr lang="en-US" altLang="en-US" sz="1800">
                <a:cs typeface="Times New Roman" panose="02020603050405020304" pitchFamily="18" charset="0"/>
              </a:rPr>
              <a:t> </a:t>
            </a:r>
            <a:r>
              <a:rPr lang="en-US" altLang="en-US" sz="1800">
                <a:solidFill>
                  <a:schemeClr val="bg2"/>
                </a:solidFill>
                <a:cs typeface="Times New Roman" panose="02020603050405020304" pitchFamily="18" charset="0"/>
              </a:rPr>
              <a:t>(Portuguese)</a:t>
            </a:r>
          </a:p>
          <a:p>
            <a:pPr algn="l" eaLnBrk="1" hangingPunct="1"/>
            <a:r>
              <a:rPr lang="en-US" altLang="en-US" sz="1200">
                <a:cs typeface="Times New Roman" panose="02020603050405020304" pitchFamily="18" charset="0"/>
              </a:rPr>
              <a:t>Michalis (Greek), Michael (English), Mick (Irish!)</a:t>
            </a:r>
            <a:r>
              <a:rPr lang="en-US" altLang="en-US" sz="1200"/>
              <a:t> </a:t>
            </a:r>
          </a:p>
        </p:txBody>
      </p:sp>
      <p:sp>
        <p:nvSpPr>
          <p:cNvPr id="198683" name="Text Box 27">
            <a:extLst>
              <a:ext uri="{FF2B5EF4-FFF2-40B4-BE49-F238E27FC236}">
                <a16:creationId xmlns:a16="http://schemas.microsoft.com/office/drawing/2014/main" id="{4299AFDD-8CF8-1FBF-A94D-6D1D5A7C1044}"/>
              </a:ext>
            </a:extLst>
          </p:cNvPr>
          <p:cNvSpPr txBox="1">
            <a:spLocks noChangeArrowheads="1"/>
          </p:cNvSpPr>
          <p:nvPr/>
        </p:nvSpPr>
        <p:spPr bwMode="auto">
          <a:xfrm>
            <a:off x="241300" y="182563"/>
            <a:ext cx="8902700" cy="457200"/>
          </a:xfrm>
          <a:prstGeom prst="rect">
            <a:avLst/>
          </a:prstGeom>
          <a:noFill/>
          <a:ln>
            <a:noFill/>
          </a:ln>
          <a:effectLst/>
        </p:spPr>
        <p:txBody>
          <a:bodyPr wrap="none">
            <a:spAutoFit/>
          </a:bodyPr>
          <a:lstStyle/>
          <a:p>
            <a:pPr eaLnBrk="1" hangingPunct="1">
              <a:defRPr/>
            </a:pPr>
            <a:r>
              <a:rPr lang="en-US" altLang="en-US">
                <a:effectLst>
                  <a:outerShdw blurRad="38100" dist="38100" dir="2700000" algn="tl">
                    <a:srgbClr val="C0C0C0"/>
                  </a:outerShdw>
                </a:effectLst>
                <a:cs typeface="Times New Roman" panose="02020603050405020304" pitchFamily="18" charset="0"/>
              </a:rPr>
              <a:t>A Demonstration of Hierarchical Clustering using String Edit Distance </a:t>
            </a:r>
          </a:p>
        </p:txBody>
      </p:sp>
      <p:sp>
        <p:nvSpPr>
          <p:cNvPr id="15388" name="Rectangle 28">
            <a:extLst>
              <a:ext uri="{FF2B5EF4-FFF2-40B4-BE49-F238E27FC236}">
                <a16:creationId xmlns:a16="http://schemas.microsoft.com/office/drawing/2014/main" id="{1FD219E1-C193-2067-6B10-64912D057975}"/>
              </a:ext>
            </a:extLst>
          </p:cNvPr>
          <p:cNvSpPr>
            <a:spLocks noChangeArrowheads="1"/>
          </p:cNvSpPr>
          <p:nvPr/>
        </p:nvSpPr>
        <p:spPr bwMode="auto">
          <a:xfrm>
            <a:off x="0" y="5697538"/>
            <a:ext cx="9144000" cy="1160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89" name="Rectangle 29">
            <a:extLst>
              <a:ext uri="{FF2B5EF4-FFF2-40B4-BE49-F238E27FC236}">
                <a16:creationId xmlns:a16="http://schemas.microsoft.com/office/drawing/2014/main" id="{3CA5D24A-C38B-7703-84B3-7A5FF9E74D53}"/>
              </a:ext>
            </a:extLst>
          </p:cNvPr>
          <p:cNvSpPr>
            <a:spLocks noChangeArrowheads="1"/>
          </p:cNvSpPr>
          <p:nvPr/>
        </p:nvSpPr>
        <p:spPr bwMode="auto">
          <a:xfrm>
            <a:off x="336550" y="5780088"/>
            <a:ext cx="5726113"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90" name="Rectangle 30">
            <a:extLst>
              <a:ext uri="{FF2B5EF4-FFF2-40B4-BE49-F238E27FC236}">
                <a16:creationId xmlns:a16="http://schemas.microsoft.com/office/drawing/2014/main" id="{973BDD21-40F9-F5CC-D5B1-BAD0E0730C64}"/>
              </a:ext>
            </a:extLst>
          </p:cNvPr>
          <p:cNvSpPr>
            <a:spLocks noChangeArrowheads="1"/>
          </p:cNvSpPr>
          <p:nvPr/>
        </p:nvSpPr>
        <p:spPr bwMode="auto">
          <a:xfrm rot="-3934905">
            <a:off x="105569" y="5947569"/>
            <a:ext cx="6588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a:solidFill>
                  <a:srgbClr val="000000"/>
                </a:solidFill>
                <a:latin typeface="Helvetica" panose="020B0604020202020204" pitchFamily="34" charset="0"/>
              </a:rPr>
              <a:t> </a:t>
            </a:r>
            <a:r>
              <a:rPr lang="en-US" altLang="en-US" sz="1800"/>
              <a:t>Piotr</a:t>
            </a:r>
          </a:p>
        </p:txBody>
      </p:sp>
      <p:sp>
        <p:nvSpPr>
          <p:cNvPr id="15391" name="Rectangle 31">
            <a:extLst>
              <a:ext uri="{FF2B5EF4-FFF2-40B4-BE49-F238E27FC236}">
                <a16:creationId xmlns:a16="http://schemas.microsoft.com/office/drawing/2014/main" id="{3D620057-78A4-F74C-547D-0997B6C289C2}"/>
              </a:ext>
            </a:extLst>
          </p:cNvPr>
          <p:cNvSpPr>
            <a:spLocks noChangeArrowheads="1"/>
          </p:cNvSpPr>
          <p:nvPr/>
        </p:nvSpPr>
        <p:spPr bwMode="auto">
          <a:xfrm rot="-3946978">
            <a:off x="427038" y="5976938"/>
            <a:ext cx="7207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a:solidFill>
                  <a:srgbClr val="000000"/>
                </a:solidFill>
                <a:latin typeface="Helvetica" panose="020B0604020202020204" pitchFamily="34" charset="0"/>
              </a:rPr>
              <a:t> </a:t>
            </a:r>
            <a:r>
              <a:rPr lang="en-US" altLang="en-US" sz="1800"/>
              <a:t>Pyotr</a:t>
            </a:r>
          </a:p>
        </p:txBody>
      </p:sp>
      <p:sp>
        <p:nvSpPr>
          <p:cNvPr id="15392" name="Rectangle 32">
            <a:extLst>
              <a:ext uri="{FF2B5EF4-FFF2-40B4-BE49-F238E27FC236}">
                <a16:creationId xmlns:a16="http://schemas.microsoft.com/office/drawing/2014/main" id="{87407206-64FD-5FB6-6D29-E02B937F20BB}"/>
              </a:ext>
            </a:extLst>
          </p:cNvPr>
          <p:cNvSpPr>
            <a:spLocks noChangeArrowheads="1"/>
          </p:cNvSpPr>
          <p:nvPr/>
        </p:nvSpPr>
        <p:spPr bwMode="auto">
          <a:xfrm rot="-3928464">
            <a:off x="751682" y="6015831"/>
            <a:ext cx="8048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a:solidFill>
                  <a:srgbClr val="000000"/>
                </a:solidFill>
                <a:latin typeface="Helvetica" panose="020B0604020202020204" pitchFamily="34" charset="0"/>
              </a:rPr>
              <a:t> </a:t>
            </a:r>
            <a:r>
              <a:rPr lang="en-US" altLang="en-US" sz="1800"/>
              <a:t>Petros</a:t>
            </a:r>
          </a:p>
        </p:txBody>
      </p:sp>
      <p:sp>
        <p:nvSpPr>
          <p:cNvPr id="15393" name="Rectangle 33">
            <a:extLst>
              <a:ext uri="{FF2B5EF4-FFF2-40B4-BE49-F238E27FC236}">
                <a16:creationId xmlns:a16="http://schemas.microsoft.com/office/drawing/2014/main" id="{3C4E4EA2-BCB4-4F9E-8B33-E9CE45EF4A13}"/>
              </a:ext>
            </a:extLst>
          </p:cNvPr>
          <p:cNvSpPr>
            <a:spLocks noChangeArrowheads="1"/>
          </p:cNvSpPr>
          <p:nvPr/>
        </p:nvSpPr>
        <p:spPr bwMode="auto">
          <a:xfrm rot="-3922811">
            <a:off x="1150144" y="6001544"/>
            <a:ext cx="7762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a:solidFill>
                  <a:srgbClr val="000000"/>
                </a:solidFill>
                <a:latin typeface="Helvetica" panose="020B0604020202020204" pitchFamily="34" charset="0"/>
              </a:rPr>
              <a:t> </a:t>
            </a:r>
            <a:r>
              <a:rPr lang="en-US" altLang="en-US" sz="1800"/>
              <a:t>Pietro</a:t>
            </a:r>
          </a:p>
        </p:txBody>
      </p:sp>
      <p:sp>
        <p:nvSpPr>
          <p:cNvPr id="15394" name="Rectangle 34">
            <a:extLst>
              <a:ext uri="{FF2B5EF4-FFF2-40B4-BE49-F238E27FC236}">
                <a16:creationId xmlns:a16="http://schemas.microsoft.com/office/drawing/2014/main" id="{43E2C0F5-65DD-DF30-03C0-1D1E282DB649}"/>
              </a:ext>
            </a:extLst>
          </p:cNvPr>
          <p:cNvSpPr>
            <a:spLocks noChangeArrowheads="1"/>
          </p:cNvSpPr>
          <p:nvPr/>
        </p:nvSpPr>
        <p:spPr bwMode="auto">
          <a:xfrm rot="-3945962">
            <a:off x="1580356" y="5974557"/>
            <a:ext cx="663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solidFill>
                  <a:srgbClr val="0000FF"/>
                </a:solidFill>
              </a:rPr>
              <a:t>Pedro</a:t>
            </a:r>
          </a:p>
        </p:txBody>
      </p:sp>
      <p:sp>
        <p:nvSpPr>
          <p:cNvPr id="15395" name="Rectangle 35">
            <a:extLst>
              <a:ext uri="{FF2B5EF4-FFF2-40B4-BE49-F238E27FC236}">
                <a16:creationId xmlns:a16="http://schemas.microsoft.com/office/drawing/2014/main" id="{C773F1B5-F982-1C16-9FBB-28272189B6DB}"/>
              </a:ext>
            </a:extLst>
          </p:cNvPr>
          <p:cNvSpPr>
            <a:spLocks noChangeArrowheads="1"/>
          </p:cNvSpPr>
          <p:nvPr/>
        </p:nvSpPr>
        <p:spPr bwMode="auto">
          <a:xfrm rot="-3931340">
            <a:off x="1798638" y="6000750"/>
            <a:ext cx="7778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a:solidFill>
                  <a:srgbClr val="000000"/>
                </a:solidFill>
                <a:latin typeface="Helvetica" panose="020B0604020202020204" pitchFamily="34" charset="0"/>
              </a:rPr>
              <a:t> </a:t>
            </a:r>
            <a:r>
              <a:rPr lang="en-US" altLang="en-US" sz="1800"/>
              <a:t>Pierre</a:t>
            </a:r>
          </a:p>
        </p:txBody>
      </p:sp>
      <p:sp>
        <p:nvSpPr>
          <p:cNvPr id="15396" name="Rectangle 36">
            <a:extLst>
              <a:ext uri="{FF2B5EF4-FFF2-40B4-BE49-F238E27FC236}">
                <a16:creationId xmlns:a16="http://schemas.microsoft.com/office/drawing/2014/main" id="{4F3B0C23-0842-9EA3-7C7E-0B49AEAEB38B}"/>
              </a:ext>
            </a:extLst>
          </p:cNvPr>
          <p:cNvSpPr>
            <a:spLocks noChangeArrowheads="1"/>
          </p:cNvSpPr>
          <p:nvPr/>
        </p:nvSpPr>
        <p:spPr bwMode="auto">
          <a:xfrm rot="-3949083">
            <a:off x="2205832" y="5968206"/>
            <a:ext cx="7096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a:solidFill>
                  <a:srgbClr val="000000"/>
                </a:solidFill>
                <a:latin typeface="Helvetica" panose="020B0604020202020204" pitchFamily="34" charset="0"/>
              </a:rPr>
              <a:t> </a:t>
            </a:r>
            <a:r>
              <a:rPr lang="en-US" altLang="en-US" sz="1800"/>
              <a:t>Piero</a:t>
            </a:r>
          </a:p>
        </p:txBody>
      </p:sp>
      <p:sp>
        <p:nvSpPr>
          <p:cNvPr id="15397" name="Rectangle 37">
            <a:extLst>
              <a:ext uri="{FF2B5EF4-FFF2-40B4-BE49-F238E27FC236}">
                <a16:creationId xmlns:a16="http://schemas.microsoft.com/office/drawing/2014/main" id="{F20B3AED-8EFF-C8A7-E5EB-E50118932B3A}"/>
              </a:ext>
            </a:extLst>
          </p:cNvPr>
          <p:cNvSpPr>
            <a:spLocks noChangeArrowheads="1"/>
          </p:cNvSpPr>
          <p:nvPr/>
        </p:nvSpPr>
        <p:spPr bwMode="auto">
          <a:xfrm rot="-3950123">
            <a:off x="2568575" y="5964238"/>
            <a:ext cx="6953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a:solidFill>
                  <a:srgbClr val="000000"/>
                </a:solidFill>
                <a:latin typeface="Helvetica" panose="020B0604020202020204" pitchFamily="34" charset="0"/>
              </a:rPr>
              <a:t> </a:t>
            </a:r>
            <a:r>
              <a:rPr lang="en-US" altLang="en-US" sz="1800"/>
              <a:t>Peter</a:t>
            </a:r>
          </a:p>
        </p:txBody>
      </p:sp>
      <p:sp>
        <p:nvSpPr>
          <p:cNvPr id="15398" name="Rectangle 38">
            <a:extLst>
              <a:ext uri="{FF2B5EF4-FFF2-40B4-BE49-F238E27FC236}">
                <a16:creationId xmlns:a16="http://schemas.microsoft.com/office/drawing/2014/main" id="{AB2BDE7B-B4F9-78C2-AB83-5B029FA979A5}"/>
              </a:ext>
            </a:extLst>
          </p:cNvPr>
          <p:cNvSpPr>
            <a:spLocks noChangeArrowheads="1"/>
          </p:cNvSpPr>
          <p:nvPr/>
        </p:nvSpPr>
        <p:spPr bwMode="auto">
          <a:xfrm rot="-3972130">
            <a:off x="2973388" y="5978525"/>
            <a:ext cx="5921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t>Peder</a:t>
            </a:r>
          </a:p>
        </p:txBody>
      </p:sp>
      <p:sp>
        <p:nvSpPr>
          <p:cNvPr id="15399" name="Rectangle 39">
            <a:extLst>
              <a:ext uri="{FF2B5EF4-FFF2-40B4-BE49-F238E27FC236}">
                <a16:creationId xmlns:a16="http://schemas.microsoft.com/office/drawing/2014/main" id="{C69866BD-BA8A-5812-B295-251796DC381D}"/>
              </a:ext>
            </a:extLst>
          </p:cNvPr>
          <p:cNvSpPr>
            <a:spLocks noChangeArrowheads="1"/>
          </p:cNvSpPr>
          <p:nvPr/>
        </p:nvSpPr>
        <p:spPr bwMode="auto">
          <a:xfrm rot="-3944043">
            <a:off x="3240088" y="5951537"/>
            <a:ext cx="6667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a:solidFill>
                  <a:srgbClr val="000000"/>
                </a:solidFill>
                <a:latin typeface="Helvetica" panose="020B0604020202020204" pitchFamily="34" charset="0"/>
              </a:rPr>
              <a:t> </a:t>
            </a:r>
            <a:r>
              <a:rPr lang="en-US" altLang="en-US" sz="1800"/>
              <a:t>Peka</a:t>
            </a:r>
          </a:p>
        </p:txBody>
      </p:sp>
      <p:sp>
        <p:nvSpPr>
          <p:cNvPr id="15400" name="Rectangle 40">
            <a:extLst>
              <a:ext uri="{FF2B5EF4-FFF2-40B4-BE49-F238E27FC236}">
                <a16:creationId xmlns:a16="http://schemas.microsoft.com/office/drawing/2014/main" id="{3317588E-C81A-90A4-25C8-AFDDE469B68F}"/>
              </a:ext>
            </a:extLst>
          </p:cNvPr>
          <p:cNvSpPr>
            <a:spLocks noChangeArrowheads="1"/>
          </p:cNvSpPr>
          <p:nvPr/>
        </p:nvSpPr>
        <p:spPr bwMode="auto">
          <a:xfrm rot="-3916392">
            <a:off x="3451225" y="6046788"/>
            <a:ext cx="8667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a:solidFill>
                  <a:srgbClr val="000000"/>
                </a:solidFill>
                <a:latin typeface="Helvetica" panose="020B0604020202020204" pitchFamily="34" charset="0"/>
              </a:rPr>
              <a:t> </a:t>
            </a:r>
            <a:r>
              <a:rPr lang="en-US" altLang="en-US" sz="1800"/>
              <a:t>Peadar</a:t>
            </a:r>
          </a:p>
        </p:txBody>
      </p:sp>
      <p:sp>
        <p:nvSpPr>
          <p:cNvPr id="15401" name="Rectangle 41">
            <a:extLst>
              <a:ext uri="{FF2B5EF4-FFF2-40B4-BE49-F238E27FC236}">
                <a16:creationId xmlns:a16="http://schemas.microsoft.com/office/drawing/2014/main" id="{92ADC635-DBC1-9358-87F9-16373ABC0B4B}"/>
              </a:ext>
            </a:extLst>
          </p:cNvPr>
          <p:cNvSpPr>
            <a:spLocks noChangeArrowheads="1"/>
          </p:cNvSpPr>
          <p:nvPr/>
        </p:nvSpPr>
        <p:spPr bwMode="auto">
          <a:xfrm rot="-3922958">
            <a:off x="3869532" y="6119019"/>
            <a:ext cx="971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t>Michalis</a:t>
            </a:r>
          </a:p>
        </p:txBody>
      </p:sp>
      <p:sp>
        <p:nvSpPr>
          <p:cNvPr id="15402" name="Rectangle 42">
            <a:extLst>
              <a:ext uri="{FF2B5EF4-FFF2-40B4-BE49-F238E27FC236}">
                <a16:creationId xmlns:a16="http://schemas.microsoft.com/office/drawing/2014/main" id="{0F33305E-87A7-89A2-4677-7DF54DB027C9}"/>
              </a:ext>
            </a:extLst>
          </p:cNvPr>
          <p:cNvSpPr>
            <a:spLocks noChangeArrowheads="1"/>
          </p:cNvSpPr>
          <p:nvPr/>
        </p:nvSpPr>
        <p:spPr bwMode="auto">
          <a:xfrm rot="-3913360">
            <a:off x="4264025" y="6091238"/>
            <a:ext cx="9096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t>Michael</a:t>
            </a:r>
          </a:p>
        </p:txBody>
      </p:sp>
      <p:sp>
        <p:nvSpPr>
          <p:cNvPr id="15403" name="Rectangle 43">
            <a:extLst>
              <a:ext uri="{FF2B5EF4-FFF2-40B4-BE49-F238E27FC236}">
                <a16:creationId xmlns:a16="http://schemas.microsoft.com/office/drawing/2014/main" id="{F6F60116-5B29-D5D8-93C0-532939CEC529}"/>
              </a:ext>
            </a:extLst>
          </p:cNvPr>
          <p:cNvSpPr>
            <a:spLocks noChangeArrowheads="1"/>
          </p:cNvSpPr>
          <p:nvPr/>
        </p:nvSpPr>
        <p:spPr bwMode="auto">
          <a:xfrm rot="-3943084">
            <a:off x="4654550" y="6042025"/>
            <a:ext cx="8080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solidFill>
                  <a:srgbClr val="0000FF"/>
                </a:solidFill>
              </a:rPr>
              <a:t>Miguel</a:t>
            </a:r>
          </a:p>
        </p:txBody>
      </p:sp>
      <p:sp>
        <p:nvSpPr>
          <p:cNvPr id="15404" name="Rectangle 44">
            <a:extLst>
              <a:ext uri="{FF2B5EF4-FFF2-40B4-BE49-F238E27FC236}">
                <a16:creationId xmlns:a16="http://schemas.microsoft.com/office/drawing/2014/main" id="{29242184-0229-091F-5DD3-E95320BEE86E}"/>
              </a:ext>
            </a:extLst>
          </p:cNvPr>
          <p:cNvSpPr>
            <a:spLocks noChangeArrowheads="1"/>
          </p:cNvSpPr>
          <p:nvPr/>
        </p:nvSpPr>
        <p:spPr bwMode="auto">
          <a:xfrm rot="-3933695">
            <a:off x="5045075" y="5951538"/>
            <a:ext cx="6048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t>Mick</a:t>
            </a:r>
          </a:p>
        </p:txBody>
      </p:sp>
      <p:sp>
        <p:nvSpPr>
          <p:cNvPr id="15405" name="Rectangle 45">
            <a:extLst>
              <a:ext uri="{FF2B5EF4-FFF2-40B4-BE49-F238E27FC236}">
                <a16:creationId xmlns:a16="http://schemas.microsoft.com/office/drawing/2014/main" id="{961FACBF-C0A1-EAD6-A312-B9410F4C08FE}"/>
              </a:ext>
            </a:extLst>
          </p:cNvPr>
          <p:cNvSpPr>
            <a:spLocks noChangeArrowheads="1"/>
          </p:cNvSpPr>
          <p:nvPr/>
        </p:nvSpPr>
        <p:spPr bwMode="auto">
          <a:xfrm rot="-3930391">
            <a:off x="5072857" y="6168231"/>
            <a:ext cx="1111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solidFill>
                  <a:srgbClr val="0000FF"/>
                </a:solidFill>
              </a:rPr>
              <a:t>Cristovao</a:t>
            </a:r>
          </a:p>
        </p:txBody>
      </p:sp>
      <p:sp>
        <p:nvSpPr>
          <p:cNvPr id="15406" name="Rectangle 46">
            <a:extLst>
              <a:ext uri="{FF2B5EF4-FFF2-40B4-BE49-F238E27FC236}">
                <a16:creationId xmlns:a16="http://schemas.microsoft.com/office/drawing/2014/main" id="{DC6AA4BE-AFA5-7F4E-EE05-A8854B21333D}"/>
              </a:ext>
            </a:extLst>
          </p:cNvPr>
          <p:cNvSpPr>
            <a:spLocks noChangeArrowheads="1"/>
          </p:cNvSpPr>
          <p:nvPr/>
        </p:nvSpPr>
        <p:spPr bwMode="auto">
          <a:xfrm rot="-3917436">
            <a:off x="5275262" y="6265863"/>
            <a:ext cx="12938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t>Christopher</a:t>
            </a:r>
          </a:p>
        </p:txBody>
      </p:sp>
      <p:sp>
        <p:nvSpPr>
          <p:cNvPr id="15407" name="Rectangle 47">
            <a:extLst>
              <a:ext uri="{FF2B5EF4-FFF2-40B4-BE49-F238E27FC236}">
                <a16:creationId xmlns:a16="http://schemas.microsoft.com/office/drawing/2014/main" id="{4886A09A-4B89-0041-63D8-9409432D15EB}"/>
              </a:ext>
            </a:extLst>
          </p:cNvPr>
          <p:cNvSpPr>
            <a:spLocks noChangeArrowheads="1"/>
          </p:cNvSpPr>
          <p:nvPr/>
        </p:nvSpPr>
        <p:spPr bwMode="auto">
          <a:xfrm rot="-3922141">
            <a:off x="5770563" y="6226175"/>
            <a:ext cx="12017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t>Christophe</a:t>
            </a:r>
          </a:p>
        </p:txBody>
      </p:sp>
      <p:sp>
        <p:nvSpPr>
          <p:cNvPr id="15408" name="Rectangle 48">
            <a:extLst>
              <a:ext uri="{FF2B5EF4-FFF2-40B4-BE49-F238E27FC236}">
                <a16:creationId xmlns:a16="http://schemas.microsoft.com/office/drawing/2014/main" id="{640DA2A7-E374-985F-3602-8DED9D1CE89C}"/>
              </a:ext>
            </a:extLst>
          </p:cNvPr>
          <p:cNvSpPr>
            <a:spLocks noChangeArrowheads="1"/>
          </p:cNvSpPr>
          <p:nvPr/>
        </p:nvSpPr>
        <p:spPr bwMode="auto">
          <a:xfrm rot="-3922270">
            <a:off x="6236494" y="6166644"/>
            <a:ext cx="1085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t>Christoph</a:t>
            </a:r>
          </a:p>
        </p:txBody>
      </p:sp>
      <p:sp>
        <p:nvSpPr>
          <p:cNvPr id="15409" name="Rectangle 49">
            <a:extLst>
              <a:ext uri="{FF2B5EF4-FFF2-40B4-BE49-F238E27FC236}">
                <a16:creationId xmlns:a16="http://schemas.microsoft.com/office/drawing/2014/main" id="{EF0299E1-77D5-80F7-64FD-64A522FC1F1F}"/>
              </a:ext>
            </a:extLst>
          </p:cNvPr>
          <p:cNvSpPr>
            <a:spLocks noChangeArrowheads="1"/>
          </p:cNvSpPr>
          <p:nvPr/>
        </p:nvSpPr>
        <p:spPr bwMode="auto">
          <a:xfrm rot="-3929420">
            <a:off x="6662738" y="6124575"/>
            <a:ext cx="9858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t>Crisdean</a:t>
            </a:r>
          </a:p>
        </p:txBody>
      </p:sp>
      <p:sp>
        <p:nvSpPr>
          <p:cNvPr id="15410" name="Rectangle 50">
            <a:extLst>
              <a:ext uri="{FF2B5EF4-FFF2-40B4-BE49-F238E27FC236}">
                <a16:creationId xmlns:a16="http://schemas.microsoft.com/office/drawing/2014/main" id="{CE20C667-9040-A08C-C25B-BC36BE63BF38}"/>
              </a:ext>
            </a:extLst>
          </p:cNvPr>
          <p:cNvSpPr>
            <a:spLocks noChangeArrowheads="1"/>
          </p:cNvSpPr>
          <p:nvPr/>
        </p:nvSpPr>
        <p:spPr bwMode="auto">
          <a:xfrm rot="-3925722">
            <a:off x="7006431" y="6139657"/>
            <a:ext cx="10128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t>Cristobal</a:t>
            </a:r>
          </a:p>
        </p:txBody>
      </p:sp>
      <p:sp>
        <p:nvSpPr>
          <p:cNvPr id="15411" name="Rectangle 51">
            <a:extLst>
              <a:ext uri="{FF2B5EF4-FFF2-40B4-BE49-F238E27FC236}">
                <a16:creationId xmlns:a16="http://schemas.microsoft.com/office/drawing/2014/main" id="{553FC27E-FA4B-ECA6-9E93-0904F8725D1F}"/>
              </a:ext>
            </a:extLst>
          </p:cNvPr>
          <p:cNvSpPr>
            <a:spLocks noChangeArrowheads="1"/>
          </p:cNvSpPr>
          <p:nvPr/>
        </p:nvSpPr>
        <p:spPr bwMode="auto">
          <a:xfrm rot="-3915877">
            <a:off x="7323931" y="6192044"/>
            <a:ext cx="11271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t>Cristoforo</a:t>
            </a:r>
          </a:p>
        </p:txBody>
      </p:sp>
      <p:sp>
        <p:nvSpPr>
          <p:cNvPr id="15412" name="Rectangle 52">
            <a:extLst>
              <a:ext uri="{FF2B5EF4-FFF2-40B4-BE49-F238E27FC236}">
                <a16:creationId xmlns:a16="http://schemas.microsoft.com/office/drawing/2014/main" id="{D123974D-BAB0-2766-19DD-B6B2A404503A}"/>
              </a:ext>
            </a:extLst>
          </p:cNvPr>
          <p:cNvSpPr>
            <a:spLocks noChangeArrowheads="1"/>
          </p:cNvSpPr>
          <p:nvPr/>
        </p:nvSpPr>
        <p:spPr bwMode="auto">
          <a:xfrm rot="-3929659">
            <a:off x="7736681" y="6176169"/>
            <a:ext cx="10890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t>Kristoffer</a:t>
            </a:r>
          </a:p>
        </p:txBody>
      </p:sp>
      <p:sp>
        <p:nvSpPr>
          <p:cNvPr id="15413" name="Rectangle 53">
            <a:extLst>
              <a:ext uri="{FF2B5EF4-FFF2-40B4-BE49-F238E27FC236}">
                <a16:creationId xmlns:a16="http://schemas.microsoft.com/office/drawing/2014/main" id="{56F14229-A2BC-F7DB-9CDB-EDEB22CC1767}"/>
              </a:ext>
            </a:extLst>
          </p:cNvPr>
          <p:cNvSpPr>
            <a:spLocks noChangeArrowheads="1"/>
          </p:cNvSpPr>
          <p:nvPr/>
        </p:nvSpPr>
        <p:spPr bwMode="auto">
          <a:xfrm rot="-3934610">
            <a:off x="8208963" y="6067425"/>
            <a:ext cx="8588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800"/>
              <a:t>Krystof</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ABA0908-DDD6-4752-8C54-099DB801D2AC}"/>
              </a:ext>
            </a:extLst>
          </p:cNvPr>
          <p:cNvSpPr>
            <a:spLocks noChangeArrowheads="1"/>
          </p:cNvSpPr>
          <p:nvPr/>
        </p:nvSpPr>
        <p:spPr bwMode="auto">
          <a:xfrm>
            <a:off x="1243013" y="5038725"/>
            <a:ext cx="703262" cy="376238"/>
          </a:xfrm>
          <a:prstGeom prst="rect">
            <a:avLst/>
          </a:prstGeom>
          <a:noFill/>
          <a:ln w="444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6387" name="Rectangle 3">
            <a:extLst>
              <a:ext uri="{FF2B5EF4-FFF2-40B4-BE49-F238E27FC236}">
                <a16:creationId xmlns:a16="http://schemas.microsoft.com/office/drawing/2014/main" id="{3A5148A7-135D-447C-9BB3-3891DA634C68}"/>
              </a:ext>
            </a:extLst>
          </p:cNvPr>
          <p:cNvSpPr>
            <a:spLocks noChangeArrowheads="1"/>
          </p:cNvSpPr>
          <p:nvPr/>
        </p:nvSpPr>
        <p:spPr bwMode="auto">
          <a:xfrm>
            <a:off x="2646363" y="4683125"/>
            <a:ext cx="703262" cy="731838"/>
          </a:xfrm>
          <a:prstGeom prst="rect">
            <a:avLst/>
          </a:prstGeom>
          <a:noFill/>
          <a:ln w="4445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6388" name="Rectangle 4">
            <a:extLst>
              <a:ext uri="{FF2B5EF4-FFF2-40B4-BE49-F238E27FC236}">
                <a16:creationId xmlns:a16="http://schemas.microsoft.com/office/drawing/2014/main" id="{572CE71D-B284-9438-E7FD-65E764D05323}"/>
              </a:ext>
            </a:extLst>
          </p:cNvPr>
          <p:cNvSpPr>
            <a:spLocks noChangeArrowheads="1"/>
          </p:cNvSpPr>
          <p:nvPr/>
        </p:nvSpPr>
        <p:spPr bwMode="auto">
          <a:xfrm>
            <a:off x="6135688" y="4683125"/>
            <a:ext cx="700087" cy="731838"/>
          </a:xfrm>
          <a:prstGeom prst="rect">
            <a:avLst/>
          </a:prstGeom>
          <a:noFill/>
          <a:ln w="44450">
            <a:solidFill>
              <a:srgbClr val="FF33CC"/>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6389" name="Rectangle 5">
            <a:extLst>
              <a:ext uri="{FF2B5EF4-FFF2-40B4-BE49-F238E27FC236}">
                <a16:creationId xmlns:a16="http://schemas.microsoft.com/office/drawing/2014/main" id="{588D722F-16B6-B7BE-504A-0D2271B8E757}"/>
              </a:ext>
            </a:extLst>
          </p:cNvPr>
          <p:cNvSpPr>
            <a:spLocks noChangeArrowheads="1"/>
          </p:cNvSpPr>
          <p:nvPr/>
        </p:nvSpPr>
        <p:spPr bwMode="auto">
          <a:xfrm>
            <a:off x="4756150" y="4683125"/>
            <a:ext cx="676275" cy="731838"/>
          </a:xfrm>
          <a:prstGeom prst="rect">
            <a:avLst/>
          </a:prstGeom>
          <a:noFill/>
          <a:ln w="44450">
            <a:solidFill>
              <a:srgbClr val="0066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6390" name="Freeform 6">
            <a:extLst>
              <a:ext uri="{FF2B5EF4-FFF2-40B4-BE49-F238E27FC236}">
                <a16:creationId xmlns:a16="http://schemas.microsoft.com/office/drawing/2014/main" id="{7BDE6A85-CF08-A9D4-E924-447761F79AEC}"/>
              </a:ext>
            </a:extLst>
          </p:cNvPr>
          <p:cNvSpPr>
            <a:spLocks/>
          </p:cNvSpPr>
          <p:nvPr/>
        </p:nvSpPr>
        <p:spPr bwMode="auto">
          <a:xfrm>
            <a:off x="2998788" y="4425950"/>
            <a:ext cx="1054100" cy="989013"/>
          </a:xfrm>
          <a:custGeom>
            <a:avLst/>
            <a:gdLst>
              <a:gd name="T0" fmla="*/ 0 w 234"/>
              <a:gd name="T1" fmla="*/ 259027 h 252"/>
              <a:gd name="T2" fmla="*/ 0 w 234"/>
              <a:gd name="T3" fmla="*/ 0 h 252"/>
              <a:gd name="T4" fmla="*/ 1054100 w 234"/>
              <a:gd name="T5" fmla="*/ 0 h 252"/>
              <a:gd name="T6" fmla="*/ 1054100 w 234"/>
              <a:gd name="T7" fmla="*/ 989013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4" h="252">
                <a:moveTo>
                  <a:pt x="0" y="66"/>
                </a:moveTo>
                <a:lnTo>
                  <a:pt x="0" y="0"/>
                </a:lnTo>
                <a:lnTo>
                  <a:pt x="234" y="0"/>
                </a:lnTo>
                <a:lnTo>
                  <a:pt x="234" y="252"/>
                </a:lnTo>
              </a:path>
            </a:pathLst>
          </a:custGeom>
          <a:noFill/>
          <a:ln w="44450">
            <a:solidFill>
              <a:srgbClr val="008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391" name="Freeform 7">
            <a:extLst>
              <a:ext uri="{FF2B5EF4-FFF2-40B4-BE49-F238E27FC236}">
                <a16:creationId xmlns:a16="http://schemas.microsoft.com/office/drawing/2014/main" id="{64B5CA15-6DD3-5447-DD1F-04C94CB5C1FF}"/>
              </a:ext>
            </a:extLst>
          </p:cNvPr>
          <p:cNvSpPr>
            <a:spLocks/>
          </p:cNvSpPr>
          <p:nvPr/>
        </p:nvSpPr>
        <p:spPr bwMode="auto">
          <a:xfrm>
            <a:off x="6483350" y="4425950"/>
            <a:ext cx="1055688" cy="989013"/>
          </a:xfrm>
          <a:custGeom>
            <a:avLst/>
            <a:gdLst>
              <a:gd name="T0" fmla="*/ 0 w 234"/>
              <a:gd name="T1" fmla="*/ 259027 h 252"/>
              <a:gd name="T2" fmla="*/ 0 w 234"/>
              <a:gd name="T3" fmla="*/ 0 h 252"/>
              <a:gd name="T4" fmla="*/ 1055688 w 234"/>
              <a:gd name="T5" fmla="*/ 0 h 252"/>
              <a:gd name="T6" fmla="*/ 1055688 w 234"/>
              <a:gd name="T7" fmla="*/ 989013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4" h="252">
                <a:moveTo>
                  <a:pt x="0" y="66"/>
                </a:moveTo>
                <a:lnTo>
                  <a:pt x="0" y="0"/>
                </a:lnTo>
                <a:lnTo>
                  <a:pt x="234" y="0"/>
                </a:lnTo>
                <a:lnTo>
                  <a:pt x="234" y="252"/>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392" name="Freeform 8">
            <a:extLst>
              <a:ext uri="{FF2B5EF4-FFF2-40B4-BE49-F238E27FC236}">
                <a16:creationId xmlns:a16="http://schemas.microsoft.com/office/drawing/2014/main" id="{163E59A0-777E-7B9D-7DF3-224384B02D60}"/>
              </a:ext>
            </a:extLst>
          </p:cNvPr>
          <p:cNvSpPr>
            <a:spLocks/>
          </p:cNvSpPr>
          <p:nvPr/>
        </p:nvSpPr>
        <p:spPr bwMode="auto">
          <a:xfrm>
            <a:off x="3511550" y="4048125"/>
            <a:ext cx="1597025" cy="635000"/>
          </a:xfrm>
          <a:custGeom>
            <a:avLst/>
            <a:gdLst>
              <a:gd name="T0" fmla="*/ 0 w 354"/>
              <a:gd name="T1" fmla="*/ 376296 h 162"/>
              <a:gd name="T2" fmla="*/ 0 w 354"/>
              <a:gd name="T3" fmla="*/ 0 h 162"/>
              <a:gd name="T4" fmla="*/ 1597025 w 354"/>
              <a:gd name="T5" fmla="*/ 0 h 162"/>
              <a:gd name="T6" fmla="*/ 1597025 w 354"/>
              <a:gd name="T7" fmla="*/ 635000 h 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4" h="162">
                <a:moveTo>
                  <a:pt x="0" y="96"/>
                </a:moveTo>
                <a:lnTo>
                  <a:pt x="0" y="0"/>
                </a:lnTo>
                <a:lnTo>
                  <a:pt x="354" y="0"/>
                </a:lnTo>
                <a:lnTo>
                  <a:pt x="354" y="162"/>
                </a:lnTo>
              </a:path>
            </a:pathLst>
          </a:custGeom>
          <a:noFill/>
          <a:ln w="44450">
            <a:solidFill>
              <a:srgbClr val="00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393" name="Freeform 9">
            <a:extLst>
              <a:ext uri="{FF2B5EF4-FFF2-40B4-BE49-F238E27FC236}">
                <a16:creationId xmlns:a16="http://schemas.microsoft.com/office/drawing/2014/main" id="{C2F951C3-D0E8-1B2D-C251-F5D5F8342C31}"/>
              </a:ext>
            </a:extLst>
          </p:cNvPr>
          <p:cNvSpPr>
            <a:spLocks/>
          </p:cNvSpPr>
          <p:nvPr/>
        </p:nvSpPr>
        <p:spPr bwMode="auto">
          <a:xfrm>
            <a:off x="7024688" y="3765550"/>
            <a:ext cx="1217612" cy="1649413"/>
          </a:xfrm>
          <a:custGeom>
            <a:avLst/>
            <a:gdLst>
              <a:gd name="T0" fmla="*/ 0 w 270"/>
              <a:gd name="T1" fmla="*/ 659765 h 420"/>
              <a:gd name="T2" fmla="*/ 0 w 270"/>
              <a:gd name="T3" fmla="*/ 0 h 420"/>
              <a:gd name="T4" fmla="*/ 1217612 w 270"/>
              <a:gd name="T5" fmla="*/ 0 h 420"/>
              <a:gd name="T6" fmla="*/ 1217612 w 270"/>
              <a:gd name="T7" fmla="*/ 1649413 h 4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0" h="420">
                <a:moveTo>
                  <a:pt x="0" y="168"/>
                </a:moveTo>
                <a:lnTo>
                  <a:pt x="0" y="0"/>
                </a:lnTo>
                <a:lnTo>
                  <a:pt x="270" y="0"/>
                </a:lnTo>
                <a:lnTo>
                  <a:pt x="270" y="420"/>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394" name="Freeform 10">
            <a:extLst>
              <a:ext uri="{FF2B5EF4-FFF2-40B4-BE49-F238E27FC236}">
                <a16:creationId xmlns:a16="http://schemas.microsoft.com/office/drawing/2014/main" id="{483CB448-79F7-B7ED-83F1-22C957624C22}"/>
              </a:ext>
            </a:extLst>
          </p:cNvPr>
          <p:cNvSpPr>
            <a:spLocks/>
          </p:cNvSpPr>
          <p:nvPr/>
        </p:nvSpPr>
        <p:spPr bwMode="auto">
          <a:xfrm>
            <a:off x="1595438" y="3551238"/>
            <a:ext cx="2700337" cy="1487487"/>
          </a:xfrm>
          <a:custGeom>
            <a:avLst/>
            <a:gdLst>
              <a:gd name="T0" fmla="*/ 2700337 w 600"/>
              <a:gd name="T1" fmla="*/ 495829 h 378"/>
              <a:gd name="T2" fmla="*/ 2700337 w 600"/>
              <a:gd name="T3" fmla="*/ 0 h 378"/>
              <a:gd name="T4" fmla="*/ 0 w 600"/>
              <a:gd name="T5" fmla="*/ 0 h 378"/>
              <a:gd name="T6" fmla="*/ 0 w 600"/>
              <a:gd name="T7" fmla="*/ 1487487 h 3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0" h="378">
                <a:moveTo>
                  <a:pt x="600" y="126"/>
                </a:moveTo>
                <a:lnTo>
                  <a:pt x="600" y="0"/>
                </a:lnTo>
                <a:lnTo>
                  <a:pt x="0" y="0"/>
                </a:lnTo>
                <a:lnTo>
                  <a:pt x="0" y="378"/>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395" name="Freeform 11">
            <a:extLst>
              <a:ext uri="{FF2B5EF4-FFF2-40B4-BE49-F238E27FC236}">
                <a16:creationId xmlns:a16="http://schemas.microsoft.com/office/drawing/2014/main" id="{2F56BBC9-39B3-B36F-ED50-B812FCE58A33}"/>
              </a:ext>
            </a:extLst>
          </p:cNvPr>
          <p:cNvSpPr>
            <a:spLocks/>
          </p:cNvSpPr>
          <p:nvPr/>
        </p:nvSpPr>
        <p:spPr bwMode="auto">
          <a:xfrm>
            <a:off x="2944813" y="3363913"/>
            <a:ext cx="4675187" cy="401637"/>
          </a:xfrm>
          <a:custGeom>
            <a:avLst/>
            <a:gdLst>
              <a:gd name="T0" fmla="*/ 0 w 1038"/>
              <a:gd name="T1" fmla="*/ 189006 h 102"/>
              <a:gd name="T2" fmla="*/ 0 w 1038"/>
              <a:gd name="T3" fmla="*/ 0 h 102"/>
              <a:gd name="T4" fmla="*/ 4675187 w 1038"/>
              <a:gd name="T5" fmla="*/ 0 h 102"/>
              <a:gd name="T6" fmla="*/ 4675187 w 1038"/>
              <a:gd name="T7" fmla="*/ 401637 h 1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38" h="102">
                <a:moveTo>
                  <a:pt x="0" y="48"/>
                </a:moveTo>
                <a:lnTo>
                  <a:pt x="0" y="0"/>
                </a:lnTo>
                <a:lnTo>
                  <a:pt x="1038" y="0"/>
                </a:lnTo>
                <a:lnTo>
                  <a:pt x="1038" y="102"/>
                </a:lnTo>
              </a:path>
            </a:pathLst>
          </a:custGeom>
          <a:noFill/>
          <a:ln w="444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396" name="Line 12">
            <a:extLst>
              <a:ext uri="{FF2B5EF4-FFF2-40B4-BE49-F238E27FC236}">
                <a16:creationId xmlns:a16="http://schemas.microsoft.com/office/drawing/2014/main" id="{C2FF51A8-85F7-BC25-0B6D-6EB5263F861C}"/>
              </a:ext>
            </a:extLst>
          </p:cNvPr>
          <p:cNvSpPr>
            <a:spLocks noChangeShapeType="1"/>
          </p:cNvSpPr>
          <p:nvPr/>
        </p:nvSpPr>
        <p:spPr bwMode="auto">
          <a:xfrm>
            <a:off x="5257800" y="2717800"/>
            <a:ext cx="0" cy="6604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7" name="Rectangle 13">
            <a:extLst>
              <a:ext uri="{FF2B5EF4-FFF2-40B4-BE49-F238E27FC236}">
                <a16:creationId xmlns:a16="http://schemas.microsoft.com/office/drawing/2014/main" id="{5B66E54E-CB58-2780-4E3F-3CEC74004B71}"/>
              </a:ext>
            </a:extLst>
          </p:cNvPr>
          <p:cNvSpPr>
            <a:spLocks noChangeArrowheads="1"/>
          </p:cNvSpPr>
          <p:nvPr/>
        </p:nvSpPr>
        <p:spPr bwMode="auto">
          <a:xfrm>
            <a:off x="0" y="5334000"/>
            <a:ext cx="9144000" cy="4222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6398" name="Rectangle 14">
            <a:extLst>
              <a:ext uri="{FF2B5EF4-FFF2-40B4-BE49-F238E27FC236}">
                <a16:creationId xmlns:a16="http://schemas.microsoft.com/office/drawing/2014/main" id="{C3236782-5127-F894-5DA6-839DA269FA52}"/>
              </a:ext>
            </a:extLst>
          </p:cNvPr>
          <p:cNvSpPr>
            <a:spLocks noChangeArrowheads="1"/>
          </p:cNvSpPr>
          <p:nvPr/>
        </p:nvSpPr>
        <p:spPr bwMode="auto">
          <a:xfrm>
            <a:off x="422275" y="6597650"/>
            <a:ext cx="5726113"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6399" name="Rectangle 15">
            <a:extLst>
              <a:ext uri="{FF2B5EF4-FFF2-40B4-BE49-F238E27FC236}">
                <a16:creationId xmlns:a16="http://schemas.microsoft.com/office/drawing/2014/main" id="{5EE03B09-78E2-7AF5-6EA9-565DB7AAAE7D}"/>
              </a:ext>
            </a:extLst>
          </p:cNvPr>
          <p:cNvSpPr>
            <a:spLocks noChangeArrowheads="1"/>
          </p:cNvSpPr>
          <p:nvPr/>
        </p:nvSpPr>
        <p:spPr bwMode="auto">
          <a:xfrm rot="-3934905">
            <a:off x="382588" y="5668963"/>
            <a:ext cx="129222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4400">
                <a:solidFill>
                  <a:srgbClr val="000000"/>
                </a:solidFill>
                <a:latin typeface="Helvetica" panose="020B0604020202020204" pitchFamily="34" charset="0"/>
              </a:rPr>
              <a:t> </a:t>
            </a:r>
            <a:r>
              <a:rPr lang="en-US" altLang="en-US" sz="3600" b="1">
                <a:solidFill>
                  <a:srgbClr val="FF0000"/>
                </a:solidFill>
              </a:rPr>
              <a:t>Piotr</a:t>
            </a:r>
          </a:p>
        </p:txBody>
      </p:sp>
      <p:sp>
        <p:nvSpPr>
          <p:cNvPr id="16400" name="Rectangle 16">
            <a:extLst>
              <a:ext uri="{FF2B5EF4-FFF2-40B4-BE49-F238E27FC236}">
                <a16:creationId xmlns:a16="http://schemas.microsoft.com/office/drawing/2014/main" id="{0488626F-ED8A-5D1E-63BA-A90A29F27F45}"/>
              </a:ext>
            </a:extLst>
          </p:cNvPr>
          <p:cNvSpPr>
            <a:spLocks noChangeArrowheads="1"/>
          </p:cNvSpPr>
          <p:nvPr/>
        </p:nvSpPr>
        <p:spPr bwMode="auto">
          <a:xfrm rot="-3946978">
            <a:off x="1008856" y="5728494"/>
            <a:ext cx="1414463"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4400">
                <a:solidFill>
                  <a:srgbClr val="000000"/>
                </a:solidFill>
                <a:latin typeface="Helvetica" panose="020B0604020202020204" pitchFamily="34" charset="0"/>
              </a:rPr>
              <a:t> </a:t>
            </a:r>
            <a:r>
              <a:rPr lang="en-US" altLang="en-US" sz="3600" b="1">
                <a:solidFill>
                  <a:srgbClr val="FF0000"/>
                </a:solidFill>
              </a:rPr>
              <a:t>Pyotr</a:t>
            </a:r>
          </a:p>
        </p:txBody>
      </p:sp>
      <p:sp>
        <p:nvSpPr>
          <p:cNvPr id="16401" name="Rectangle 17">
            <a:extLst>
              <a:ext uri="{FF2B5EF4-FFF2-40B4-BE49-F238E27FC236}">
                <a16:creationId xmlns:a16="http://schemas.microsoft.com/office/drawing/2014/main" id="{060686F8-FA19-6349-1663-5287F383CB51}"/>
              </a:ext>
            </a:extLst>
          </p:cNvPr>
          <p:cNvSpPr>
            <a:spLocks noChangeArrowheads="1"/>
          </p:cNvSpPr>
          <p:nvPr/>
        </p:nvSpPr>
        <p:spPr bwMode="auto">
          <a:xfrm rot="-3928464">
            <a:off x="1646238" y="5803900"/>
            <a:ext cx="157797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4400">
                <a:solidFill>
                  <a:srgbClr val="000000"/>
                </a:solidFill>
                <a:latin typeface="Helvetica" panose="020B0604020202020204" pitchFamily="34" charset="0"/>
              </a:rPr>
              <a:t> </a:t>
            </a:r>
            <a:r>
              <a:rPr lang="en-US" altLang="en-US" sz="3600" b="1">
                <a:solidFill>
                  <a:srgbClr val="006600"/>
                </a:solidFill>
              </a:rPr>
              <a:t>Petros</a:t>
            </a:r>
          </a:p>
        </p:txBody>
      </p:sp>
      <p:sp>
        <p:nvSpPr>
          <p:cNvPr id="16402" name="Rectangle 18">
            <a:extLst>
              <a:ext uri="{FF2B5EF4-FFF2-40B4-BE49-F238E27FC236}">
                <a16:creationId xmlns:a16="http://schemas.microsoft.com/office/drawing/2014/main" id="{2F563D98-BAEA-2F37-9648-99B4D1ACB935}"/>
              </a:ext>
            </a:extLst>
          </p:cNvPr>
          <p:cNvSpPr>
            <a:spLocks noChangeArrowheads="1"/>
          </p:cNvSpPr>
          <p:nvPr/>
        </p:nvSpPr>
        <p:spPr bwMode="auto">
          <a:xfrm rot="-3922811">
            <a:off x="2428875" y="5775325"/>
            <a:ext cx="152082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4400">
                <a:solidFill>
                  <a:srgbClr val="000000"/>
                </a:solidFill>
                <a:latin typeface="Helvetica" panose="020B0604020202020204" pitchFamily="34" charset="0"/>
              </a:rPr>
              <a:t> </a:t>
            </a:r>
            <a:r>
              <a:rPr lang="en-US" altLang="en-US" sz="3600" b="1">
                <a:solidFill>
                  <a:srgbClr val="006600"/>
                </a:solidFill>
              </a:rPr>
              <a:t>Pietro</a:t>
            </a:r>
          </a:p>
        </p:txBody>
      </p:sp>
      <p:sp>
        <p:nvSpPr>
          <p:cNvPr id="16403" name="Rectangle 19">
            <a:extLst>
              <a:ext uri="{FF2B5EF4-FFF2-40B4-BE49-F238E27FC236}">
                <a16:creationId xmlns:a16="http://schemas.microsoft.com/office/drawing/2014/main" id="{24AA55C9-F729-C73B-E094-BF74AA6BFEE1}"/>
              </a:ext>
            </a:extLst>
          </p:cNvPr>
          <p:cNvSpPr>
            <a:spLocks noChangeArrowheads="1"/>
          </p:cNvSpPr>
          <p:nvPr/>
        </p:nvSpPr>
        <p:spPr bwMode="auto">
          <a:xfrm rot="-3945962">
            <a:off x="3298031" y="5706269"/>
            <a:ext cx="13001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3600" b="1">
                <a:solidFill>
                  <a:srgbClr val="006600"/>
                </a:solidFill>
              </a:rPr>
              <a:t>Pedro</a:t>
            </a:r>
          </a:p>
        </p:txBody>
      </p:sp>
      <p:sp>
        <p:nvSpPr>
          <p:cNvPr id="16404" name="Rectangle 20">
            <a:extLst>
              <a:ext uri="{FF2B5EF4-FFF2-40B4-BE49-F238E27FC236}">
                <a16:creationId xmlns:a16="http://schemas.microsoft.com/office/drawing/2014/main" id="{8348C222-2698-69DD-2BA2-A1B1B526DC94}"/>
              </a:ext>
            </a:extLst>
          </p:cNvPr>
          <p:cNvSpPr>
            <a:spLocks noChangeArrowheads="1"/>
          </p:cNvSpPr>
          <p:nvPr/>
        </p:nvSpPr>
        <p:spPr bwMode="auto">
          <a:xfrm rot="-3931340">
            <a:off x="3697288" y="5770563"/>
            <a:ext cx="152082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4400">
                <a:solidFill>
                  <a:srgbClr val="000000"/>
                </a:solidFill>
                <a:latin typeface="Helvetica" panose="020B0604020202020204" pitchFamily="34" charset="0"/>
              </a:rPr>
              <a:t> </a:t>
            </a:r>
            <a:r>
              <a:rPr lang="en-US" altLang="en-US" sz="3600" b="1">
                <a:solidFill>
                  <a:srgbClr val="006600"/>
                </a:solidFill>
              </a:rPr>
              <a:t>Pierre</a:t>
            </a:r>
          </a:p>
        </p:txBody>
      </p:sp>
      <p:sp>
        <p:nvSpPr>
          <p:cNvPr id="16405" name="Rectangle 21">
            <a:extLst>
              <a:ext uri="{FF2B5EF4-FFF2-40B4-BE49-F238E27FC236}">
                <a16:creationId xmlns:a16="http://schemas.microsoft.com/office/drawing/2014/main" id="{59F3D8D6-B16E-ED53-A91A-566C3DEAB497}"/>
              </a:ext>
            </a:extLst>
          </p:cNvPr>
          <p:cNvSpPr>
            <a:spLocks noChangeArrowheads="1"/>
          </p:cNvSpPr>
          <p:nvPr/>
        </p:nvSpPr>
        <p:spPr bwMode="auto">
          <a:xfrm rot="-3949083">
            <a:off x="4497388" y="5713412"/>
            <a:ext cx="13906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4400">
                <a:solidFill>
                  <a:srgbClr val="000000"/>
                </a:solidFill>
                <a:latin typeface="Helvetica" panose="020B0604020202020204" pitchFamily="34" charset="0"/>
              </a:rPr>
              <a:t> </a:t>
            </a:r>
            <a:r>
              <a:rPr lang="en-US" altLang="en-US" sz="3600" b="1">
                <a:solidFill>
                  <a:srgbClr val="006600"/>
                </a:solidFill>
              </a:rPr>
              <a:t>Piero</a:t>
            </a:r>
          </a:p>
        </p:txBody>
      </p:sp>
      <p:sp>
        <p:nvSpPr>
          <p:cNvPr id="16406" name="Rectangle 22">
            <a:extLst>
              <a:ext uri="{FF2B5EF4-FFF2-40B4-BE49-F238E27FC236}">
                <a16:creationId xmlns:a16="http://schemas.microsoft.com/office/drawing/2014/main" id="{9F6F1FB6-5261-626E-E2E9-AA06DFA31C75}"/>
              </a:ext>
            </a:extLst>
          </p:cNvPr>
          <p:cNvSpPr>
            <a:spLocks noChangeArrowheads="1"/>
          </p:cNvSpPr>
          <p:nvPr/>
        </p:nvSpPr>
        <p:spPr bwMode="auto">
          <a:xfrm rot="-3950123">
            <a:off x="5209382" y="5701506"/>
            <a:ext cx="136048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4400">
                <a:solidFill>
                  <a:srgbClr val="000000"/>
                </a:solidFill>
                <a:latin typeface="Helvetica" panose="020B0604020202020204" pitchFamily="34" charset="0"/>
              </a:rPr>
              <a:t> </a:t>
            </a:r>
            <a:r>
              <a:rPr lang="en-US" altLang="en-US" sz="3600" b="1">
                <a:solidFill>
                  <a:srgbClr val="FF0066"/>
                </a:solidFill>
              </a:rPr>
              <a:t>Peter</a:t>
            </a:r>
          </a:p>
        </p:txBody>
      </p:sp>
      <p:sp>
        <p:nvSpPr>
          <p:cNvPr id="16407" name="Rectangle 23">
            <a:extLst>
              <a:ext uri="{FF2B5EF4-FFF2-40B4-BE49-F238E27FC236}">
                <a16:creationId xmlns:a16="http://schemas.microsoft.com/office/drawing/2014/main" id="{AC08D9B6-EE03-FCE5-7FB0-5829634F3C94}"/>
              </a:ext>
            </a:extLst>
          </p:cNvPr>
          <p:cNvSpPr>
            <a:spLocks noChangeArrowheads="1"/>
          </p:cNvSpPr>
          <p:nvPr/>
        </p:nvSpPr>
        <p:spPr bwMode="auto">
          <a:xfrm rot="-3972130">
            <a:off x="5992019" y="5734844"/>
            <a:ext cx="12080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3600" b="1">
                <a:solidFill>
                  <a:srgbClr val="FF0066"/>
                </a:solidFill>
              </a:rPr>
              <a:t>Peder</a:t>
            </a:r>
          </a:p>
        </p:txBody>
      </p:sp>
      <p:sp>
        <p:nvSpPr>
          <p:cNvPr id="16408" name="Rectangle 24">
            <a:extLst>
              <a:ext uri="{FF2B5EF4-FFF2-40B4-BE49-F238E27FC236}">
                <a16:creationId xmlns:a16="http://schemas.microsoft.com/office/drawing/2014/main" id="{5CA3FEA5-289B-BCCA-8AD0-947EEF32EB1B}"/>
              </a:ext>
            </a:extLst>
          </p:cNvPr>
          <p:cNvSpPr>
            <a:spLocks noChangeArrowheads="1"/>
          </p:cNvSpPr>
          <p:nvPr/>
        </p:nvSpPr>
        <p:spPr bwMode="auto">
          <a:xfrm rot="-3944043">
            <a:off x="6524626" y="5676900"/>
            <a:ext cx="13081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4400">
                <a:solidFill>
                  <a:srgbClr val="000000"/>
                </a:solidFill>
                <a:latin typeface="Helvetica" panose="020B0604020202020204" pitchFamily="34" charset="0"/>
              </a:rPr>
              <a:t> </a:t>
            </a:r>
            <a:r>
              <a:rPr lang="en-US" altLang="en-US" sz="3600"/>
              <a:t>Peka</a:t>
            </a:r>
          </a:p>
        </p:txBody>
      </p:sp>
      <p:sp>
        <p:nvSpPr>
          <p:cNvPr id="16409" name="Rectangle 25">
            <a:extLst>
              <a:ext uri="{FF2B5EF4-FFF2-40B4-BE49-F238E27FC236}">
                <a16:creationId xmlns:a16="http://schemas.microsoft.com/office/drawing/2014/main" id="{FB4BA1BB-77D4-CA07-9A3A-727DE5D7AB14}"/>
              </a:ext>
            </a:extLst>
          </p:cNvPr>
          <p:cNvSpPr>
            <a:spLocks noChangeArrowheads="1"/>
          </p:cNvSpPr>
          <p:nvPr/>
        </p:nvSpPr>
        <p:spPr bwMode="auto">
          <a:xfrm rot="-3916392">
            <a:off x="6938963" y="5865813"/>
            <a:ext cx="169862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4400">
                <a:solidFill>
                  <a:srgbClr val="000000"/>
                </a:solidFill>
                <a:latin typeface="Helvetica" panose="020B0604020202020204" pitchFamily="34" charset="0"/>
              </a:rPr>
              <a:t> </a:t>
            </a:r>
            <a:r>
              <a:rPr lang="en-US" altLang="en-US" sz="3600"/>
              <a:t>Peadar</a:t>
            </a:r>
          </a:p>
        </p:txBody>
      </p:sp>
      <p:sp>
        <p:nvSpPr>
          <p:cNvPr id="16410" name="Text Box 26">
            <a:extLst>
              <a:ext uri="{FF2B5EF4-FFF2-40B4-BE49-F238E27FC236}">
                <a16:creationId xmlns:a16="http://schemas.microsoft.com/office/drawing/2014/main" id="{17F26BB5-6151-3463-58D6-5F6D7ABDBB01}"/>
              </a:ext>
            </a:extLst>
          </p:cNvPr>
          <p:cNvSpPr txBox="1">
            <a:spLocks noChangeArrowheads="1"/>
          </p:cNvSpPr>
          <p:nvPr/>
        </p:nvSpPr>
        <p:spPr bwMode="auto">
          <a:xfrm>
            <a:off x="0" y="117475"/>
            <a:ext cx="4992688" cy="207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800" b="1">
                <a:cs typeface="Times New Roman" panose="02020603050405020304" pitchFamily="18" charset="0"/>
              </a:rPr>
              <a:t>Pedro</a:t>
            </a:r>
            <a:r>
              <a:rPr lang="en-US" altLang="en-US" sz="2800">
                <a:cs typeface="Times New Roman" panose="02020603050405020304" pitchFamily="18" charset="0"/>
              </a:rPr>
              <a:t>  </a:t>
            </a:r>
            <a:r>
              <a:rPr lang="en-US" altLang="en-US" sz="2800">
                <a:solidFill>
                  <a:schemeClr val="bg2"/>
                </a:solidFill>
                <a:cs typeface="Times New Roman" panose="02020603050405020304" pitchFamily="18" charset="0"/>
              </a:rPr>
              <a:t>(</a:t>
            </a:r>
            <a:r>
              <a:rPr lang="en-US" altLang="en-US" sz="2800" b="1">
                <a:solidFill>
                  <a:srgbClr val="006600"/>
                </a:solidFill>
              </a:rPr>
              <a:t>Portuguese/Spanish</a:t>
            </a:r>
            <a:r>
              <a:rPr lang="en-US" altLang="en-US" sz="2800">
                <a:solidFill>
                  <a:schemeClr val="bg2"/>
                </a:solidFill>
                <a:cs typeface="Times New Roman" panose="02020603050405020304" pitchFamily="18" charset="0"/>
              </a:rPr>
              <a:t>)</a:t>
            </a:r>
          </a:p>
          <a:p>
            <a:pPr algn="l" eaLnBrk="1" hangingPunct="1"/>
            <a:r>
              <a:rPr lang="en-US" altLang="en-US" sz="1800">
                <a:cs typeface="Times New Roman" panose="02020603050405020304" pitchFamily="18" charset="0"/>
              </a:rPr>
              <a:t>Petros (</a:t>
            </a:r>
            <a:r>
              <a:rPr lang="en-US" altLang="en-US" sz="1800" b="1">
                <a:solidFill>
                  <a:srgbClr val="006600"/>
                </a:solidFill>
              </a:rPr>
              <a:t>Greek</a:t>
            </a:r>
            <a:r>
              <a:rPr lang="en-US" altLang="en-US" sz="1800">
                <a:cs typeface="Times New Roman" panose="02020603050405020304" pitchFamily="18" charset="0"/>
              </a:rPr>
              <a:t>), Peter  (</a:t>
            </a:r>
            <a:r>
              <a:rPr lang="en-US" altLang="en-US" sz="1800" b="1">
                <a:solidFill>
                  <a:srgbClr val="FF33CC"/>
                </a:solidFill>
                <a:cs typeface="Times New Roman" panose="02020603050405020304" pitchFamily="18" charset="0"/>
              </a:rPr>
              <a:t>English</a:t>
            </a:r>
            <a:r>
              <a:rPr lang="en-US" altLang="en-US" sz="1800">
                <a:cs typeface="Times New Roman" panose="02020603050405020304" pitchFamily="18" charset="0"/>
              </a:rPr>
              <a:t>), Piotr  (</a:t>
            </a:r>
            <a:r>
              <a:rPr lang="en-US" altLang="en-US" sz="1800" b="1">
                <a:solidFill>
                  <a:srgbClr val="FF0000"/>
                </a:solidFill>
                <a:cs typeface="Times New Roman" panose="02020603050405020304" pitchFamily="18" charset="0"/>
              </a:rPr>
              <a:t>Polish</a:t>
            </a:r>
            <a:r>
              <a:rPr lang="en-US" altLang="en-US" sz="1800">
                <a:cs typeface="Times New Roman" panose="02020603050405020304" pitchFamily="18" charset="0"/>
              </a:rPr>
              <a:t>), Peadar (Irish), Pierre (</a:t>
            </a:r>
            <a:r>
              <a:rPr lang="en-US" altLang="en-US" sz="1800" b="1">
                <a:solidFill>
                  <a:srgbClr val="006600"/>
                </a:solidFill>
              </a:rPr>
              <a:t>French</a:t>
            </a:r>
            <a:r>
              <a:rPr lang="en-US" altLang="en-US" sz="1800">
                <a:cs typeface="Times New Roman" panose="02020603050405020304" pitchFamily="18" charset="0"/>
              </a:rPr>
              <a:t>), Peder  (</a:t>
            </a:r>
            <a:r>
              <a:rPr lang="en-US" altLang="en-US" sz="1800" b="1">
                <a:solidFill>
                  <a:srgbClr val="FF33CC"/>
                </a:solidFill>
                <a:cs typeface="Times New Roman" panose="02020603050405020304" pitchFamily="18" charset="0"/>
              </a:rPr>
              <a:t>Danish</a:t>
            </a:r>
            <a:r>
              <a:rPr lang="en-US" altLang="en-US" sz="1800">
                <a:cs typeface="Times New Roman" panose="02020603050405020304" pitchFamily="18" charset="0"/>
              </a:rPr>
              <a:t>), Peka (Hawaiian), Pietro (</a:t>
            </a:r>
            <a:r>
              <a:rPr lang="en-US" altLang="en-US" sz="1800" b="1">
                <a:solidFill>
                  <a:srgbClr val="006600"/>
                </a:solidFill>
              </a:rPr>
              <a:t>Italian</a:t>
            </a:r>
            <a:r>
              <a:rPr lang="en-US" altLang="en-US" sz="1800">
                <a:cs typeface="Times New Roman" panose="02020603050405020304" pitchFamily="18" charset="0"/>
              </a:rPr>
              <a:t>), Piero (</a:t>
            </a:r>
            <a:r>
              <a:rPr lang="en-US" altLang="en-US" sz="1800" b="1">
                <a:solidFill>
                  <a:srgbClr val="006600"/>
                </a:solidFill>
              </a:rPr>
              <a:t>Italian</a:t>
            </a:r>
            <a:r>
              <a:rPr lang="en-US" altLang="en-US" sz="1800">
                <a:cs typeface="Times New Roman" panose="02020603050405020304" pitchFamily="18" charset="0"/>
              </a:rPr>
              <a:t> </a:t>
            </a:r>
            <a:r>
              <a:rPr lang="en-US" altLang="en-US" sz="1800" b="1">
                <a:solidFill>
                  <a:srgbClr val="006600"/>
                </a:solidFill>
              </a:rPr>
              <a:t>Alternative</a:t>
            </a:r>
            <a:r>
              <a:rPr lang="en-US" altLang="en-US" sz="1800">
                <a:cs typeface="Times New Roman" panose="02020603050405020304" pitchFamily="18" charset="0"/>
              </a:rPr>
              <a:t>), Petr (Czech), Pyotr (</a:t>
            </a:r>
            <a:r>
              <a:rPr lang="en-US" altLang="en-US" sz="1800" b="1">
                <a:solidFill>
                  <a:srgbClr val="FF0000"/>
                </a:solidFill>
                <a:cs typeface="Times New Roman" panose="02020603050405020304" pitchFamily="18" charset="0"/>
              </a:rPr>
              <a:t>Russian</a:t>
            </a:r>
            <a:r>
              <a:rPr lang="en-US" altLang="en-US" sz="1800">
                <a:cs typeface="Times New Roman" panose="02020603050405020304" pitchFamily="18" charset="0"/>
              </a:rPr>
              <a:t>)</a:t>
            </a:r>
          </a:p>
          <a:p>
            <a:pPr algn="l" eaLnBrk="1" hangingPunct="1"/>
            <a:endParaRPr lang="en-US" altLang="en-US" sz="1800">
              <a:cs typeface="Times New Roman" panose="02020603050405020304" pitchFamily="18" charset="0"/>
            </a:endParaRPr>
          </a:p>
          <a:p>
            <a:pPr algn="l" eaLnBrk="1" hangingPunct="1"/>
            <a:endParaRPr lang="en-US" altLang="en-US" sz="1200"/>
          </a:p>
        </p:txBody>
      </p:sp>
      <p:graphicFrame>
        <p:nvGraphicFramePr>
          <p:cNvPr id="16411" name="Object 27">
            <a:extLst>
              <a:ext uri="{FF2B5EF4-FFF2-40B4-BE49-F238E27FC236}">
                <a16:creationId xmlns:a16="http://schemas.microsoft.com/office/drawing/2014/main" id="{7C1FA7AB-A345-B8F5-06A1-69993762F530}"/>
              </a:ext>
            </a:extLst>
          </p:cNvPr>
          <p:cNvGraphicFramePr>
            <a:graphicFrameLocks noChangeAspect="1"/>
          </p:cNvGraphicFramePr>
          <p:nvPr/>
        </p:nvGraphicFramePr>
        <p:xfrm>
          <a:off x="4486275" y="0"/>
          <a:ext cx="4657725" cy="3255963"/>
        </p:xfrm>
        <a:graphic>
          <a:graphicData uri="http://schemas.openxmlformats.org/presentationml/2006/ole">
            <mc:AlternateContent xmlns:mc="http://schemas.openxmlformats.org/markup-compatibility/2006">
              <mc:Choice xmlns:v="urn:schemas-microsoft-com:vml" Requires="v">
                <p:oleObj name="Bitmap Image" r:id="rId2" imgW="5095238" imgH="3561905" progId="Paint.Picture">
                  <p:embed/>
                </p:oleObj>
              </mc:Choice>
              <mc:Fallback>
                <p:oleObj name="Bitmap Image" r:id="rId2" imgW="5095238" imgH="3561905" progId="Paint.Picture">
                  <p:embed/>
                  <p:pic>
                    <p:nvPicPr>
                      <p:cNvPr id="16411" name="Object 27">
                        <a:extLst>
                          <a:ext uri="{FF2B5EF4-FFF2-40B4-BE49-F238E27FC236}">
                            <a16:creationId xmlns:a16="http://schemas.microsoft.com/office/drawing/2014/main" id="{7C1FA7AB-A345-B8F5-06A1-69993762F5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6275" y="0"/>
                        <a:ext cx="4657725" cy="325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7410" name="Group 2">
            <a:extLst>
              <a:ext uri="{FF2B5EF4-FFF2-40B4-BE49-F238E27FC236}">
                <a16:creationId xmlns:a16="http://schemas.microsoft.com/office/drawing/2014/main" id="{879AEBB0-E457-A440-58B2-C468D9C373DC}"/>
              </a:ext>
            </a:extLst>
          </p:cNvPr>
          <p:cNvGrpSpPr>
            <a:grpSpLocks/>
          </p:cNvGrpSpPr>
          <p:nvPr/>
        </p:nvGrpSpPr>
        <p:grpSpPr bwMode="auto">
          <a:xfrm>
            <a:off x="114300" y="4033838"/>
            <a:ext cx="8915400" cy="2824162"/>
            <a:chOff x="0" y="2640"/>
            <a:chExt cx="5616" cy="1779"/>
          </a:xfrm>
        </p:grpSpPr>
        <p:pic>
          <p:nvPicPr>
            <p:cNvPr id="17412" name="Picture 3">
              <a:hlinkClick r:id="rId2"/>
              <a:extLst>
                <a:ext uri="{FF2B5EF4-FFF2-40B4-BE49-F238E27FC236}">
                  <a16:creationId xmlns:a16="http://schemas.microsoft.com/office/drawing/2014/main" id="{BE09C3A8-08DB-42B2-0D5B-AAFA0D7A03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4" y="3792"/>
              <a:ext cx="432"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4">
              <a:hlinkClick r:id="rId4"/>
              <a:extLst>
                <a:ext uri="{FF2B5EF4-FFF2-40B4-BE49-F238E27FC236}">
                  <a16:creationId xmlns:a16="http://schemas.microsoft.com/office/drawing/2014/main" id="{565062F9-A2DE-8CFD-D08B-F93B043B8D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5">
              <a:extLst>
                <a:ext uri="{FF2B5EF4-FFF2-40B4-BE49-F238E27FC236}">
                  <a16:creationId xmlns:a16="http://schemas.microsoft.com/office/drawing/2014/main" id="{6EAC7CAE-B191-384B-4F49-FFD28AC803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5" name="Text Box 6">
              <a:extLst>
                <a:ext uri="{FF2B5EF4-FFF2-40B4-BE49-F238E27FC236}">
                  <a16:creationId xmlns:a16="http://schemas.microsoft.com/office/drawing/2014/main" id="{C62BEC9E-988E-F70E-DB9E-750F6051ADC2}"/>
                </a:ext>
              </a:extLst>
            </p:cNvPr>
            <p:cNvSpPr txBox="1">
              <a:spLocks noChangeArrowheads="1"/>
            </p:cNvSpPr>
            <p:nvPr/>
          </p:nvSpPr>
          <p:spPr bwMode="auto">
            <a:xfrm>
              <a:off x="1056" y="4187"/>
              <a:ext cx="445"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ANGUILLA</a:t>
              </a:r>
            </a:p>
          </p:txBody>
        </p:sp>
        <p:sp>
          <p:nvSpPr>
            <p:cNvPr id="17416" name="Text Box 7">
              <a:extLst>
                <a:ext uri="{FF2B5EF4-FFF2-40B4-BE49-F238E27FC236}">
                  <a16:creationId xmlns:a16="http://schemas.microsoft.com/office/drawing/2014/main" id="{A8729039-BEF9-8B7A-A8CE-D89843D81DC4}"/>
                </a:ext>
              </a:extLst>
            </p:cNvPr>
            <p:cNvSpPr txBox="1">
              <a:spLocks noChangeArrowheads="1"/>
            </p:cNvSpPr>
            <p:nvPr/>
          </p:nvSpPr>
          <p:spPr bwMode="auto">
            <a:xfrm>
              <a:off x="0" y="4187"/>
              <a:ext cx="494"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AUSTRALIA </a:t>
              </a:r>
            </a:p>
          </p:txBody>
        </p:sp>
        <p:pic>
          <p:nvPicPr>
            <p:cNvPr id="17417" name="Picture 8">
              <a:extLst>
                <a:ext uri="{FF2B5EF4-FFF2-40B4-BE49-F238E27FC236}">
                  <a16:creationId xmlns:a16="http://schemas.microsoft.com/office/drawing/2014/main" id="{6D7B0666-F423-4BAE-9E43-3642870CB8E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8"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8" name="Text Box 9">
              <a:extLst>
                <a:ext uri="{FF2B5EF4-FFF2-40B4-BE49-F238E27FC236}">
                  <a16:creationId xmlns:a16="http://schemas.microsoft.com/office/drawing/2014/main" id="{B5596D41-D432-F166-178E-B027217A1702}"/>
                </a:ext>
              </a:extLst>
            </p:cNvPr>
            <p:cNvSpPr txBox="1">
              <a:spLocks noChangeArrowheads="1"/>
            </p:cNvSpPr>
            <p:nvPr/>
          </p:nvSpPr>
          <p:spPr bwMode="auto">
            <a:xfrm>
              <a:off x="528" y="4130"/>
              <a:ext cx="505"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St. Helena &amp;</a:t>
              </a:r>
            </a:p>
            <a:p>
              <a:pPr algn="l" eaLnBrk="1" hangingPunct="1"/>
              <a:r>
                <a:rPr lang="en-US" altLang="en-US" sz="800"/>
                <a:t> Dependencies </a:t>
              </a:r>
            </a:p>
            <a:p>
              <a:pPr algn="l" eaLnBrk="1" hangingPunct="1"/>
              <a:endParaRPr lang="en-US" altLang="en-US" sz="800"/>
            </a:p>
          </p:txBody>
        </p:sp>
        <p:pic>
          <p:nvPicPr>
            <p:cNvPr id="17419" name="Picture 10">
              <a:extLst>
                <a:ext uri="{FF2B5EF4-FFF2-40B4-BE49-F238E27FC236}">
                  <a16:creationId xmlns:a16="http://schemas.microsoft.com/office/drawing/2014/main" id="{633CC6E9-8BE6-192A-B15C-5EDC3368781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2"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0" name="Text Box 11">
              <a:extLst>
                <a:ext uri="{FF2B5EF4-FFF2-40B4-BE49-F238E27FC236}">
                  <a16:creationId xmlns:a16="http://schemas.microsoft.com/office/drawing/2014/main" id="{10CCACA0-7BE4-B3D7-86A9-AEE51F7C4FCB}"/>
                </a:ext>
              </a:extLst>
            </p:cNvPr>
            <p:cNvSpPr txBox="1">
              <a:spLocks noChangeArrowheads="1"/>
            </p:cNvSpPr>
            <p:nvPr/>
          </p:nvSpPr>
          <p:spPr bwMode="auto">
            <a:xfrm>
              <a:off x="1584" y="4033"/>
              <a:ext cx="553"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South Georgia &amp;</a:t>
              </a:r>
            </a:p>
            <a:p>
              <a:pPr algn="l" eaLnBrk="1" hangingPunct="1"/>
              <a:r>
                <a:rPr lang="en-US" altLang="en-US" sz="800"/>
                <a:t>South Sandwich </a:t>
              </a:r>
            </a:p>
            <a:p>
              <a:pPr algn="l" eaLnBrk="1" hangingPunct="1"/>
              <a:r>
                <a:rPr lang="en-US" altLang="en-US" sz="800"/>
                <a:t>Islands</a:t>
              </a:r>
            </a:p>
          </p:txBody>
        </p:sp>
        <p:pic>
          <p:nvPicPr>
            <p:cNvPr id="17421" name="Picture 12">
              <a:extLst>
                <a:ext uri="{FF2B5EF4-FFF2-40B4-BE49-F238E27FC236}">
                  <a16:creationId xmlns:a16="http://schemas.microsoft.com/office/drawing/2014/main" id="{9E5E496C-64CA-8840-ED18-4A7899B875F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0" y="3794"/>
              <a:ext cx="48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2" name="Text Box 13">
              <a:extLst>
                <a:ext uri="{FF2B5EF4-FFF2-40B4-BE49-F238E27FC236}">
                  <a16:creationId xmlns:a16="http://schemas.microsoft.com/office/drawing/2014/main" id="{E4588376-BFB8-7B0C-8BDF-D6AD5E909155}"/>
                </a:ext>
              </a:extLst>
            </p:cNvPr>
            <p:cNvSpPr txBox="1">
              <a:spLocks noChangeArrowheads="1"/>
            </p:cNvSpPr>
            <p:nvPr/>
          </p:nvSpPr>
          <p:spPr bwMode="auto">
            <a:xfrm>
              <a:off x="2160" y="4178"/>
              <a:ext cx="5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800"/>
                <a:t>U.K.</a:t>
              </a:r>
            </a:p>
          </p:txBody>
        </p:sp>
        <p:pic>
          <p:nvPicPr>
            <p:cNvPr id="17423" name="Picture 14">
              <a:extLst>
                <a:ext uri="{FF2B5EF4-FFF2-40B4-BE49-F238E27FC236}">
                  <a16:creationId xmlns:a16="http://schemas.microsoft.com/office/drawing/2014/main" id="{AC82F27E-98A4-68E3-E763-B3276885EC9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36"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4" name="Text Box 15">
              <a:extLst>
                <a:ext uri="{FF2B5EF4-FFF2-40B4-BE49-F238E27FC236}">
                  <a16:creationId xmlns:a16="http://schemas.microsoft.com/office/drawing/2014/main" id="{632EAEDE-2E0D-59B1-12C1-01B4F0717375}"/>
                </a:ext>
              </a:extLst>
            </p:cNvPr>
            <p:cNvSpPr txBox="1">
              <a:spLocks noChangeArrowheads="1"/>
            </p:cNvSpPr>
            <p:nvPr/>
          </p:nvSpPr>
          <p:spPr bwMode="auto">
            <a:xfrm>
              <a:off x="2736" y="4033"/>
              <a:ext cx="449"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Serbia &amp; </a:t>
              </a:r>
            </a:p>
            <a:p>
              <a:pPr algn="l" eaLnBrk="1" hangingPunct="1"/>
              <a:r>
                <a:rPr lang="en-US" altLang="en-US" sz="800"/>
                <a:t>Montenegro</a:t>
              </a:r>
            </a:p>
            <a:p>
              <a:pPr algn="l" eaLnBrk="1" hangingPunct="1"/>
              <a:r>
                <a:rPr lang="en-US" altLang="en-US" sz="800"/>
                <a:t>(Yugoslavia)</a:t>
              </a:r>
            </a:p>
          </p:txBody>
        </p:sp>
        <p:pic>
          <p:nvPicPr>
            <p:cNvPr id="17425" name="Picture 16">
              <a:extLst>
                <a:ext uri="{FF2B5EF4-FFF2-40B4-BE49-F238E27FC236}">
                  <a16:creationId xmlns:a16="http://schemas.microsoft.com/office/drawing/2014/main" id="{88A5DFB9-34FC-EC9C-3625-61E50B0BB29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64"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6" name="Text Box 17">
              <a:extLst>
                <a:ext uri="{FF2B5EF4-FFF2-40B4-BE49-F238E27FC236}">
                  <a16:creationId xmlns:a16="http://schemas.microsoft.com/office/drawing/2014/main" id="{1362B1F3-52BD-40B0-57E6-AA4AE3215378}"/>
                </a:ext>
              </a:extLst>
            </p:cNvPr>
            <p:cNvSpPr txBox="1">
              <a:spLocks noChangeArrowheads="1"/>
            </p:cNvSpPr>
            <p:nvPr/>
          </p:nvSpPr>
          <p:spPr bwMode="auto">
            <a:xfrm>
              <a:off x="3264" y="4187"/>
              <a:ext cx="11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endParaRPr lang="en-US" altLang="en-US" sz="800"/>
            </a:p>
          </p:txBody>
        </p:sp>
        <p:sp>
          <p:nvSpPr>
            <p:cNvPr id="17427" name="Text Box 18">
              <a:extLst>
                <a:ext uri="{FF2B5EF4-FFF2-40B4-BE49-F238E27FC236}">
                  <a16:creationId xmlns:a16="http://schemas.microsoft.com/office/drawing/2014/main" id="{F58D8289-3FA8-5CF2-AF6F-08BAF6E3BD39}"/>
                </a:ext>
              </a:extLst>
            </p:cNvPr>
            <p:cNvSpPr txBox="1">
              <a:spLocks noChangeArrowheads="1"/>
            </p:cNvSpPr>
            <p:nvPr/>
          </p:nvSpPr>
          <p:spPr bwMode="auto">
            <a:xfrm>
              <a:off x="3264" y="4187"/>
              <a:ext cx="369"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FRANCE</a:t>
              </a:r>
            </a:p>
          </p:txBody>
        </p:sp>
        <p:pic>
          <p:nvPicPr>
            <p:cNvPr id="17428" name="Picture 19">
              <a:extLst>
                <a:ext uri="{FF2B5EF4-FFF2-40B4-BE49-F238E27FC236}">
                  <a16:creationId xmlns:a16="http://schemas.microsoft.com/office/drawing/2014/main" id="{7DB6B9C3-14C7-CDA1-A924-76B5C109A55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04"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9" name="Picture 20">
              <a:extLst>
                <a:ext uri="{FF2B5EF4-FFF2-40B4-BE49-F238E27FC236}">
                  <a16:creationId xmlns:a16="http://schemas.microsoft.com/office/drawing/2014/main" id="{57254A00-C980-ED41-14EA-45523D6C9F4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24"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30" name="Picture 21">
              <a:extLst>
                <a:ext uri="{FF2B5EF4-FFF2-40B4-BE49-F238E27FC236}">
                  <a16:creationId xmlns:a16="http://schemas.microsoft.com/office/drawing/2014/main" id="{766F3953-D808-1331-8EA1-7DB2CEC6611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44"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31" name="Text Box 22">
              <a:extLst>
                <a:ext uri="{FF2B5EF4-FFF2-40B4-BE49-F238E27FC236}">
                  <a16:creationId xmlns:a16="http://schemas.microsoft.com/office/drawing/2014/main" id="{A5EEF17E-72B0-B694-23CA-0FA045E63E63}"/>
                </a:ext>
              </a:extLst>
            </p:cNvPr>
            <p:cNvSpPr txBox="1">
              <a:spLocks noChangeArrowheads="1"/>
            </p:cNvSpPr>
            <p:nvPr/>
          </p:nvSpPr>
          <p:spPr bwMode="auto">
            <a:xfrm>
              <a:off x="3792" y="4187"/>
              <a:ext cx="311"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NIGER</a:t>
              </a:r>
            </a:p>
          </p:txBody>
        </p:sp>
        <p:sp>
          <p:nvSpPr>
            <p:cNvPr id="17432" name="Text Box 23">
              <a:extLst>
                <a:ext uri="{FF2B5EF4-FFF2-40B4-BE49-F238E27FC236}">
                  <a16:creationId xmlns:a16="http://schemas.microsoft.com/office/drawing/2014/main" id="{8E3F892E-471F-EE54-59EA-BB60DBAD6CE2}"/>
                </a:ext>
              </a:extLst>
            </p:cNvPr>
            <p:cNvSpPr txBox="1">
              <a:spLocks noChangeArrowheads="1"/>
            </p:cNvSpPr>
            <p:nvPr/>
          </p:nvSpPr>
          <p:spPr bwMode="auto">
            <a:xfrm>
              <a:off x="4272" y="4187"/>
              <a:ext cx="29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INDIA</a:t>
              </a:r>
            </a:p>
          </p:txBody>
        </p:sp>
        <p:sp>
          <p:nvSpPr>
            <p:cNvPr id="17433" name="Text Box 24">
              <a:extLst>
                <a:ext uri="{FF2B5EF4-FFF2-40B4-BE49-F238E27FC236}">
                  <a16:creationId xmlns:a16="http://schemas.microsoft.com/office/drawing/2014/main" id="{B2841818-ECCD-F68C-B072-74DEB2072847}"/>
                </a:ext>
              </a:extLst>
            </p:cNvPr>
            <p:cNvSpPr txBox="1">
              <a:spLocks noChangeArrowheads="1"/>
            </p:cNvSpPr>
            <p:nvPr/>
          </p:nvSpPr>
          <p:spPr bwMode="auto">
            <a:xfrm>
              <a:off x="4752" y="4187"/>
              <a:ext cx="39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IRELAND</a:t>
              </a:r>
            </a:p>
          </p:txBody>
        </p:sp>
        <p:sp>
          <p:nvSpPr>
            <p:cNvPr id="17434" name="Text Box 25">
              <a:extLst>
                <a:ext uri="{FF2B5EF4-FFF2-40B4-BE49-F238E27FC236}">
                  <a16:creationId xmlns:a16="http://schemas.microsoft.com/office/drawing/2014/main" id="{A4B50845-3544-CABF-41E7-0AA94B5FBDE7}"/>
                </a:ext>
              </a:extLst>
            </p:cNvPr>
            <p:cNvSpPr txBox="1">
              <a:spLocks noChangeArrowheads="1"/>
            </p:cNvSpPr>
            <p:nvPr/>
          </p:nvSpPr>
          <p:spPr bwMode="auto">
            <a:xfrm>
              <a:off x="5242" y="4187"/>
              <a:ext cx="347"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800"/>
                <a:t>BRAZIL</a:t>
              </a:r>
            </a:p>
          </p:txBody>
        </p:sp>
        <p:sp>
          <p:nvSpPr>
            <p:cNvPr id="17435" name="Text Box 26">
              <a:extLst>
                <a:ext uri="{FF2B5EF4-FFF2-40B4-BE49-F238E27FC236}">
                  <a16:creationId xmlns:a16="http://schemas.microsoft.com/office/drawing/2014/main" id="{007C6C2D-5A70-1A56-C185-7991D634D2C7}"/>
                </a:ext>
              </a:extLst>
            </p:cNvPr>
            <p:cNvSpPr txBox="1">
              <a:spLocks noChangeArrowheads="1"/>
            </p:cNvSpPr>
            <p:nvPr/>
          </p:nvSpPr>
          <p:spPr bwMode="auto">
            <a:xfrm>
              <a:off x="0" y="2976"/>
              <a:ext cx="211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endParaRPr lang="en-US" altLang="en-US" sz="1000">
                <a:solidFill>
                  <a:schemeClr val="hlink"/>
                </a:solidFill>
              </a:endParaRPr>
            </a:p>
          </p:txBody>
        </p:sp>
        <p:grpSp>
          <p:nvGrpSpPr>
            <p:cNvPr id="17436" name="Group 27">
              <a:extLst>
                <a:ext uri="{FF2B5EF4-FFF2-40B4-BE49-F238E27FC236}">
                  <a16:creationId xmlns:a16="http://schemas.microsoft.com/office/drawing/2014/main" id="{FCB057A3-F874-AD22-26BE-8E6ED487F9FB}"/>
                </a:ext>
              </a:extLst>
            </p:cNvPr>
            <p:cNvGrpSpPr>
              <a:grpSpLocks/>
            </p:cNvGrpSpPr>
            <p:nvPr/>
          </p:nvGrpSpPr>
          <p:grpSpPr bwMode="auto">
            <a:xfrm>
              <a:off x="192" y="2640"/>
              <a:ext cx="5184" cy="1154"/>
              <a:chOff x="192" y="1682"/>
              <a:chExt cx="5184" cy="2016"/>
            </a:xfrm>
          </p:grpSpPr>
          <p:sp>
            <p:nvSpPr>
              <p:cNvPr id="17437" name="Line 28">
                <a:extLst>
                  <a:ext uri="{FF2B5EF4-FFF2-40B4-BE49-F238E27FC236}">
                    <a16:creationId xmlns:a16="http://schemas.microsoft.com/office/drawing/2014/main" id="{6B603B63-53BB-D3A8-065A-FF8D8E9C1F41}"/>
                  </a:ext>
                </a:extLst>
              </p:cNvPr>
              <p:cNvSpPr>
                <a:spLocks noChangeShapeType="1"/>
              </p:cNvSpPr>
              <p:nvPr/>
            </p:nvSpPr>
            <p:spPr bwMode="auto">
              <a:xfrm flipV="1">
                <a:off x="192" y="3362"/>
                <a:ext cx="0" cy="336"/>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38" name="Line 29">
                <a:extLst>
                  <a:ext uri="{FF2B5EF4-FFF2-40B4-BE49-F238E27FC236}">
                    <a16:creationId xmlns:a16="http://schemas.microsoft.com/office/drawing/2014/main" id="{273BBB6F-D596-2CBF-8581-49D8446FF602}"/>
                  </a:ext>
                </a:extLst>
              </p:cNvPr>
              <p:cNvSpPr>
                <a:spLocks noChangeShapeType="1"/>
              </p:cNvSpPr>
              <p:nvPr/>
            </p:nvSpPr>
            <p:spPr bwMode="auto">
              <a:xfrm flipV="1">
                <a:off x="2400" y="3170"/>
                <a:ext cx="0" cy="528"/>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39" name="Line 30">
                <a:extLst>
                  <a:ext uri="{FF2B5EF4-FFF2-40B4-BE49-F238E27FC236}">
                    <a16:creationId xmlns:a16="http://schemas.microsoft.com/office/drawing/2014/main" id="{7B34EA3C-E25B-0032-19C6-5339EA875677}"/>
                  </a:ext>
                </a:extLst>
              </p:cNvPr>
              <p:cNvSpPr>
                <a:spLocks noChangeShapeType="1"/>
              </p:cNvSpPr>
              <p:nvPr/>
            </p:nvSpPr>
            <p:spPr bwMode="auto">
              <a:xfrm flipV="1">
                <a:off x="1824" y="3458"/>
                <a:ext cx="0" cy="24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0" name="Line 31">
                <a:extLst>
                  <a:ext uri="{FF2B5EF4-FFF2-40B4-BE49-F238E27FC236}">
                    <a16:creationId xmlns:a16="http://schemas.microsoft.com/office/drawing/2014/main" id="{6B44D1A0-EB6B-8F37-267D-B4912A800A98}"/>
                  </a:ext>
                </a:extLst>
              </p:cNvPr>
              <p:cNvSpPr>
                <a:spLocks noChangeShapeType="1"/>
              </p:cNvSpPr>
              <p:nvPr/>
            </p:nvSpPr>
            <p:spPr bwMode="auto">
              <a:xfrm flipV="1">
                <a:off x="2928" y="3074"/>
                <a:ext cx="0" cy="62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1" name="Line 32">
                <a:extLst>
                  <a:ext uri="{FF2B5EF4-FFF2-40B4-BE49-F238E27FC236}">
                    <a16:creationId xmlns:a16="http://schemas.microsoft.com/office/drawing/2014/main" id="{ACB098D1-B618-A024-24C2-FE684A403B23}"/>
                  </a:ext>
                </a:extLst>
              </p:cNvPr>
              <p:cNvSpPr>
                <a:spLocks noChangeShapeType="1"/>
              </p:cNvSpPr>
              <p:nvPr/>
            </p:nvSpPr>
            <p:spPr bwMode="auto">
              <a:xfrm flipV="1">
                <a:off x="3456" y="3074"/>
                <a:ext cx="0" cy="62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2" name="Line 33">
                <a:extLst>
                  <a:ext uri="{FF2B5EF4-FFF2-40B4-BE49-F238E27FC236}">
                    <a16:creationId xmlns:a16="http://schemas.microsoft.com/office/drawing/2014/main" id="{FCF90503-764E-9BFA-22A9-50DB81EA9FD2}"/>
                  </a:ext>
                </a:extLst>
              </p:cNvPr>
              <p:cNvSpPr>
                <a:spLocks noChangeShapeType="1"/>
              </p:cNvSpPr>
              <p:nvPr/>
            </p:nvSpPr>
            <p:spPr bwMode="auto">
              <a:xfrm>
                <a:off x="2928" y="3074"/>
                <a:ext cx="528"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3" name="Line 34">
                <a:extLst>
                  <a:ext uri="{FF2B5EF4-FFF2-40B4-BE49-F238E27FC236}">
                    <a16:creationId xmlns:a16="http://schemas.microsoft.com/office/drawing/2014/main" id="{E5BA944F-B13B-3378-385F-8C8E297E1CC3}"/>
                  </a:ext>
                </a:extLst>
              </p:cNvPr>
              <p:cNvSpPr>
                <a:spLocks noChangeShapeType="1"/>
              </p:cNvSpPr>
              <p:nvPr/>
            </p:nvSpPr>
            <p:spPr bwMode="auto">
              <a:xfrm flipV="1">
                <a:off x="3168" y="2834"/>
                <a:ext cx="0" cy="24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4" name="Line 35">
                <a:extLst>
                  <a:ext uri="{FF2B5EF4-FFF2-40B4-BE49-F238E27FC236}">
                    <a16:creationId xmlns:a16="http://schemas.microsoft.com/office/drawing/2014/main" id="{97DE1170-9D41-D5B9-6FAF-11780E56B88E}"/>
                  </a:ext>
                </a:extLst>
              </p:cNvPr>
              <p:cNvSpPr>
                <a:spLocks noChangeShapeType="1"/>
              </p:cNvSpPr>
              <p:nvPr/>
            </p:nvSpPr>
            <p:spPr bwMode="auto">
              <a:xfrm flipV="1">
                <a:off x="3936" y="3458"/>
                <a:ext cx="0" cy="24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5" name="Line 36">
                <a:extLst>
                  <a:ext uri="{FF2B5EF4-FFF2-40B4-BE49-F238E27FC236}">
                    <a16:creationId xmlns:a16="http://schemas.microsoft.com/office/drawing/2014/main" id="{3504DDB5-6C8D-DCD6-D396-ED6FEA161B89}"/>
                  </a:ext>
                </a:extLst>
              </p:cNvPr>
              <p:cNvSpPr>
                <a:spLocks noChangeShapeType="1"/>
              </p:cNvSpPr>
              <p:nvPr/>
            </p:nvSpPr>
            <p:spPr bwMode="auto">
              <a:xfrm flipV="1">
                <a:off x="4416" y="3458"/>
                <a:ext cx="0" cy="24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6" name="Line 37">
                <a:extLst>
                  <a:ext uri="{FF2B5EF4-FFF2-40B4-BE49-F238E27FC236}">
                    <a16:creationId xmlns:a16="http://schemas.microsoft.com/office/drawing/2014/main" id="{E831E72C-D0E8-FE6A-8F2C-5DD9750AED9F}"/>
                  </a:ext>
                </a:extLst>
              </p:cNvPr>
              <p:cNvSpPr>
                <a:spLocks noChangeShapeType="1"/>
              </p:cNvSpPr>
              <p:nvPr/>
            </p:nvSpPr>
            <p:spPr bwMode="auto">
              <a:xfrm>
                <a:off x="3936" y="3458"/>
                <a:ext cx="480"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7" name="Line 38">
                <a:extLst>
                  <a:ext uri="{FF2B5EF4-FFF2-40B4-BE49-F238E27FC236}">
                    <a16:creationId xmlns:a16="http://schemas.microsoft.com/office/drawing/2014/main" id="{B6268046-21DB-83A0-59DD-091B021A30D1}"/>
                  </a:ext>
                </a:extLst>
              </p:cNvPr>
              <p:cNvSpPr>
                <a:spLocks noChangeShapeType="1"/>
              </p:cNvSpPr>
              <p:nvPr/>
            </p:nvSpPr>
            <p:spPr bwMode="auto">
              <a:xfrm flipV="1">
                <a:off x="4176" y="3074"/>
                <a:ext cx="0" cy="38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8" name="Line 39">
                <a:extLst>
                  <a:ext uri="{FF2B5EF4-FFF2-40B4-BE49-F238E27FC236}">
                    <a16:creationId xmlns:a16="http://schemas.microsoft.com/office/drawing/2014/main" id="{8C3E7D65-2574-78F1-1CD9-801757BFEA01}"/>
                  </a:ext>
                </a:extLst>
              </p:cNvPr>
              <p:cNvSpPr>
                <a:spLocks noChangeShapeType="1"/>
              </p:cNvSpPr>
              <p:nvPr/>
            </p:nvSpPr>
            <p:spPr bwMode="auto">
              <a:xfrm flipV="1">
                <a:off x="4896" y="3074"/>
                <a:ext cx="0" cy="62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9" name="Line 40">
                <a:extLst>
                  <a:ext uri="{FF2B5EF4-FFF2-40B4-BE49-F238E27FC236}">
                    <a16:creationId xmlns:a16="http://schemas.microsoft.com/office/drawing/2014/main" id="{00F598B7-C456-258F-DC1C-2FA311C70680}"/>
                  </a:ext>
                </a:extLst>
              </p:cNvPr>
              <p:cNvSpPr>
                <a:spLocks noChangeShapeType="1"/>
              </p:cNvSpPr>
              <p:nvPr/>
            </p:nvSpPr>
            <p:spPr bwMode="auto">
              <a:xfrm>
                <a:off x="1008" y="3170"/>
                <a:ext cx="1008"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0" name="Line 41">
                <a:extLst>
                  <a:ext uri="{FF2B5EF4-FFF2-40B4-BE49-F238E27FC236}">
                    <a16:creationId xmlns:a16="http://schemas.microsoft.com/office/drawing/2014/main" id="{EF4CA9C8-7628-ECCC-9936-68B6C79AFFC0}"/>
                  </a:ext>
                </a:extLst>
              </p:cNvPr>
              <p:cNvSpPr>
                <a:spLocks noChangeShapeType="1"/>
              </p:cNvSpPr>
              <p:nvPr/>
            </p:nvSpPr>
            <p:spPr bwMode="auto">
              <a:xfrm>
                <a:off x="4176" y="3074"/>
                <a:ext cx="720"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1" name="Line 42">
                <a:extLst>
                  <a:ext uri="{FF2B5EF4-FFF2-40B4-BE49-F238E27FC236}">
                    <a16:creationId xmlns:a16="http://schemas.microsoft.com/office/drawing/2014/main" id="{6086EADC-7A9E-3023-4104-1E35D17CA455}"/>
                  </a:ext>
                </a:extLst>
              </p:cNvPr>
              <p:cNvSpPr>
                <a:spLocks noChangeShapeType="1"/>
              </p:cNvSpPr>
              <p:nvPr/>
            </p:nvSpPr>
            <p:spPr bwMode="auto">
              <a:xfrm flipV="1">
                <a:off x="4512" y="2498"/>
                <a:ext cx="0" cy="576"/>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2" name="Line 43">
                <a:extLst>
                  <a:ext uri="{FF2B5EF4-FFF2-40B4-BE49-F238E27FC236}">
                    <a16:creationId xmlns:a16="http://schemas.microsoft.com/office/drawing/2014/main" id="{C844D6B2-FD09-2A19-0671-DE7519011734}"/>
                  </a:ext>
                </a:extLst>
              </p:cNvPr>
              <p:cNvSpPr>
                <a:spLocks noChangeShapeType="1"/>
              </p:cNvSpPr>
              <p:nvPr/>
            </p:nvSpPr>
            <p:spPr bwMode="auto">
              <a:xfrm flipV="1">
                <a:off x="2448" y="2498"/>
                <a:ext cx="0" cy="336"/>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3" name="Line 44">
                <a:extLst>
                  <a:ext uri="{FF2B5EF4-FFF2-40B4-BE49-F238E27FC236}">
                    <a16:creationId xmlns:a16="http://schemas.microsoft.com/office/drawing/2014/main" id="{7B89FF49-965D-9A83-E748-F11DB7E0967F}"/>
                  </a:ext>
                </a:extLst>
              </p:cNvPr>
              <p:cNvSpPr>
                <a:spLocks noChangeShapeType="1"/>
              </p:cNvSpPr>
              <p:nvPr/>
            </p:nvSpPr>
            <p:spPr bwMode="auto">
              <a:xfrm>
                <a:off x="1728" y="2834"/>
                <a:ext cx="1440"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4" name="Line 45">
                <a:extLst>
                  <a:ext uri="{FF2B5EF4-FFF2-40B4-BE49-F238E27FC236}">
                    <a16:creationId xmlns:a16="http://schemas.microsoft.com/office/drawing/2014/main" id="{67F4C25F-7FEB-AA99-5D78-942086ACE68B}"/>
                  </a:ext>
                </a:extLst>
              </p:cNvPr>
              <p:cNvSpPr>
                <a:spLocks noChangeShapeType="1"/>
              </p:cNvSpPr>
              <p:nvPr/>
            </p:nvSpPr>
            <p:spPr bwMode="auto">
              <a:xfrm flipV="1">
                <a:off x="3504" y="2114"/>
                <a:ext cx="0" cy="38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5" name="Line 46">
                <a:extLst>
                  <a:ext uri="{FF2B5EF4-FFF2-40B4-BE49-F238E27FC236}">
                    <a16:creationId xmlns:a16="http://schemas.microsoft.com/office/drawing/2014/main" id="{34320EE9-AA3C-EBE4-10BE-DFB05C782126}"/>
                  </a:ext>
                </a:extLst>
              </p:cNvPr>
              <p:cNvSpPr>
                <a:spLocks noChangeShapeType="1"/>
              </p:cNvSpPr>
              <p:nvPr/>
            </p:nvSpPr>
            <p:spPr bwMode="auto">
              <a:xfrm flipH="1">
                <a:off x="2016" y="3170"/>
                <a:ext cx="384"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6" name="Line 47">
                <a:extLst>
                  <a:ext uri="{FF2B5EF4-FFF2-40B4-BE49-F238E27FC236}">
                    <a16:creationId xmlns:a16="http://schemas.microsoft.com/office/drawing/2014/main" id="{13B18AF7-F1BD-CC62-871F-51D5FF1260A7}"/>
                  </a:ext>
                </a:extLst>
              </p:cNvPr>
              <p:cNvSpPr>
                <a:spLocks noChangeShapeType="1"/>
              </p:cNvSpPr>
              <p:nvPr/>
            </p:nvSpPr>
            <p:spPr bwMode="auto">
              <a:xfrm flipV="1">
                <a:off x="1728" y="2834"/>
                <a:ext cx="0" cy="336"/>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7" name="Line 48">
                <a:extLst>
                  <a:ext uri="{FF2B5EF4-FFF2-40B4-BE49-F238E27FC236}">
                    <a16:creationId xmlns:a16="http://schemas.microsoft.com/office/drawing/2014/main" id="{1E6D7692-4083-EEC3-8985-D1581672F2F2}"/>
                  </a:ext>
                </a:extLst>
              </p:cNvPr>
              <p:cNvSpPr>
                <a:spLocks noChangeShapeType="1"/>
              </p:cNvSpPr>
              <p:nvPr/>
            </p:nvSpPr>
            <p:spPr bwMode="auto">
              <a:xfrm flipV="1">
                <a:off x="2448" y="2498"/>
                <a:ext cx="2064"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8" name="Line 49">
                <a:extLst>
                  <a:ext uri="{FF2B5EF4-FFF2-40B4-BE49-F238E27FC236}">
                    <a16:creationId xmlns:a16="http://schemas.microsoft.com/office/drawing/2014/main" id="{975502CF-581A-010D-EA2E-28632A31F795}"/>
                  </a:ext>
                </a:extLst>
              </p:cNvPr>
              <p:cNvSpPr>
                <a:spLocks noChangeShapeType="1"/>
              </p:cNvSpPr>
              <p:nvPr/>
            </p:nvSpPr>
            <p:spPr bwMode="auto">
              <a:xfrm flipV="1">
                <a:off x="5376" y="2114"/>
                <a:ext cx="0" cy="158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9" name="Line 50">
                <a:extLst>
                  <a:ext uri="{FF2B5EF4-FFF2-40B4-BE49-F238E27FC236}">
                    <a16:creationId xmlns:a16="http://schemas.microsoft.com/office/drawing/2014/main" id="{D45C7CF6-744F-1EA5-825E-5698A0C78C72}"/>
                  </a:ext>
                </a:extLst>
              </p:cNvPr>
              <p:cNvSpPr>
                <a:spLocks noChangeShapeType="1"/>
              </p:cNvSpPr>
              <p:nvPr/>
            </p:nvSpPr>
            <p:spPr bwMode="auto">
              <a:xfrm>
                <a:off x="3504" y="2114"/>
                <a:ext cx="1872"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60" name="Line 51">
                <a:extLst>
                  <a:ext uri="{FF2B5EF4-FFF2-40B4-BE49-F238E27FC236}">
                    <a16:creationId xmlns:a16="http://schemas.microsoft.com/office/drawing/2014/main" id="{D77EB292-0127-D941-9E58-A821918F4D4F}"/>
                  </a:ext>
                </a:extLst>
              </p:cNvPr>
              <p:cNvSpPr>
                <a:spLocks noChangeShapeType="1"/>
              </p:cNvSpPr>
              <p:nvPr/>
            </p:nvSpPr>
            <p:spPr bwMode="auto">
              <a:xfrm flipV="1">
                <a:off x="4464" y="1682"/>
                <a:ext cx="0" cy="432"/>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61" name="Line 52">
                <a:extLst>
                  <a:ext uri="{FF2B5EF4-FFF2-40B4-BE49-F238E27FC236}">
                    <a16:creationId xmlns:a16="http://schemas.microsoft.com/office/drawing/2014/main" id="{C9016ACF-191D-4501-10BB-B6727D7F484F}"/>
                  </a:ext>
                </a:extLst>
              </p:cNvPr>
              <p:cNvSpPr>
                <a:spLocks noChangeShapeType="1"/>
              </p:cNvSpPr>
              <p:nvPr/>
            </p:nvSpPr>
            <p:spPr bwMode="auto">
              <a:xfrm flipV="1">
                <a:off x="720" y="3554"/>
                <a:ext cx="0" cy="14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62" name="Line 53">
                <a:extLst>
                  <a:ext uri="{FF2B5EF4-FFF2-40B4-BE49-F238E27FC236}">
                    <a16:creationId xmlns:a16="http://schemas.microsoft.com/office/drawing/2014/main" id="{F4E6FDB8-179B-1923-75D7-9A69EDB4BD97}"/>
                  </a:ext>
                </a:extLst>
              </p:cNvPr>
              <p:cNvSpPr>
                <a:spLocks noChangeShapeType="1"/>
              </p:cNvSpPr>
              <p:nvPr/>
            </p:nvSpPr>
            <p:spPr bwMode="auto">
              <a:xfrm flipV="1">
                <a:off x="1296" y="3554"/>
                <a:ext cx="0" cy="14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63" name="Line 54">
                <a:extLst>
                  <a:ext uri="{FF2B5EF4-FFF2-40B4-BE49-F238E27FC236}">
                    <a16:creationId xmlns:a16="http://schemas.microsoft.com/office/drawing/2014/main" id="{4F36D9C1-9857-6874-943F-CFBE26A7E76D}"/>
                  </a:ext>
                </a:extLst>
              </p:cNvPr>
              <p:cNvSpPr>
                <a:spLocks noChangeShapeType="1"/>
              </p:cNvSpPr>
              <p:nvPr/>
            </p:nvSpPr>
            <p:spPr bwMode="auto">
              <a:xfrm flipV="1">
                <a:off x="1440" y="3362"/>
                <a:ext cx="0" cy="96"/>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64" name="Line 55">
                <a:extLst>
                  <a:ext uri="{FF2B5EF4-FFF2-40B4-BE49-F238E27FC236}">
                    <a16:creationId xmlns:a16="http://schemas.microsoft.com/office/drawing/2014/main" id="{CE007094-9727-83A9-538E-8B63C189FB04}"/>
                  </a:ext>
                </a:extLst>
              </p:cNvPr>
              <p:cNvSpPr>
                <a:spLocks noChangeShapeType="1"/>
              </p:cNvSpPr>
              <p:nvPr/>
            </p:nvSpPr>
            <p:spPr bwMode="auto">
              <a:xfrm>
                <a:off x="192" y="3362"/>
                <a:ext cx="1248"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65" name="Line 56">
                <a:extLst>
                  <a:ext uri="{FF2B5EF4-FFF2-40B4-BE49-F238E27FC236}">
                    <a16:creationId xmlns:a16="http://schemas.microsoft.com/office/drawing/2014/main" id="{4D8F79F6-ECF3-2004-1295-3837DD3034E8}"/>
                  </a:ext>
                </a:extLst>
              </p:cNvPr>
              <p:cNvSpPr>
                <a:spLocks noChangeShapeType="1"/>
              </p:cNvSpPr>
              <p:nvPr/>
            </p:nvSpPr>
            <p:spPr bwMode="auto">
              <a:xfrm flipV="1">
                <a:off x="720" y="3170"/>
                <a:ext cx="0" cy="192"/>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66" name="Line 57">
                <a:extLst>
                  <a:ext uri="{FF2B5EF4-FFF2-40B4-BE49-F238E27FC236}">
                    <a16:creationId xmlns:a16="http://schemas.microsoft.com/office/drawing/2014/main" id="{E2D65969-774B-9303-8C3D-31B5F8E60DFC}"/>
                  </a:ext>
                </a:extLst>
              </p:cNvPr>
              <p:cNvSpPr>
                <a:spLocks noChangeShapeType="1"/>
              </p:cNvSpPr>
              <p:nvPr/>
            </p:nvSpPr>
            <p:spPr bwMode="auto">
              <a:xfrm>
                <a:off x="720" y="3170"/>
                <a:ext cx="384"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67" name="Line 58">
                <a:extLst>
                  <a:ext uri="{FF2B5EF4-FFF2-40B4-BE49-F238E27FC236}">
                    <a16:creationId xmlns:a16="http://schemas.microsoft.com/office/drawing/2014/main" id="{60B4B475-53C6-0590-C5F2-EA786FF12362}"/>
                  </a:ext>
                </a:extLst>
              </p:cNvPr>
              <p:cNvSpPr>
                <a:spLocks noChangeShapeType="1"/>
              </p:cNvSpPr>
              <p:nvPr/>
            </p:nvSpPr>
            <p:spPr bwMode="auto">
              <a:xfrm>
                <a:off x="720" y="3554"/>
                <a:ext cx="576"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68" name="Line 59">
                <a:extLst>
                  <a:ext uri="{FF2B5EF4-FFF2-40B4-BE49-F238E27FC236}">
                    <a16:creationId xmlns:a16="http://schemas.microsoft.com/office/drawing/2014/main" id="{35298557-79C6-97E2-A74E-218AFF92E071}"/>
                  </a:ext>
                </a:extLst>
              </p:cNvPr>
              <p:cNvSpPr>
                <a:spLocks noChangeShapeType="1"/>
              </p:cNvSpPr>
              <p:nvPr/>
            </p:nvSpPr>
            <p:spPr bwMode="auto">
              <a:xfrm flipV="1">
                <a:off x="1008" y="3458"/>
                <a:ext cx="0" cy="96"/>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69" name="Line 60">
                <a:extLst>
                  <a:ext uri="{FF2B5EF4-FFF2-40B4-BE49-F238E27FC236}">
                    <a16:creationId xmlns:a16="http://schemas.microsoft.com/office/drawing/2014/main" id="{D47B8380-FFF2-2854-3456-35417894D956}"/>
                  </a:ext>
                </a:extLst>
              </p:cNvPr>
              <p:cNvSpPr>
                <a:spLocks noChangeShapeType="1"/>
              </p:cNvSpPr>
              <p:nvPr/>
            </p:nvSpPr>
            <p:spPr bwMode="auto">
              <a:xfrm>
                <a:off x="1008" y="3458"/>
                <a:ext cx="816"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00765" name="Text Box 61">
            <a:extLst>
              <a:ext uri="{FF2B5EF4-FFF2-40B4-BE49-F238E27FC236}">
                <a16:creationId xmlns:a16="http://schemas.microsoft.com/office/drawing/2014/main" id="{27E49808-56D1-216D-1C12-49A00E173E72}"/>
              </a:ext>
            </a:extLst>
          </p:cNvPr>
          <p:cNvSpPr txBox="1">
            <a:spLocks noChangeArrowheads="1"/>
          </p:cNvSpPr>
          <p:nvPr/>
        </p:nvSpPr>
        <p:spPr bwMode="auto">
          <a:xfrm>
            <a:off x="285750" y="250825"/>
            <a:ext cx="8524875" cy="3808413"/>
          </a:xfrm>
          <a:prstGeom prst="rect">
            <a:avLst/>
          </a:prstGeom>
          <a:noFill/>
          <a:ln>
            <a:noFill/>
          </a:ln>
          <a:effectLst/>
        </p:spPr>
        <p:txBody>
          <a:bodyPr>
            <a:spAutoFit/>
          </a:bodyPr>
          <a:lstStyle/>
          <a:p>
            <a:pPr eaLnBrk="1" hangingPunct="1">
              <a:defRPr/>
            </a:pPr>
            <a:r>
              <a:rPr lang="en-US" altLang="en-US" sz="3600">
                <a:effectLst>
                  <a:outerShdw blurRad="38100" dist="38100" dir="2700000" algn="tl">
                    <a:srgbClr val="C0C0C0"/>
                  </a:outerShdw>
                </a:effectLst>
              </a:rPr>
              <a:t>Hierarchal clustering can sometimes show patterns that are meaningless or spurious</a:t>
            </a:r>
          </a:p>
          <a:p>
            <a:pPr eaLnBrk="1" hangingPunct="1">
              <a:defRPr/>
            </a:pPr>
            <a:endParaRPr lang="en-US" altLang="en-US" sz="2800">
              <a:effectLst>
                <a:outerShdw blurRad="38100" dist="38100" dir="2700000" algn="tl">
                  <a:srgbClr val="C0C0C0"/>
                </a:outerShdw>
              </a:effectLst>
            </a:endParaRPr>
          </a:p>
          <a:p>
            <a:pPr eaLnBrk="1" hangingPunct="1">
              <a:buFontTx/>
              <a:buChar char="•"/>
              <a:defRPr/>
            </a:pPr>
            <a:r>
              <a:rPr lang="en-US" altLang="en-US"/>
              <a:t> For example, in this clustering, the tight grouping of Australia, Anguilla, St. Helena etc is meaningful, since all these countries are former UK colonies.</a:t>
            </a:r>
          </a:p>
          <a:p>
            <a:pPr eaLnBrk="1" hangingPunct="1">
              <a:defRPr/>
            </a:pPr>
            <a:endParaRPr lang="en-US" altLang="en-US"/>
          </a:p>
          <a:p>
            <a:pPr eaLnBrk="1" hangingPunct="1">
              <a:buFontTx/>
              <a:buChar char="•"/>
              <a:defRPr/>
            </a:pPr>
            <a:r>
              <a:rPr lang="en-US" altLang="en-US"/>
              <a:t> However the tight grouping of Niger and India is completely  spurious, there is no connection between the two.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8434" name="Group 2">
            <a:extLst>
              <a:ext uri="{FF2B5EF4-FFF2-40B4-BE49-F238E27FC236}">
                <a16:creationId xmlns:a16="http://schemas.microsoft.com/office/drawing/2014/main" id="{1DCC58B4-2081-D828-7A61-DF1CCEA29EC4}"/>
              </a:ext>
            </a:extLst>
          </p:cNvPr>
          <p:cNvGrpSpPr>
            <a:grpSpLocks/>
          </p:cNvGrpSpPr>
          <p:nvPr/>
        </p:nvGrpSpPr>
        <p:grpSpPr bwMode="auto">
          <a:xfrm>
            <a:off x="114300" y="4033838"/>
            <a:ext cx="8915400" cy="2824162"/>
            <a:chOff x="0" y="2640"/>
            <a:chExt cx="5616" cy="1779"/>
          </a:xfrm>
        </p:grpSpPr>
        <p:pic>
          <p:nvPicPr>
            <p:cNvPr id="18436" name="Picture 3">
              <a:hlinkClick r:id="rId2"/>
              <a:extLst>
                <a:ext uri="{FF2B5EF4-FFF2-40B4-BE49-F238E27FC236}">
                  <a16:creationId xmlns:a16="http://schemas.microsoft.com/office/drawing/2014/main" id="{66F6CC08-17FE-AD67-F034-AA31065BDE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4" y="3792"/>
              <a:ext cx="432"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4">
              <a:hlinkClick r:id="rId4"/>
              <a:extLst>
                <a:ext uri="{FF2B5EF4-FFF2-40B4-BE49-F238E27FC236}">
                  <a16:creationId xmlns:a16="http://schemas.microsoft.com/office/drawing/2014/main" id="{1B46B7F3-0311-03A1-8474-2460A6FBEB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5">
              <a:extLst>
                <a:ext uri="{FF2B5EF4-FFF2-40B4-BE49-F238E27FC236}">
                  <a16:creationId xmlns:a16="http://schemas.microsoft.com/office/drawing/2014/main" id="{AFBD6AB1-25E3-2C40-45F7-C59EFC2E74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Text Box 6">
              <a:extLst>
                <a:ext uri="{FF2B5EF4-FFF2-40B4-BE49-F238E27FC236}">
                  <a16:creationId xmlns:a16="http://schemas.microsoft.com/office/drawing/2014/main" id="{8754EAF7-B22A-4614-C843-E37B30D764E2}"/>
                </a:ext>
              </a:extLst>
            </p:cNvPr>
            <p:cNvSpPr txBox="1">
              <a:spLocks noChangeArrowheads="1"/>
            </p:cNvSpPr>
            <p:nvPr/>
          </p:nvSpPr>
          <p:spPr bwMode="auto">
            <a:xfrm>
              <a:off x="1056" y="4187"/>
              <a:ext cx="445"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ANGUILLA</a:t>
              </a:r>
            </a:p>
          </p:txBody>
        </p:sp>
        <p:sp>
          <p:nvSpPr>
            <p:cNvPr id="18440" name="Text Box 7">
              <a:extLst>
                <a:ext uri="{FF2B5EF4-FFF2-40B4-BE49-F238E27FC236}">
                  <a16:creationId xmlns:a16="http://schemas.microsoft.com/office/drawing/2014/main" id="{0E9825CB-7636-CCAD-C8E5-61ED06464E86}"/>
                </a:ext>
              </a:extLst>
            </p:cNvPr>
            <p:cNvSpPr txBox="1">
              <a:spLocks noChangeArrowheads="1"/>
            </p:cNvSpPr>
            <p:nvPr/>
          </p:nvSpPr>
          <p:spPr bwMode="auto">
            <a:xfrm>
              <a:off x="0" y="4187"/>
              <a:ext cx="494"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AUSTRALIA </a:t>
              </a:r>
            </a:p>
          </p:txBody>
        </p:sp>
        <p:pic>
          <p:nvPicPr>
            <p:cNvPr id="18441" name="Picture 8">
              <a:extLst>
                <a:ext uri="{FF2B5EF4-FFF2-40B4-BE49-F238E27FC236}">
                  <a16:creationId xmlns:a16="http://schemas.microsoft.com/office/drawing/2014/main" id="{DD68A8C0-F3C7-3CF9-4211-140B4C4FC61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8"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2" name="Text Box 9">
              <a:extLst>
                <a:ext uri="{FF2B5EF4-FFF2-40B4-BE49-F238E27FC236}">
                  <a16:creationId xmlns:a16="http://schemas.microsoft.com/office/drawing/2014/main" id="{8B057F38-B42A-9779-9B01-82604AFB290C}"/>
                </a:ext>
              </a:extLst>
            </p:cNvPr>
            <p:cNvSpPr txBox="1">
              <a:spLocks noChangeArrowheads="1"/>
            </p:cNvSpPr>
            <p:nvPr/>
          </p:nvSpPr>
          <p:spPr bwMode="auto">
            <a:xfrm>
              <a:off x="528" y="4130"/>
              <a:ext cx="505"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St. Helena &amp;</a:t>
              </a:r>
            </a:p>
            <a:p>
              <a:pPr algn="l" eaLnBrk="1" hangingPunct="1"/>
              <a:r>
                <a:rPr lang="en-US" altLang="en-US" sz="800"/>
                <a:t> Dependencies </a:t>
              </a:r>
            </a:p>
            <a:p>
              <a:pPr algn="l" eaLnBrk="1" hangingPunct="1"/>
              <a:endParaRPr lang="en-US" altLang="en-US" sz="800"/>
            </a:p>
          </p:txBody>
        </p:sp>
        <p:pic>
          <p:nvPicPr>
            <p:cNvPr id="18443" name="Picture 10">
              <a:extLst>
                <a:ext uri="{FF2B5EF4-FFF2-40B4-BE49-F238E27FC236}">
                  <a16:creationId xmlns:a16="http://schemas.microsoft.com/office/drawing/2014/main" id="{F4F2F4B0-C79E-01E7-E7A8-A73C87FD15F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2"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4" name="Text Box 11">
              <a:extLst>
                <a:ext uri="{FF2B5EF4-FFF2-40B4-BE49-F238E27FC236}">
                  <a16:creationId xmlns:a16="http://schemas.microsoft.com/office/drawing/2014/main" id="{8C113C1B-D0D0-B1F1-1051-ABCE6A23C22A}"/>
                </a:ext>
              </a:extLst>
            </p:cNvPr>
            <p:cNvSpPr txBox="1">
              <a:spLocks noChangeArrowheads="1"/>
            </p:cNvSpPr>
            <p:nvPr/>
          </p:nvSpPr>
          <p:spPr bwMode="auto">
            <a:xfrm>
              <a:off x="1584" y="4033"/>
              <a:ext cx="553"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South Georgia &amp;</a:t>
              </a:r>
            </a:p>
            <a:p>
              <a:pPr algn="l" eaLnBrk="1" hangingPunct="1"/>
              <a:r>
                <a:rPr lang="en-US" altLang="en-US" sz="800"/>
                <a:t>South Sandwich </a:t>
              </a:r>
            </a:p>
            <a:p>
              <a:pPr algn="l" eaLnBrk="1" hangingPunct="1"/>
              <a:r>
                <a:rPr lang="en-US" altLang="en-US" sz="800"/>
                <a:t>Islands</a:t>
              </a:r>
            </a:p>
          </p:txBody>
        </p:sp>
        <p:pic>
          <p:nvPicPr>
            <p:cNvPr id="18445" name="Picture 12">
              <a:extLst>
                <a:ext uri="{FF2B5EF4-FFF2-40B4-BE49-F238E27FC236}">
                  <a16:creationId xmlns:a16="http://schemas.microsoft.com/office/drawing/2014/main" id="{130EF36D-2527-4886-2461-5D5A9CEB71F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0" y="3794"/>
              <a:ext cx="48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6" name="Text Box 13">
              <a:extLst>
                <a:ext uri="{FF2B5EF4-FFF2-40B4-BE49-F238E27FC236}">
                  <a16:creationId xmlns:a16="http://schemas.microsoft.com/office/drawing/2014/main" id="{CCC45F02-E67F-5295-7545-B1E6DB015C09}"/>
                </a:ext>
              </a:extLst>
            </p:cNvPr>
            <p:cNvSpPr txBox="1">
              <a:spLocks noChangeArrowheads="1"/>
            </p:cNvSpPr>
            <p:nvPr/>
          </p:nvSpPr>
          <p:spPr bwMode="auto">
            <a:xfrm>
              <a:off x="2160" y="4178"/>
              <a:ext cx="5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800"/>
                <a:t>U.K.</a:t>
              </a:r>
            </a:p>
          </p:txBody>
        </p:sp>
        <p:pic>
          <p:nvPicPr>
            <p:cNvPr id="18447" name="Picture 14">
              <a:extLst>
                <a:ext uri="{FF2B5EF4-FFF2-40B4-BE49-F238E27FC236}">
                  <a16:creationId xmlns:a16="http://schemas.microsoft.com/office/drawing/2014/main" id="{AE3FBD2F-CF7A-C764-2E18-C1A2678A0FC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36"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8" name="Text Box 15">
              <a:extLst>
                <a:ext uri="{FF2B5EF4-FFF2-40B4-BE49-F238E27FC236}">
                  <a16:creationId xmlns:a16="http://schemas.microsoft.com/office/drawing/2014/main" id="{ED32CD9D-070A-92C6-0A44-0A3928064DC7}"/>
                </a:ext>
              </a:extLst>
            </p:cNvPr>
            <p:cNvSpPr txBox="1">
              <a:spLocks noChangeArrowheads="1"/>
            </p:cNvSpPr>
            <p:nvPr/>
          </p:nvSpPr>
          <p:spPr bwMode="auto">
            <a:xfrm>
              <a:off x="2736" y="4033"/>
              <a:ext cx="449"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Serbia &amp; </a:t>
              </a:r>
            </a:p>
            <a:p>
              <a:pPr algn="l" eaLnBrk="1" hangingPunct="1"/>
              <a:r>
                <a:rPr lang="en-US" altLang="en-US" sz="800"/>
                <a:t>Montenegro</a:t>
              </a:r>
            </a:p>
            <a:p>
              <a:pPr algn="l" eaLnBrk="1" hangingPunct="1"/>
              <a:r>
                <a:rPr lang="en-US" altLang="en-US" sz="800"/>
                <a:t>(Yugoslavia)</a:t>
              </a:r>
            </a:p>
          </p:txBody>
        </p:sp>
        <p:pic>
          <p:nvPicPr>
            <p:cNvPr id="18449" name="Picture 16">
              <a:extLst>
                <a:ext uri="{FF2B5EF4-FFF2-40B4-BE49-F238E27FC236}">
                  <a16:creationId xmlns:a16="http://schemas.microsoft.com/office/drawing/2014/main" id="{90DD013F-C570-8903-E36C-760AF17E437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64"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50" name="Text Box 17">
              <a:extLst>
                <a:ext uri="{FF2B5EF4-FFF2-40B4-BE49-F238E27FC236}">
                  <a16:creationId xmlns:a16="http://schemas.microsoft.com/office/drawing/2014/main" id="{A87C937B-68C2-1F39-CA52-EC2AF81E483A}"/>
                </a:ext>
              </a:extLst>
            </p:cNvPr>
            <p:cNvSpPr txBox="1">
              <a:spLocks noChangeArrowheads="1"/>
            </p:cNvSpPr>
            <p:nvPr/>
          </p:nvSpPr>
          <p:spPr bwMode="auto">
            <a:xfrm>
              <a:off x="3264" y="4187"/>
              <a:ext cx="11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endParaRPr lang="en-US" altLang="en-US" sz="800"/>
            </a:p>
          </p:txBody>
        </p:sp>
        <p:sp>
          <p:nvSpPr>
            <p:cNvPr id="18451" name="Text Box 18">
              <a:extLst>
                <a:ext uri="{FF2B5EF4-FFF2-40B4-BE49-F238E27FC236}">
                  <a16:creationId xmlns:a16="http://schemas.microsoft.com/office/drawing/2014/main" id="{A3BC44A0-43FB-4775-8313-323EBF67EFCC}"/>
                </a:ext>
              </a:extLst>
            </p:cNvPr>
            <p:cNvSpPr txBox="1">
              <a:spLocks noChangeArrowheads="1"/>
            </p:cNvSpPr>
            <p:nvPr/>
          </p:nvSpPr>
          <p:spPr bwMode="auto">
            <a:xfrm>
              <a:off x="3264" y="4187"/>
              <a:ext cx="369"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FRANCE</a:t>
              </a:r>
            </a:p>
          </p:txBody>
        </p:sp>
        <p:pic>
          <p:nvPicPr>
            <p:cNvPr id="18452" name="Picture 19">
              <a:extLst>
                <a:ext uri="{FF2B5EF4-FFF2-40B4-BE49-F238E27FC236}">
                  <a16:creationId xmlns:a16="http://schemas.microsoft.com/office/drawing/2014/main" id="{038C1952-BF0F-BC6A-8EF9-9364771420B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04"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3" name="Picture 20">
              <a:extLst>
                <a:ext uri="{FF2B5EF4-FFF2-40B4-BE49-F238E27FC236}">
                  <a16:creationId xmlns:a16="http://schemas.microsoft.com/office/drawing/2014/main" id="{10A9BDE1-7FE0-1E5A-F38D-E16CAAE545B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24"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4" name="Picture 21">
              <a:extLst>
                <a:ext uri="{FF2B5EF4-FFF2-40B4-BE49-F238E27FC236}">
                  <a16:creationId xmlns:a16="http://schemas.microsoft.com/office/drawing/2014/main" id="{D319CE85-FE41-E901-E33E-0AD9717BB9A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44" y="3794"/>
              <a:ext cx="43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55" name="Text Box 22">
              <a:extLst>
                <a:ext uri="{FF2B5EF4-FFF2-40B4-BE49-F238E27FC236}">
                  <a16:creationId xmlns:a16="http://schemas.microsoft.com/office/drawing/2014/main" id="{7969E112-F23E-E4E9-5439-0770630ED40F}"/>
                </a:ext>
              </a:extLst>
            </p:cNvPr>
            <p:cNvSpPr txBox="1">
              <a:spLocks noChangeArrowheads="1"/>
            </p:cNvSpPr>
            <p:nvPr/>
          </p:nvSpPr>
          <p:spPr bwMode="auto">
            <a:xfrm>
              <a:off x="3792" y="4187"/>
              <a:ext cx="311"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NIGER</a:t>
              </a:r>
            </a:p>
          </p:txBody>
        </p:sp>
        <p:sp>
          <p:nvSpPr>
            <p:cNvPr id="18456" name="Text Box 23">
              <a:extLst>
                <a:ext uri="{FF2B5EF4-FFF2-40B4-BE49-F238E27FC236}">
                  <a16:creationId xmlns:a16="http://schemas.microsoft.com/office/drawing/2014/main" id="{A449F721-C54D-E884-EF8E-F949532C50E9}"/>
                </a:ext>
              </a:extLst>
            </p:cNvPr>
            <p:cNvSpPr txBox="1">
              <a:spLocks noChangeArrowheads="1"/>
            </p:cNvSpPr>
            <p:nvPr/>
          </p:nvSpPr>
          <p:spPr bwMode="auto">
            <a:xfrm>
              <a:off x="4272" y="4187"/>
              <a:ext cx="29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INDIA</a:t>
              </a:r>
            </a:p>
          </p:txBody>
        </p:sp>
        <p:sp>
          <p:nvSpPr>
            <p:cNvPr id="18457" name="Text Box 24">
              <a:extLst>
                <a:ext uri="{FF2B5EF4-FFF2-40B4-BE49-F238E27FC236}">
                  <a16:creationId xmlns:a16="http://schemas.microsoft.com/office/drawing/2014/main" id="{D0BBC736-9F62-618E-F7FD-A20B11134DB0}"/>
                </a:ext>
              </a:extLst>
            </p:cNvPr>
            <p:cNvSpPr txBox="1">
              <a:spLocks noChangeArrowheads="1"/>
            </p:cNvSpPr>
            <p:nvPr/>
          </p:nvSpPr>
          <p:spPr bwMode="auto">
            <a:xfrm>
              <a:off x="4752" y="4187"/>
              <a:ext cx="39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800"/>
                <a:t>IRELAND</a:t>
              </a:r>
            </a:p>
          </p:txBody>
        </p:sp>
        <p:sp>
          <p:nvSpPr>
            <p:cNvPr id="18458" name="Text Box 25">
              <a:extLst>
                <a:ext uri="{FF2B5EF4-FFF2-40B4-BE49-F238E27FC236}">
                  <a16:creationId xmlns:a16="http://schemas.microsoft.com/office/drawing/2014/main" id="{CDF851F1-0B0C-3186-5458-35FF9BC90B05}"/>
                </a:ext>
              </a:extLst>
            </p:cNvPr>
            <p:cNvSpPr txBox="1">
              <a:spLocks noChangeArrowheads="1"/>
            </p:cNvSpPr>
            <p:nvPr/>
          </p:nvSpPr>
          <p:spPr bwMode="auto">
            <a:xfrm>
              <a:off x="5242" y="4187"/>
              <a:ext cx="347"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800"/>
                <a:t>BRAZIL</a:t>
              </a:r>
            </a:p>
          </p:txBody>
        </p:sp>
        <p:sp>
          <p:nvSpPr>
            <p:cNvPr id="18459" name="Text Box 26">
              <a:extLst>
                <a:ext uri="{FF2B5EF4-FFF2-40B4-BE49-F238E27FC236}">
                  <a16:creationId xmlns:a16="http://schemas.microsoft.com/office/drawing/2014/main" id="{93A98AB8-A8E7-CFD6-13A4-2DB3335A616D}"/>
                </a:ext>
              </a:extLst>
            </p:cNvPr>
            <p:cNvSpPr txBox="1">
              <a:spLocks noChangeArrowheads="1"/>
            </p:cNvSpPr>
            <p:nvPr/>
          </p:nvSpPr>
          <p:spPr bwMode="auto">
            <a:xfrm>
              <a:off x="0" y="2976"/>
              <a:ext cx="211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endParaRPr lang="en-US" altLang="en-US" sz="1000">
                <a:solidFill>
                  <a:schemeClr val="hlink"/>
                </a:solidFill>
              </a:endParaRPr>
            </a:p>
          </p:txBody>
        </p:sp>
        <p:grpSp>
          <p:nvGrpSpPr>
            <p:cNvPr id="18460" name="Group 27">
              <a:extLst>
                <a:ext uri="{FF2B5EF4-FFF2-40B4-BE49-F238E27FC236}">
                  <a16:creationId xmlns:a16="http://schemas.microsoft.com/office/drawing/2014/main" id="{0EBEAC0E-B679-5D5A-4E9B-9816B493204E}"/>
                </a:ext>
              </a:extLst>
            </p:cNvPr>
            <p:cNvGrpSpPr>
              <a:grpSpLocks/>
            </p:cNvGrpSpPr>
            <p:nvPr/>
          </p:nvGrpSpPr>
          <p:grpSpPr bwMode="auto">
            <a:xfrm>
              <a:off x="192" y="2640"/>
              <a:ext cx="5184" cy="1154"/>
              <a:chOff x="192" y="1682"/>
              <a:chExt cx="5184" cy="2016"/>
            </a:xfrm>
          </p:grpSpPr>
          <p:sp>
            <p:nvSpPr>
              <p:cNvPr id="18461" name="Line 28">
                <a:extLst>
                  <a:ext uri="{FF2B5EF4-FFF2-40B4-BE49-F238E27FC236}">
                    <a16:creationId xmlns:a16="http://schemas.microsoft.com/office/drawing/2014/main" id="{C270DFFF-280D-170E-AC0C-C53C98F5EE1B}"/>
                  </a:ext>
                </a:extLst>
              </p:cNvPr>
              <p:cNvSpPr>
                <a:spLocks noChangeShapeType="1"/>
              </p:cNvSpPr>
              <p:nvPr/>
            </p:nvSpPr>
            <p:spPr bwMode="auto">
              <a:xfrm flipV="1">
                <a:off x="192" y="3362"/>
                <a:ext cx="0" cy="336"/>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2" name="Line 29">
                <a:extLst>
                  <a:ext uri="{FF2B5EF4-FFF2-40B4-BE49-F238E27FC236}">
                    <a16:creationId xmlns:a16="http://schemas.microsoft.com/office/drawing/2014/main" id="{33E254FF-2213-8867-69B3-F94B241F5E7F}"/>
                  </a:ext>
                </a:extLst>
              </p:cNvPr>
              <p:cNvSpPr>
                <a:spLocks noChangeShapeType="1"/>
              </p:cNvSpPr>
              <p:nvPr/>
            </p:nvSpPr>
            <p:spPr bwMode="auto">
              <a:xfrm flipV="1">
                <a:off x="2400" y="3170"/>
                <a:ext cx="0" cy="528"/>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3" name="Line 30">
                <a:extLst>
                  <a:ext uri="{FF2B5EF4-FFF2-40B4-BE49-F238E27FC236}">
                    <a16:creationId xmlns:a16="http://schemas.microsoft.com/office/drawing/2014/main" id="{C00A1A52-7750-C931-E5EA-1A16EA9F18D6}"/>
                  </a:ext>
                </a:extLst>
              </p:cNvPr>
              <p:cNvSpPr>
                <a:spLocks noChangeShapeType="1"/>
              </p:cNvSpPr>
              <p:nvPr/>
            </p:nvSpPr>
            <p:spPr bwMode="auto">
              <a:xfrm flipV="1">
                <a:off x="1824" y="3458"/>
                <a:ext cx="0" cy="24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4" name="Line 31">
                <a:extLst>
                  <a:ext uri="{FF2B5EF4-FFF2-40B4-BE49-F238E27FC236}">
                    <a16:creationId xmlns:a16="http://schemas.microsoft.com/office/drawing/2014/main" id="{5BC61E5E-7373-59CA-791E-474BFA1BF200}"/>
                  </a:ext>
                </a:extLst>
              </p:cNvPr>
              <p:cNvSpPr>
                <a:spLocks noChangeShapeType="1"/>
              </p:cNvSpPr>
              <p:nvPr/>
            </p:nvSpPr>
            <p:spPr bwMode="auto">
              <a:xfrm flipV="1">
                <a:off x="2928" y="3074"/>
                <a:ext cx="0" cy="62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5" name="Line 32">
                <a:extLst>
                  <a:ext uri="{FF2B5EF4-FFF2-40B4-BE49-F238E27FC236}">
                    <a16:creationId xmlns:a16="http://schemas.microsoft.com/office/drawing/2014/main" id="{AB72B886-B5E1-8A28-FCE2-1C4D73E3930F}"/>
                  </a:ext>
                </a:extLst>
              </p:cNvPr>
              <p:cNvSpPr>
                <a:spLocks noChangeShapeType="1"/>
              </p:cNvSpPr>
              <p:nvPr/>
            </p:nvSpPr>
            <p:spPr bwMode="auto">
              <a:xfrm flipV="1">
                <a:off x="3456" y="3074"/>
                <a:ext cx="0" cy="62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6" name="Line 33">
                <a:extLst>
                  <a:ext uri="{FF2B5EF4-FFF2-40B4-BE49-F238E27FC236}">
                    <a16:creationId xmlns:a16="http://schemas.microsoft.com/office/drawing/2014/main" id="{173CF98F-6CB4-2014-C8E4-F998B917771B}"/>
                  </a:ext>
                </a:extLst>
              </p:cNvPr>
              <p:cNvSpPr>
                <a:spLocks noChangeShapeType="1"/>
              </p:cNvSpPr>
              <p:nvPr/>
            </p:nvSpPr>
            <p:spPr bwMode="auto">
              <a:xfrm>
                <a:off x="2928" y="3074"/>
                <a:ext cx="528"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7" name="Line 34">
                <a:extLst>
                  <a:ext uri="{FF2B5EF4-FFF2-40B4-BE49-F238E27FC236}">
                    <a16:creationId xmlns:a16="http://schemas.microsoft.com/office/drawing/2014/main" id="{BF43746B-A502-8E09-D078-584617E633BF}"/>
                  </a:ext>
                </a:extLst>
              </p:cNvPr>
              <p:cNvSpPr>
                <a:spLocks noChangeShapeType="1"/>
              </p:cNvSpPr>
              <p:nvPr/>
            </p:nvSpPr>
            <p:spPr bwMode="auto">
              <a:xfrm flipV="1">
                <a:off x="3168" y="2834"/>
                <a:ext cx="0" cy="24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8" name="Line 35">
                <a:extLst>
                  <a:ext uri="{FF2B5EF4-FFF2-40B4-BE49-F238E27FC236}">
                    <a16:creationId xmlns:a16="http://schemas.microsoft.com/office/drawing/2014/main" id="{0FEF0916-2865-E276-5257-069996686744}"/>
                  </a:ext>
                </a:extLst>
              </p:cNvPr>
              <p:cNvSpPr>
                <a:spLocks noChangeShapeType="1"/>
              </p:cNvSpPr>
              <p:nvPr/>
            </p:nvSpPr>
            <p:spPr bwMode="auto">
              <a:xfrm flipV="1">
                <a:off x="3936" y="3458"/>
                <a:ext cx="0" cy="24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9" name="Line 36">
                <a:extLst>
                  <a:ext uri="{FF2B5EF4-FFF2-40B4-BE49-F238E27FC236}">
                    <a16:creationId xmlns:a16="http://schemas.microsoft.com/office/drawing/2014/main" id="{B7408167-F710-1BC1-7DC2-1F62BD7B729C}"/>
                  </a:ext>
                </a:extLst>
              </p:cNvPr>
              <p:cNvSpPr>
                <a:spLocks noChangeShapeType="1"/>
              </p:cNvSpPr>
              <p:nvPr/>
            </p:nvSpPr>
            <p:spPr bwMode="auto">
              <a:xfrm flipV="1">
                <a:off x="4416" y="3458"/>
                <a:ext cx="0" cy="24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70" name="Line 37">
                <a:extLst>
                  <a:ext uri="{FF2B5EF4-FFF2-40B4-BE49-F238E27FC236}">
                    <a16:creationId xmlns:a16="http://schemas.microsoft.com/office/drawing/2014/main" id="{31241237-ECEB-D81C-7A0A-42929851CA0C}"/>
                  </a:ext>
                </a:extLst>
              </p:cNvPr>
              <p:cNvSpPr>
                <a:spLocks noChangeShapeType="1"/>
              </p:cNvSpPr>
              <p:nvPr/>
            </p:nvSpPr>
            <p:spPr bwMode="auto">
              <a:xfrm>
                <a:off x="3936" y="3458"/>
                <a:ext cx="480"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71" name="Line 38">
                <a:extLst>
                  <a:ext uri="{FF2B5EF4-FFF2-40B4-BE49-F238E27FC236}">
                    <a16:creationId xmlns:a16="http://schemas.microsoft.com/office/drawing/2014/main" id="{DFAF03F6-B713-E133-854E-8A914574D84D}"/>
                  </a:ext>
                </a:extLst>
              </p:cNvPr>
              <p:cNvSpPr>
                <a:spLocks noChangeShapeType="1"/>
              </p:cNvSpPr>
              <p:nvPr/>
            </p:nvSpPr>
            <p:spPr bwMode="auto">
              <a:xfrm flipV="1">
                <a:off x="4176" y="3074"/>
                <a:ext cx="0" cy="38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72" name="Line 39">
                <a:extLst>
                  <a:ext uri="{FF2B5EF4-FFF2-40B4-BE49-F238E27FC236}">
                    <a16:creationId xmlns:a16="http://schemas.microsoft.com/office/drawing/2014/main" id="{3BAC2471-5F64-5770-C109-E0697DB645AF}"/>
                  </a:ext>
                </a:extLst>
              </p:cNvPr>
              <p:cNvSpPr>
                <a:spLocks noChangeShapeType="1"/>
              </p:cNvSpPr>
              <p:nvPr/>
            </p:nvSpPr>
            <p:spPr bwMode="auto">
              <a:xfrm flipV="1">
                <a:off x="4896" y="3074"/>
                <a:ext cx="0" cy="62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73" name="Line 40">
                <a:extLst>
                  <a:ext uri="{FF2B5EF4-FFF2-40B4-BE49-F238E27FC236}">
                    <a16:creationId xmlns:a16="http://schemas.microsoft.com/office/drawing/2014/main" id="{24300FD9-7D7C-EA41-21A4-2A3C056BD8BB}"/>
                  </a:ext>
                </a:extLst>
              </p:cNvPr>
              <p:cNvSpPr>
                <a:spLocks noChangeShapeType="1"/>
              </p:cNvSpPr>
              <p:nvPr/>
            </p:nvSpPr>
            <p:spPr bwMode="auto">
              <a:xfrm>
                <a:off x="1008" y="3170"/>
                <a:ext cx="1008"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74" name="Line 41">
                <a:extLst>
                  <a:ext uri="{FF2B5EF4-FFF2-40B4-BE49-F238E27FC236}">
                    <a16:creationId xmlns:a16="http://schemas.microsoft.com/office/drawing/2014/main" id="{60737D55-152E-2C7C-0F4B-C0205D88D64C}"/>
                  </a:ext>
                </a:extLst>
              </p:cNvPr>
              <p:cNvSpPr>
                <a:spLocks noChangeShapeType="1"/>
              </p:cNvSpPr>
              <p:nvPr/>
            </p:nvSpPr>
            <p:spPr bwMode="auto">
              <a:xfrm>
                <a:off x="4176" y="3074"/>
                <a:ext cx="720"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75" name="Line 42">
                <a:extLst>
                  <a:ext uri="{FF2B5EF4-FFF2-40B4-BE49-F238E27FC236}">
                    <a16:creationId xmlns:a16="http://schemas.microsoft.com/office/drawing/2014/main" id="{5B71C9C9-6FEA-09F5-DCD2-723DFF479E62}"/>
                  </a:ext>
                </a:extLst>
              </p:cNvPr>
              <p:cNvSpPr>
                <a:spLocks noChangeShapeType="1"/>
              </p:cNvSpPr>
              <p:nvPr/>
            </p:nvSpPr>
            <p:spPr bwMode="auto">
              <a:xfrm flipV="1">
                <a:off x="4512" y="2498"/>
                <a:ext cx="0" cy="576"/>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76" name="Line 43">
                <a:extLst>
                  <a:ext uri="{FF2B5EF4-FFF2-40B4-BE49-F238E27FC236}">
                    <a16:creationId xmlns:a16="http://schemas.microsoft.com/office/drawing/2014/main" id="{25A22F5B-09EE-DB16-39D8-4E2AF247C5D8}"/>
                  </a:ext>
                </a:extLst>
              </p:cNvPr>
              <p:cNvSpPr>
                <a:spLocks noChangeShapeType="1"/>
              </p:cNvSpPr>
              <p:nvPr/>
            </p:nvSpPr>
            <p:spPr bwMode="auto">
              <a:xfrm flipV="1">
                <a:off x="2448" y="2498"/>
                <a:ext cx="0" cy="336"/>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77" name="Line 44">
                <a:extLst>
                  <a:ext uri="{FF2B5EF4-FFF2-40B4-BE49-F238E27FC236}">
                    <a16:creationId xmlns:a16="http://schemas.microsoft.com/office/drawing/2014/main" id="{81BFF8D3-49B7-9608-317E-4DFFA510925A}"/>
                  </a:ext>
                </a:extLst>
              </p:cNvPr>
              <p:cNvSpPr>
                <a:spLocks noChangeShapeType="1"/>
              </p:cNvSpPr>
              <p:nvPr/>
            </p:nvSpPr>
            <p:spPr bwMode="auto">
              <a:xfrm>
                <a:off x="1728" y="2834"/>
                <a:ext cx="1440"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78" name="Line 45">
                <a:extLst>
                  <a:ext uri="{FF2B5EF4-FFF2-40B4-BE49-F238E27FC236}">
                    <a16:creationId xmlns:a16="http://schemas.microsoft.com/office/drawing/2014/main" id="{E4E63D82-8868-C67E-2EF2-8BBB54F09005}"/>
                  </a:ext>
                </a:extLst>
              </p:cNvPr>
              <p:cNvSpPr>
                <a:spLocks noChangeShapeType="1"/>
              </p:cNvSpPr>
              <p:nvPr/>
            </p:nvSpPr>
            <p:spPr bwMode="auto">
              <a:xfrm flipV="1">
                <a:off x="3504" y="2114"/>
                <a:ext cx="0" cy="38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79" name="Line 46">
                <a:extLst>
                  <a:ext uri="{FF2B5EF4-FFF2-40B4-BE49-F238E27FC236}">
                    <a16:creationId xmlns:a16="http://schemas.microsoft.com/office/drawing/2014/main" id="{62E49BA1-9D61-F31B-58D1-0017319CA56C}"/>
                  </a:ext>
                </a:extLst>
              </p:cNvPr>
              <p:cNvSpPr>
                <a:spLocks noChangeShapeType="1"/>
              </p:cNvSpPr>
              <p:nvPr/>
            </p:nvSpPr>
            <p:spPr bwMode="auto">
              <a:xfrm flipH="1">
                <a:off x="2016" y="3170"/>
                <a:ext cx="384"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0" name="Line 47">
                <a:extLst>
                  <a:ext uri="{FF2B5EF4-FFF2-40B4-BE49-F238E27FC236}">
                    <a16:creationId xmlns:a16="http://schemas.microsoft.com/office/drawing/2014/main" id="{DBA5EDD8-2638-E101-A33E-4C2E235D8179}"/>
                  </a:ext>
                </a:extLst>
              </p:cNvPr>
              <p:cNvSpPr>
                <a:spLocks noChangeShapeType="1"/>
              </p:cNvSpPr>
              <p:nvPr/>
            </p:nvSpPr>
            <p:spPr bwMode="auto">
              <a:xfrm flipV="1">
                <a:off x="1728" y="2834"/>
                <a:ext cx="0" cy="336"/>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1" name="Line 48">
                <a:extLst>
                  <a:ext uri="{FF2B5EF4-FFF2-40B4-BE49-F238E27FC236}">
                    <a16:creationId xmlns:a16="http://schemas.microsoft.com/office/drawing/2014/main" id="{0BEA3664-7295-5C48-3664-3D425BCCA918}"/>
                  </a:ext>
                </a:extLst>
              </p:cNvPr>
              <p:cNvSpPr>
                <a:spLocks noChangeShapeType="1"/>
              </p:cNvSpPr>
              <p:nvPr/>
            </p:nvSpPr>
            <p:spPr bwMode="auto">
              <a:xfrm flipV="1">
                <a:off x="2448" y="2498"/>
                <a:ext cx="2064"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2" name="Line 49">
                <a:extLst>
                  <a:ext uri="{FF2B5EF4-FFF2-40B4-BE49-F238E27FC236}">
                    <a16:creationId xmlns:a16="http://schemas.microsoft.com/office/drawing/2014/main" id="{CBB7F2E0-0F17-D845-1627-5D0BF408D7FE}"/>
                  </a:ext>
                </a:extLst>
              </p:cNvPr>
              <p:cNvSpPr>
                <a:spLocks noChangeShapeType="1"/>
              </p:cNvSpPr>
              <p:nvPr/>
            </p:nvSpPr>
            <p:spPr bwMode="auto">
              <a:xfrm flipV="1">
                <a:off x="5376" y="2114"/>
                <a:ext cx="0" cy="158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3" name="Line 50">
                <a:extLst>
                  <a:ext uri="{FF2B5EF4-FFF2-40B4-BE49-F238E27FC236}">
                    <a16:creationId xmlns:a16="http://schemas.microsoft.com/office/drawing/2014/main" id="{527B7E01-8D52-25F6-266E-A42692D90E4F}"/>
                  </a:ext>
                </a:extLst>
              </p:cNvPr>
              <p:cNvSpPr>
                <a:spLocks noChangeShapeType="1"/>
              </p:cNvSpPr>
              <p:nvPr/>
            </p:nvSpPr>
            <p:spPr bwMode="auto">
              <a:xfrm>
                <a:off x="3504" y="2114"/>
                <a:ext cx="1872"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4" name="Line 51">
                <a:extLst>
                  <a:ext uri="{FF2B5EF4-FFF2-40B4-BE49-F238E27FC236}">
                    <a16:creationId xmlns:a16="http://schemas.microsoft.com/office/drawing/2014/main" id="{DB48BCD8-A79F-9633-D075-78A43E9488EB}"/>
                  </a:ext>
                </a:extLst>
              </p:cNvPr>
              <p:cNvSpPr>
                <a:spLocks noChangeShapeType="1"/>
              </p:cNvSpPr>
              <p:nvPr/>
            </p:nvSpPr>
            <p:spPr bwMode="auto">
              <a:xfrm flipV="1">
                <a:off x="4464" y="1682"/>
                <a:ext cx="0" cy="432"/>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5" name="Line 52">
                <a:extLst>
                  <a:ext uri="{FF2B5EF4-FFF2-40B4-BE49-F238E27FC236}">
                    <a16:creationId xmlns:a16="http://schemas.microsoft.com/office/drawing/2014/main" id="{21CACA76-1C33-2FA3-9DD6-B31C7722679E}"/>
                  </a:ext>
                </a:extLst>
              </p:cNvPr>
              <p:cNvSpPr>
                <a:spLocks noChangeShapeType="1"/>
              </p:cNvSpPr>
              <p:nvPr/>
            </p:nvSpPr>
            <p:spPr bwMode="auto">
              <a:xfrm flipV="1">
                <a:off x="720" y="3554"/>
                <a:ext cx="0" cy="14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6" name="Line 53">
                <a:extLst>
                  <a:ext uri="{FF2B5EF4-FFF2-40B4-BE49-F238E27FC236}">
                    <a16:creationId xmlns:a16="http://schemas.microsoft.com/office/drawing/2014/main" id="{EC164BA7-CA19-F7DF-E8BA-7D3AF42EE0DF}"/>
                  </a:ext>
                </a:extLst>
              </p:cNvPr>
              <p:cNvSpPr>
                <a:spLocks noChangeShapeType="1"/>
              </p:cNvSpPr>
              <p:nvPr/>
            </p:nvSpPr>
            <p:spPr bwMode="auto">
              <a:xfrm flipV="1">
                <a:off x="1296" y="3554"/>
                <a:ext cx="0" cy="144"/>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7" name="Line 54">
                <a:extLst>
                  <a:ext uri="{FF2B5EF4-FFF2-40B4-BE49-F238E27FC236}">
                    <a16:creationId xmlns:a16="http://schemas.microsoft.com/office/drawing/2014/main" id="{367C7ACF-E65F-647A-CADE-03A16467F91B}"/>
                  </a:ext>
                </a:extLst>
              </p:cNvPr>
              <p:cNvSpPr>
                <a:spLocks noChangeShapeType="1"/>
              </p:cNvSpPr>
              <p:nvPr/>
            </p:nvSpPr>
            <p:spPr bwMode="auto">
              <a:xfrm flipV="1">
                <a:off x="1440" y="3362"/>
                <a:ext cx="0" cy="96"/>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8" name="Line 55">
                <a:extLst>
                  <a:ext uri="{FF2B5EF4-FFF2-40B4-BE49-F238E27FC236}">
                    <a16:creationId xmlns:a16="http://schemas.microsoft.com/office/drawing/2014/main" id="{E25F67D0-7605-7F48-716E-25118454ECE3}"/>
                  </a:ext>
                </a:extLst>
              </p:cNvPr>
              <p:cNvSpPr>
                <a:spLocks noChangeShapeType="1"/>
              </p:cNvSpPr>
              <p:nvPr/>
            </p:nvSpPr>
            <p:spPr bwMode="auto">
              <a:xfrm>
                <a:off x="192" y="3362"/>
                <a:ext cx="1248"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89" name="Line 56">
                <a:extLst>
                  <a:ext uri="{FF2B5EF4-FFF2-40B4-BE49-F238E27FC236}">
                    <a16:creationId xmlns:a16="http://schemas.microsoft.com/office/drawing/2014/main" id="{D095E009-D3D9-5F13-35DC-7B88786C381C}"/>
                  </a:ext>
                </a:extLst>
              </p:cNvPr>
              <p:cNvSpPr>
                <a:spLocks noChangeShapeType="1"/>
              </p:cNvSpPr>
              <p:nvPr/>
            </p:nvSpPr>
            <p:spPr bwMode="auto">
              <a:xfrm flipV="1">
                <a:off x="720" y="3170"/>
                <a:ext cx="0" cy="192"/>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0" name="Line 57">
                <a:extLst>
                  <a:ext uri="{FF2B5EF4-FFF2-40B4-BE49-F238E27FC236}">
                    <a16:creationId xmlns:a16="http://schemas.microsoft.com/office/drawing/2014/main" id="{47475781-886C-3BC9-5C43-EC123F0DAFD7}"/>
                  </a:ext>
                </a:extLst>
              </p:cNvPr>
              <p:cNvSpPr>
                <a:spLocks noChangeShapeType="1"/>
              </p:cNvSpPr>
              <p:nvPr/>
            </p:nvSpPr>
            <p:spPr bwMode="auto">
              <a:xfrm>
                <a:off x="720" y="3170"/>
                <a:ext cx="384"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1" name="Line 58">
                <a:extLst>
                  <a:ext uri="{FF2B5EF4-FFF2-40B4-BE49-F238E27FC236}">
                    <a16:creationId xmlns:a16="http://schemas.microsoft.com/office/drawing/2014/main" id="{39C6DD08-9A30-3103-5B29-8B6BF05E8007}"/>
                  </a:ext>
                </a:extLst>
              </p:cNvPr>
              <p:cNvSpPr>
                <a:spLocks noChangeShapeType="1"/>
              </p:cNvSpPr>
              <p:nvPr/>
            </p:nvSpPr>
            <p:spPr bwMode="auto">
              <a:xfrm>
                <a:off x="720" y="3554"/>
                <a:ext cx="576"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2" name="Line 59">
                <a:extLst>
                  <a:ext uri="{FF2B5EF4-FFF2-40B4-BE49-F238E27FC236}">
                    <a16:creationId xmlns:a16="http://schemas.microsoft.com/office/drawing/2014/main" id="{67056C46-DFBE-A700-A996-70D4D45BE25B}"/>
                  </a:ext>
                </a:extLst>
              </p:cNvPr>
              <p:cNvSpPr>
                <a:spLocks noChangeShapeType="1"/>
              </p:cNvSpPr>
              <p:nvPr/>
            </p:nvSpPr>
            <p:spPr bwMode="auto">
              <a:xfrm flipV="1">
                <a:off x="1008" y="3458"/>
                <a:ext cx="0" cy="96"/>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93" name="Line 60">
                <a:extLst>
                  <a:ext uri="{FF2B5EF4-FFF2-40B4-BE49-F238E27FC236}">
                    <a16:creationId xmlns:a16="http://schemas.microsoft.com/office/drawing/2014/main" id="{1D14504A-86A1-2901-EE96-6A9500A29605}"/>
                  </a:ext>
                </a:extLst>
              </p:cNvPr>
              <p:cNvSpPr>
                <a:spLocks noChangeShapeType="1"/>
              </p:cNvSpPr>
              <p:nvPr/>
            </p:nvSpPr>
            <p:spPr bwMode="auto">
              <a:xfrm>
                <a:off x="1008" y="3458"/>
                <a:ext cx="816" cy="0"/>
              </a:xfrm>
              <a:prstGeom prst="line">
                <a:avLst/>
              </a:prstGeom>
              <a:noFill/>
              <a:ln w="34925">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18435" name="Text Box 61">
            <a:extLst>
              <a:ext uri="{FF2B5EF4-FFF2-40B4-BE49-F238E27FC236}">
                <a16:creationId xmlns:a16="http://schemas.microsoft.com/office/drawing/2014/main" id="{3A7BE821-E1D8-D522-91C7-F4E3AB0EFC67}"/>
              </a:ext>
            </a:extLst>
          </p:cNvPr>
          <p:cNvSpPr txBox="1">
            <a:spLocks noChangeArrowheads="1"/>
          </p:cNvSpPr>
          <p:nvPr/>
        </p:nvSpPr>
        <p:spPr bwMode="auto">
          <a:xfrm>
            <a:off x="190500" y="260350"/>
            <a:ext cx="8604250" cy="435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buFontTx/>
              <a:buChar char="•"/>
            </a:pPr>
            <a:r>
              <a:rPr lang="en-US" altLang="en-US" sz="2000"/>
              <a:t> The flag of Niger is orange over white over green, with an orange disc on the central white stripe, symbolizing the sun. The orange stands the Sahara desert, which borders Niger to the north. Green stands for the grassy plains of the south and west and for the River Niger which sustains them. It also stands for fraternity and hope. White generally symbolizes purity and hope. </a:t>
            </a:r>
          </a:p>
          <a:p>
            <a:pPr algn="l"/>
            <a:endParaRPr lang="en-US" altLang="en-US" sz="2000"/>
          </a:p>
          <a:p>
            <a:pPr algn="l">
              <a:buFontTx/>
              <a:buChar char="•"/>
            </a:pPr>
            <a:r>
              <a:rPr lang="en-US" altLang="en-US" sz="2000"/>
              <a:t> The Indian flag is a horizontal tricolor in equal proportion of deep saffron on the top, white in the middle and dark green at the bottom. In the center of the white band, there is a wheel in navy blue to indicate the Dharma Chakra, the wheel of law in the Sarnath Lion Capital. This center symbol or the 'CHAKRA' is a symbol dating back to 2nd century BC. The saffron stands for courage and sacrifice; the white, for purity and truth; the green for growth and auspiciousness.</a:t>
            </a:r>
          </a:p>
          <a:p>
            <a:pPr algn="l" eaLnBrk="1" hangingPunct="1"/>
            <a:endParaRPr lang="en-US" altLang="en-US" sz="2000"/>
          </a:p>
          <a:p>
            <a:pPr eaLnBrk="1" hangingPunct="1"/>
            <a:endParaRPr lang="en-US" altLang="en-US"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9458" name="Group 2">
            <a:extLst>
              <a:ext uri="{FF2B5EF4-FFF2-40B4-BE49-F238E27FC236}">
                <a16:creationId xmlns:a16="http://schemas.microsoft.com/office/drawing/2014/main" id="{786FCD05-2E35-2346-584A-7EBBB5DABF08}"/>
              </a:ext>
            </a:extLst>
          </p:cNvPr>
          <p:cNvGrpSpPr>
            <a:grpSpLocks/>
          </p:cNvGrpSpPr>
          <p:nvPr/>
        </p:nvGrpSpPr>
        <p:grpSpPr bwMode="auto">
          <a:xfrm>
            <a:off x="1069975" y="1716088"/>
            <a:ext cx="7353300" cy="4538662"/>
            <a:chOff x="674" y="1081"/>
            <a:chExt cx="4632" cy="2859"/>
          </a:xfrm>
        </p:grpSpPr>
        <p:sp>
          <p:nvSpPr>
            <p:cNvPr id="19461" name="Rectangle 3">
              <a:extLst>
                <a:ext uri="{FF2B5EF4-FFF2-40B4-BE49-F238E27FC236}">
                  <a16:creationId xmlns:a16="http://schemas.microsoft.com/office/drawing/2014/main" id="{A4F15489-06BA-AC92-80E8-4571A5885D8B}"/>
                </a:ext>
              </a:extLst>
            </p:cNvPr>
            <p:cNvSpPr>
              <a:spLocks noChangeArrowheads="1"/>
            </p:cNvSpPr>
            <p:nvPr/>
          </p:nvSpPr>
          <p:spPr bwMode="auto">
            <a:xfrm>
              <a:off x="674" y="1081"/>
              <a:ext cx="4632" cy="2852"/>
            </a:xfrm>
            <a:prstGeom prst="rect">
              <a:avLst/>
            </a:prstGeom>
            <a:solidFill>
              <a:srgbClr val="FF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9462" name="Rectangle 4">
              <a:extLst>
                <a:ext uri="{FF2B5EF4-FFF2-40B4-BE49-F238E27FC236}">
                  <a16:creationId xmlns:a16="http://schemas.microsoft.com/office/drawing/2014/main" id="{1F73C048-840F-70AE-CC79-EEA4CF641D02}"/>
                </a:ext>
              </a:extLst>
            </p:cNvPr>
            <p:cNvSpPr>
              <a:spLocks noChangeArrowheads="1"/>
            </p:cNvSpPr>
            <p:nvPr/>
          </p:nvSpPr>
          <p:spPr bwMode="auto">
            <a:xfrm>
              <a:off x="823" y="3800"/>
              <a:ext cx="149" cy="140"/>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9463" name="Freeform 5">
              <a:extLst>
                <a:ext uri="{FF2B5EF4-FFF2-40B4-BE49-F238E27FC236}">
                  <a16:creationId xmlns:a16="http://schemas.microsoft.com/office/drawing/2014/main" id="{17F509B6-81D4-9529-7E37-9DC49276497F}"/>
                </a:ext>
              </a:extLst>
            </p:cNvPr>
            <p:cNvSpPr>
              <a:spLocks/>
            </p:cNvSpPr>
            <p:nvPr/>
          </p:nvSpPr>
          <p:spPr bwMode="auto">
            <a:xfrm>
              <a:off x="898" y="3800"/>
              <a:ext cx="224" cy="140"/>
            </a:xfrm>
            <a:custGeom>
              <a:avLst/>
              <a:gdLst>
                <a:gd name="T0" fmla="*/ 0 w 170"/>
                <a:gd name="T1" fmla="*/ 0 h 106"/>
                <a:gd name="T2" fmla="*/ 224 w 170"/>
                <a:gd name="T3" fmla="*/ 0 h 106"/>
                <a:gd name="T4" fmla="*/ 224 w 170"/>
                <a:gd name="T5" fmla="*/ 140 h 106"/>
                <a:gd name="T6" fmla="*/ 0 60000 65536"/>
                <a:gd name="T7" fmla="*/ 0 60000 65536"/>
                <a:gd name="T8" fmla="*/ 0 60000 65536"/>
              </a:gdLst>
              <a:ahLst/>
              <a:cxnLst>
                <a:cxn ang="T6">
                  <a:pos x="T0" y="T1"/>
                </a:cxn>
                <a:cxn ang="T7">
                  <a:pos x="T2" y="T3"/>
                </a:cxn>
                <a:cxn ang="T8">
                  <a:pos x="T4" y="T5"/>
                </a:cxn>
              </a:cxnLst>
              <a:rect l="0" t="0" r="r" b="b"/>
              <a:pathLst>
                <a:path w="170" h="106">
                  <a:moveTo>
                    <a:pt x="0" y="0"/>
                  </a:moveTo>
                  <a:lnTo>
                    <a:pt x="170" y="0"/>
                  </a:lnTo>
                  <a:lnTo>
                    <a:pt x="170" y="106"/>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64" name="Rectangle 6">
              <a:extLst>
                <a:ext uri="{FF2B5EF4-FFF2-40B4-BE49-F238E27FC236}">
                  <a16:creationId xmlns:a16="http://schemas.microsoft.com/office/drawing/2014/main" id="{48E366C4-F1DD-8874-EFA2-C13E9DFFF5EF}"/>
                </a:ext>
              </a:extLst>
            </p:cNvPr>
            <p:cNvSpPr>
              <a:spLocks noChangeArrowheads="1"/>
            </p:cNvSpPr>
            <p:nvPr/>
          </p:nvSpPr>
          <p:spPr bwMode="auto">
            <a:xfrm>
              <a:off x="3214" y="3792"/>
              <a:ext cx="149" cy="148"/>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9465" name="Rectangle 7">
              <a:extLst>
                <a:ext uri="{FF2B5EF4-FFF2-40B4-BE49-F238E27FC236}">
                  <a16:creationId xmlns:a16="http://schemas.microsoft.com/office/drawing/2014/main" id="{2B32FF10-5B08-3A1B-2B21-0B74BAE44B35}"/>
                </a:ext>
              </a:extLst>
            </p:cNvPr>
            <p:cNvSpPr>
              <a:spLocks noChangeArrowheads="1"/>
            </p:cNvSpPr>
            <p:nvPr/>
          </p:nvSpPr>
          <p:spPr bwMode="auto">
            <a:xfrm>
              <a:off x="1719" y="3779"/>
              <a:ext cx="151" cy="161"/>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9466" name="Freeform 8">
              <a:extLst>
                <a:ext uri="{FF2B5EF4-FFF2-40B4-BE49-F238E27FC236}">
                  <a16:creationId xmlns:a16="http://schemas.microsoft.com/office/drawing/2014/main" id="{D4025AEA-CE87-E440-6C2B-637D39D74961}"/>
                </a:ext>
              </a:extLst>
            </p:cNvPr>
            <p:cNvSpPr>
              <a:spLocks/>
            </p:cNvSpPr>
            <p:nvPr/>
          </p:nvSpPr>
          <p:spPr bwMode="auto">
            <a:xfrm>
              <a:off x="1010" y="3779"/>
              <a:ext cx="261" cy="161"/>
            </a:xfrm>
            <a:custGeom>
              <a:avLst/>
              <a:gdLst>
                <a:gd name="T0" fmla="*/ 0 w 198"/>
                <a:gd name="T1" fmla="*/ 21 h 122"/>
                <a:gd name="T2" fmla="*/ 0 w 198"/>
                <a:gd name="T3" fmla="*/ 0 h 122"/>
                <a:gd name="T4" fmla="*/ 261 w 198"/>
                <a:gd name="T5" fmla="*/ 0 h 122"/>
                <a:gd name="T6" fmla="*/ 261 w 198"/>
                <a:gd name="T7" fmla="*/ 161 h 1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8" h="122">
                  <a:moveTo>
                    <a:pt x="0" y="16"/>
                  </a:moveTo>
                  <a:lnTo>
                    <a:pt x="0" y="0"/>
                  </a:lnTo>
                  <a:lnTo>
                    <a:pt x="198" y="0"/>
                  </a:lnTo>
                  <a:lnTo>
                    <a:pt x="198" y="12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67" name="Freeform 9">
              <a:extLst>
                <a:ext uri="{FF2B5EF4-FFF2-40B4-BE49-F238E27FC236}">
                  <a16:creationId xmlns:a16="http://schemas.microsoft.com/office/drawing/2014/main" id="{7A741C71-B259-98A2-806D-58DF44D2198B}"/>
                </a:ext>
              </a:extLst>
            </p:cNvPr>
            <p:cNvSpPr>
              <a:spLocks/>
            </p:cNvSpPr>
            <p:nvPr/>
          </p:nvSpPr>
          <p:spPr bwMode="auto">
            <a:xfrm>
              <a:off x="1794" y="3779"/>
              <a:ext cx="225" cy="161"/>
            </a:xfrm>
            <a:custGeom>
              <a:avLst/>
              <a:gdLst>
                <a:gd name="T0" fmla="*/ 0 w 170"/>
                <a:gd name="T1" fmla="*/ 0 h 122"/>
                <a:gd name="T2" fmla="*/ 225 w 170"/>
                <a:gd name="T3" fmla="*/ 0 h 122"/>
                <a:gd name="T4" fmla="*/ 225 w 170"/>
                <a:gd name="T5" fmla="*/ 161 h 122"/>
                <a:gd name="T6" fmla="*/ 0 60000 65536"/>
                <a:gd name="T7" fmla="*/ 0 60000 65536"/>
                <a:gd name="T8" fmla="*/ 0 60000 65536"/>
              </a:gdLst>
              <a:ahLst/>
              <a:cxnLst>
                <a:cxn ang="T6">
                  <a:pos x="T0" y="T1"/>
                </a:cxn>
                <a:cxn ang="T7">
                  <a:pos x="T2" y="T3"/>
                </a:cxn>
                <a:cxn ang="T8">
                  <a:pos x="T4" y="T5"/>
                </a:cxn>
              </a:cxnLst>
              <a:rect l="0" t="0" r="r" b="b"/>
              <a:pathLst>
                <a:path w="170" h="122">
                  <a:moveTo>
                    <a:pt x="0" y="0"/>
                  </a:moveTo>
                  <a:lnTo>
                    <a:pt x="170" y="0"/>
                  </a:lnTo>
                  <a:lnTo>
                    <a:pt x="170" y="12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68" name="Freeform 10">
              <a:extLst>
                <a:ext uri="{FF2B5EF4-FFF2-40B4-BE49-F238E27FC236}">
                  <a16:creationId xmlns:a16="http://schemas.microsoft.com/office/drawing/2014/main" id="{4B183A03-7D10-9260-C6AF-5F77DEADF490}"/>
                </a:ext>
              </a:extLst>
            </p:cNvPr>
            <p:cNvSpPr>
              <a:spLocks/>
            </p:cNvSpPr>
            <p:nvPr/>
          </p:nvSpPr>
          <p:spPr bwMode="auto">
            <a:xfrm>
              <a:off x="1137" y="3771"/>
              <a:ext cx="283" cy="169"/>
            </a:xfrm>
            <a:custGeom>
              <a:avLst/>
              <a:gdLst>
                <a:gd name="T0" fmla="*/ 0 w 215"/>
                <a:gd name="T1" fmla="*/ 8 h 128"/>
                <a:gd name="T2" fmla="*/ 0 w 215"/>
                <a:gd name="T3" fmla="*/ 0 h 128"/>
                <a:gd name="T4" fmla="*/ 283 w 215"/>
                <a:gd name="T5" fmla="*/ 0 h 128"/>
                <a:gd name="T6" fmla="*/ 283 w 215"/>
                <a:gd name="T7" fmla="*/ 169 h 1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 h="128">
                  <a:moveTo>
                    <a:pt x="0" y="6"/>
                  </a:moveTo>
                  <a:lnTo>
                    <a:pt x="0" y="0"/>
                  </a:lnTo>
                  <a:lnTo>
                    <a:pt x="215" y="0"/>
                  </a:lnTo>
                  <a:lnTo>
                    <a:pt x="215" y="128"/>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69" name="Rectangle 11">
              <a:extLst>
                <a:ext uri="{FF2B5EF4-FFF2-40B4-BE49-F238E27FC236}">
                  <a16:creationId xmlns:a16="http://schemas.microsoft.com/office/drawing/2014/main" id="{70F2F9D9-2395-6BAE-D323-CCBF510FAA75}"/>
                </a:ext>
              </a:extLst>
            </p:cNvPr>
            <p:cNvSpPr>
              <a:spLocks noChangeArrowheads="1"/>
            </p:cNvSpPr>
            <p:nvPr/>
          </p:nvSpPr>
          <p:spPr bwMode="auto">
            <a:xfrm>
              <a:off x="3662" y="3771"/>
              <a:ext cx="149" cy="169"/>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9470" name="Rectangle 12">
              <a:extLst>
                <a:ext uri="{FF2B5EF4-FFF2-40B4-BE49-F238E27FC236}">
                  <a16:creationId xmlns:a16="http://schemas.microsoft.com/office/drawing/2014/main" id="{9A0E97CA-77A5-A17A-DCB9-799D9F4F455A}"/>
                </a:ext>
              </a:extLst>
            </p:cNvPr>
            <p:cNvSpPr>
              <a:spLocks noChangeArrowheads="1"/>
            </p:cNvSpPr>
            <p:nvPr/>
          </p:nvSpPr>
          <p:spPr bwMode="auto">
            <a:xfrm>
              <a:off x="2467" y="3758"/>
              <a:ext cx="149" cy="182"/>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9471" name="Rectangle 13">
              <a:extLst>
                <a:ext uri="{FF2B5EF4-FFF2-40B4-BE49-F238E27FC236}">
                  <a16:creationId xmlns:a16="http://schemas.microsoft.com/office/drawing/2014/main" id="{8A80D748-4DBD-4722-604B-E4E4D8CC8C26}"/>
                </a:ext>
              </a:extLst>
            </p:cNvPr>
            <p:cNvSpPr>
              <a:spLocks noChangeArrowheads="1"/>
            </p:cNvSpPr>
            <p:nvPr/>
          </p:nvSpPr>
          <p:spPr bwMode="auto">
            <a:xfrm>
              <a:off x="4110" y="3750"/>
              <a:ext cx="151" cy="190"/>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9472" name="Freeform 14">
              <a:extLst>
                <a:ext uri="{FF2B5EF4-FFF2-40B4-BE49-F238E27FC236}">
                  <a16:creationId xmlns:a16="http://schemas.microsoft.com/office/drawing/2014/main" id="{CF6154FA-8107-BA71-8B5C-52A64B8C6C8E}"/>
                </a:ext>
              </a:extLst>
            </p:cNvPr>
            <p:cNvSpPr>
              <a:spLocks/>
            </p:cNvSpPr>
            <p:nvPr/>
          </p:nvSpPr>
          <p:spPr bwMode="auto">
            <a:xfrm>
              <a:off x="4186" y="3750"/>
              <a:ext cx="224" cy="190"/>
            </a:xfrm>
            <a:custGeom>
              <a:avLst/>
              <a:gdLst>
                <a:gd name="T0" fmla="*/ 0 w 170"/>
                <a:gd name="T1" fmla="*/ 0 h 144"/>
                <a:gd name="T2" fmla="*/ 224 w 170"/>
                <a:gd name="T3" fmla="*/ 0 h 144"/>
                <a:gd name="T4" fmla="*/ 224 w 170"/>
                <a:gd name="T5" fmla="*/ 190 h 144"/>
                <a:gd name="T6" fmla="*/ 0 60000 65536"/>
                <a:gd name="T7" fmla="*/ 0 60000 65536"/>
                <a:gd name="T8" fmla="*/ 0 60000 65536"/>
              </a:gdLst>
              <a:ahLst/>
              <a:cxnLst>
                <a:cxn ang="T6">
                  <a:pos x="T0" y="T1"/>
                </a:cxn>
                <a:cxn ang="T7">
                  <a:pos x="T2" y="T3"/>
                </a:cxn>
                <a:cxn ang="T8">
                  <a:pos x="T4" y="T5"/>
                </a:cxn>
              </a:cxnLst>
              <a:rect l="0" t="0" r="r" b="b"/>
              <a:pathLst>
                <a:path w="170" h="144">
                  <a:moveTo>
                    <a:pt x="0" y="0"/>
                  </a:moveTo>
                  <a:lnTo>
                    <a:pt x="170" y="0"/>
                  </a:lnTo>
                  <a:lnTo>
                    <a:pt x="170" y="144"/>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3" name="Freeform 15">
              <a:extLst>
                <a:ext uri="{FF2B5EF4-FFF2-40B4-BE49-F238E27FC236}">
                  <a16:creationId xmlns:a16="http://schemas.microsoft.com/office/drawing/2014/main" id="{4C191438-2095-4C49-4ACA-104EDE020B9A}"/>
                </a:ext>
              </a:extLst>
            </p:cNvPr>
            <p:cNvSpPr>
              <a:spLocks/>
            </p:cNvSpPr>
            <p:nvPr/>
          </p:nvSpPr>
          <p:spPr bwMode="auto">
            <a:xfrm>
              <a:off x="3513" y="3744"/>
              <a:ext cx="224" cy="196"/>
            </a:xfrm>
            <a:custGeom>
              <a:avLst/>
              <a:gdLst>
                <a:gd name="T0" fmla="*/ 0 w 170"/>
                <a:gd name="T1" fmla="*/ 196 h 149"/>
                <a:gd name="T2" fmla="*/ 0 w 170"/>
                <a:gd name="T3" fmla="*/ 0 h 149"/>
                <a:gd name="T4" fmla="*/ 224 w 170"/>
                <a:gd name="T5" fmla="*/ 0 h 149"/>
                <a:gd name="T6" fmla="*/ 224 w 170"/>
                <a:gd name="T7" fmla="*/ 28 h 1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149">
                  <a:moveTo>
                    <a:pt x="0" y="149"/>
                  </a:moveTo>
                  <a:lnTo>
                    <a:pt x="0" y="0"/>
                  </a:lnTo>
                  <a:lnTo>
                    <a:pt x="170" y="0"/>
                  </a:lnTo>
                  <a:lnTo>
                    <a:pt x="170" y="21"/>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4" name="Freeform 16">
              <a:extLst>
                <a:ext uri="{FF2B5EF4-FFF2-40B4-BE49-F238E27FC236}">
                  <a16:creationId xmlns:a16="http://schemas.microsoft.com/office/drawing/2014/main" id="{94C404AC-3C07-366D-A392-22B4B23D779E}"/>
                </a:ext>
              </a:extLst>
            </p:cNvPr>
            <p:cNvSpPr>
              <a:spLocks/>
            </p:cNvSpPr>
            <p:nvPr/>
          </p:nvSpPr>
          <p:spPr bwMode="auto">
            <a:xfrm>
              <a:off x="1279" y="3744"/>
              <a:ext cx="291" cy="196"/>
            </a:xfrm>
            <a:custGeom>
              <a:avLst/>
              <a:gdLst>
                <a:gd name="T0" fmla="*/ 0 w 221"/>
                <a:gd name="T1" fmla="*/ 28 h 149"/>
                <a:gd name="T2" fmla="*/ 0 w 221"/>
                <a:gd name="T3" fmla="*/ 0 h 149"/>
                <a:gd name="T4" fmla="*/ 291 w 221"/>
                <a:gd name="T5" fmla="*/ 0 h 149"/>
                <a:gd name="T6" fmla="*/ 291 w 221"/>
                <a:gd name="T7" fmla="*/ 196 h 1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1" h="149">
                  <a:moveTo>
                    <a:pt x="0" y="21"/>
                  </a:moveTo>
                  <a:lnTo>
                    <a:pt x="0" y="0"/>
                  </a:lnTo>
                  <a:lnTo>
                    <a:pt x="221" y="0"/>
                  </a:lnTo>
                  <a:lnTo>
                    <a:pt x="221" y="149"/>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5" name="Freeform 17">
              <a:extLst>
                <a:ext uri="{FF2B5EF4-FFF2-40B4-BE49-F238E27FC236}">
                  <a16:creationId xmlns:a16="http://schemas.microsoft.com/office/drawing/2014/main" id="{524B432C-A825-11E3-7EFB-AD7D6847F8FC}"/>
                </a:ext>
              </a:extLst>
            </p:cNvPr>
            <p:cNvSpPr>
              <a:spLocks/>
            </p:cNvSpPr>
            <p:nvPr/>
          </p:nvSpPr>
          <p:spPr bwMode="auto">
            <a:xfrm>
              <a:off x="3289" y="3723"/>
              <a:ext cx="336" cy="69"/>
            </a:xfrm>
            <a:custGeom>
              <a:avLst/>
              <a:gdLst>
                <a:gd name="T0" fmla="*/ 0 w 255"/>
                <a:gd name="T1" fmla="*/ 69 h 53"/>
                <a:gd name="T2" fmla="*/ 0 w 255"/>
                <a:gd name="T3" fmla="*/ 0 h 53"/>
                <a:gd name="T4" fmla="*/ 336 w 255"/>
                <a:gd name="T5" fmla="*/ 0 h 53"/>
                <a:gd name="T6" fmla="*/ 336 w 255"/>
                <a:gd name="T7" fmla="*/ 21 h 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5" h="53">
                  <a:moveTo>
                    <a:pt x="0" y="53"/>
                  </a:moveTo>
                  <a:lnTo>
                    <a:pt x="0" y="0"/>
                  </a:lnTo>
                  <a:lnTo>
                    <a:pt x="255" y="0"/>
                  </a:lnTo>
                  <a:lnTo>
                    <a:pt x="255" y="16"/>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6" name="Freeform 18">
              <a:extLst>
                <a:ext uri="{FF2B5EF4-FFF2-40B4-BE49-F238E27FC236}">
                  <a16:creationId xmlns:a16="http://schemas.microsoft.com/office/drawing/2014/main" id="{4782B3B2-0335-AC42-BB4B-28A7CF532ECF}"/>
                </a:ext>
              </a:extLst>
            </p:cNvPr>
            <p:cNvSpPr>
              <a:spLocks/>
            </p:cNvSpPr>
            <p:nvPr/>
          </p:nvSpPr>
          <p:spPr bwMode="auto">
            <a:xfrm>
              <a:off x="1906" y="3716"/>
              <a:ext cx="261" cy="224"/>
            </a:xfrm>
            <a:custGeom>
              <a:avLst/>
              <a:gdLst>
                <a:gd name="T0" fmla="*/ 0 w 198"/>
                <a:gd name="T1" fmla="*/ 63 h 170"/>
                <a:gd name="T2" fmla="*/ 0 w 198"/>
                <a:gd name="T3" fmla="*/ 0 h 170"/>
                <a:gd name="T4" fmla="*/ 261 w 198"/>
                <a:gd name="T5" fmla="*/ 0 h 170"/>
                <a:gd name="T6" fmla="*/ 261 w 198"/>
                <a:gd name="T7" fmla="*/ 224 h 17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8" h="170">
                  <a:moveTo>
                    <a:pt x="0" y="48"/>
                  </a:moveTo>
                  <a:lnTo>
                    <a:pt x="0" y="0"/>
                  </a:lnTo>
                  <a:lnTo>
                    <a:pt x="198" y="0"/>
                  </a:lnTo>
                  <a:lnTo>
                    <a:pt x="198" y="170"/>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7" name="Freeform 19">
              <a:extLst>
                <a:ext uri="{FF2B5EF4-FFF2-40B4-BE49-F238E27FC236}">
                  <a16:creationId xmlns:a16="http://schemas.microsoft.com/office/drawing/2014/main" id="{7CC7C0D2-D606-A3D3-A395-8D8E338EFADB}"/>
                </a:ext>
              </a:extLst>
            </p:cNvPr>
            <p:cNvSpPr>
              <a:spLocks/>
            </p:cNvSpPr>
            <p:nvPr/>
          </p:nvSpPr>
          <p:spPr bwMode="auto">
            <a:xfrm>
              <a:off x="4298" y="3709"/>
              <a:ext cx="261" cy="231"/>
            </a:xfrm>
            <a:custGeom>
              <a:avLst/>
              <a:gdLst>
                <a:gd name="T0" fmla="*/ 0 w 198"/>
                <a:gd name="T1" fmla="*/ 41 h 175"/>
                <a:gd name="T2" fmla="*/ 0 w 198"/>
                <a:gd name="T3" fmla="*/ 0 h 175"/>
                <a:gd name="T4" fmla="*/ 261 w 198"/>
                <a:gd name="T5" fmla="*/ 0 h 175"/>
                <a:gd name="T6" fmla="*/ 261 w 198"/>
                <a:gd name="T7" fmla="*/ 231 h 17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8" h="175">
                  <a:moveTo>
                    <a:pt x="0" y="31"/>
                  </a:moveTo>
                  <a:lnTo>
                    <a:pt x="0" y="0"/>
                  </a:lnTo>
                  <a:lnTo>
                    <a:pt x="198" y="0"/>
                  </a:lnTo>
                  <a:lnTo>
                    <a:pt x="198" y="175"/>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8" name="Freeform 20">
              <a:extLst>
                <a:ext uri="{FF2B5EF4-FFF2-40B4-BE49-F238E27FC236}">
                  <a16:creationId xmlns:a16="http://schemas.microsoft.com/office/drawing/2014/main" id="{491D103A-BA41-4FD3-FF76-7D1D4D9D242E}"/>
                </a:ext>
              </a:extLst>
            </p:cNvPr>
            <p:cNvSpPr>
              <a:spLocks/>
            </p:cNvSpPr>
            <p:nvPr/>
          </p:nvSpPr>
          <p:spPr bwMode="auto">
            <a:xfrm>
              <a:off x="3453" y="3701"/>
              <a:ext cx="508" cy="239"/>
            </a:xfrm>
            <a:custGeom>
              <a:avLst/>
              <a:gdLst>
                <a:gd name="T0" fmla="*/ 0 w 386"/>
                <a:gd name="T1" fmla="*/ 21 h 181"/>
                <a:gd name="T2" fmla="*/ 0 w 386"/>
                <a:gd name="T3" fmla="*/ 0 h 181"/>
                <a:gd name="T4" fmla="*/ 508 w 386"/>
                <a:gd name="T5" fmla="*/ 0 h 181"/>
                <a:gd name="T6" fmla="*/ 508 w 386"/>
                <a:gd name="T7" fmla="*/ 239 h 1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6" h="181">
                  <a:moveTo>
                    <a:pt x="0" y="16"/>
                  </a:moveTo>
                  <a:lnTo>
                    <a:pt x="0" y="0"/>
                  </a:lnTo>
                  <a:lnTo>
                    <a:pt x="386" y="0"/>
                  </a:lnTo>
                  <a:lnTo>
                    <a:pt x="386" y="181"/>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9" name="Freeform 21">
              <a:extLst>
                <a:ext uri="{FF2B5EF4-FFF2-40B4-BE49-F238E27FC236}">
                  <a16:creationId xmlns:a16="http://schemas.microsoft.com/office/drawing/2014/main" id="{3A7CC8C6-9F90-26A6-C7DB-9ECBC3F35FC7}"/>
                </a:ext>
              </a:extLst>
            </p:cNvPr>
            <p:cNvSpPr>
              <a:spLocks/>
            </p:cNvSpPr>
            <p:nvPr/>
          </p:nvSpPr>
          <p:spPr bwMode="auto">
            <a:xfrm>
              <a:off x="3707" y="3688"/>
              <a:ext cx="717" cy="21"/>
            </a:xfrm>
            <a:custGeom>
              <a:avLst/>
              <a:gdLst>
                <a:gd name="T0" fmla="*/ 0 w 544"/>
                <a:gd name="T1" fmla="*/ 13 h 16"/>
                <a:gd name="T2" fmla="*/ 0 w 544"/>
                <a:gd name="T3" fmla="*/ 0 h 16"/>
                <a:gd name="T4" fmla="*/ 717 w 544"/>
                <a:gd name="T5" fmla="*/ 0 h 16"/>
                <a:gd name="T6" fmla="*/ 717 w 544"/>
                <a:gd name="T7" fmla="*/ 21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4" h="16">
                  <a:moveTo>
                    <a:pt x="0" y="10"/>
                  </a:moveTo>
                  <a:lnTo>
                    <a:pt x="0" y="0"/>
                  </a:lnTo>
                  <a:lnTo>
                    <a:pt x="544" y="0"/>
                  </a:lnTo>
                  <a:lnTo>
                    <a:pt x="544" y="16"/>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80" name="Rectangle 22">
              <a:extLst>
                <a:ext uri="{FF2B5EF4-FFF2-40B4-BE49-F238E27FC236}">
                  <a16:creationId xmlns:a16="http://schemas.microsoft.com/office/drawing/2014/main" id="{94456E30-49EC-89C1-8446-FFB84EBCE584}"/>
                </a:ext>
              </a:extLst>
            </p:cNvPr>
            <p:cNvSpPr>
              <a:spLocks noChangeArrowheads="1"/>
            </p:cNvSpPr>
            <p:nvPr/>
          </p:nvSpPr>
          <p:spPr bwMode="auto">
            <a:xfrm>
              <a:off x="4709" y="3688"/>
              <a:ext cx="149" cy="252"/>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9481" name="Freeform 23">
              <a:extLst>
                <a:ext uri="{FF2B5EF4-FFF2-40B4-BE49-F238E27FC236}">
                  <a16:creationId xmlns:a16="http://schemas.microsoft.com/office/drawing/2014/main" id="{2F7D54C7-9B17-A0A5-4943-8DA7718410CE}"/>
                </a:ext>
              </a:extLst>
            </p:cNvPr>
            <p:cNvSpPr>
              <a:spLocks/>
            </p:cNvSpPr>
            <p:nvPr/>
          </p:nvSpPr>
          <p:spPr bwMode="auto">
            <a:xfrm>
              <a:off x="1420" y="3680"/>
              <a:ext cx="613" cy="64"/>
            </a:xfrm>
            <a:custGeom>
              <a:avLst/>
              <a:gdLst>
                <a:gd name="T0" fmla="*/ 0 w 465"/>
                <a:gd name="T1" fmla="*/ 64 h 48"/>
                <a:gd name="T2" fmla="*/ 0 w 465"/>
                <a:gd name="T3" fmla="*/ 0 h 48"/>
                <a:gd name="T4" fmla="*/ 613 w 465"/>
                <a:gd name="T5" fmla="*/ 0 h 48"/>
                <a:gd name="T6" fmla="*/ 613 w 465"/>
                <a:gd name="T7" fmla="*/ 36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5" h="48">
                  <a:moveTo>
                    <a:pt x="0" y="48"/>
                  </a:moveTo>
                  <a:lnTo>
                    <a:pt x="0" y="0"/>
                  </a:lnTo>
                  <a:lnTo>
                    <a:pt x="465" y="0"/>
                  </a:lnTo>
                  <a:lnTo>
                    <a:pt x="465" y="27"/>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82" name="Rectangle 24">
              <a:extLst>
                <a:ext uri="{FF2B5EF4-FFF2-40B4-BE49-F238E27FC236}">
                  <a16:creationId xmlns:a16="http://schemas.microsoft.com/office/drawing/2014/main" id="{1820B947-753A-342E-9F25-001C6B17C4EC}"/>
                </a:ext>
              </a:extLst>
            </p:cNvPr>
            <p:cNvSpPr>
              <a:spLocks noChangeArrowheads="1"/>
            </p:cNvSpPr>
            <p:nvPr/>
          </p:nvSpPr>
          <p:spPr bwMode="auto">
            <a:xfrm>
              <a:off x="4066" y="3659"/>
              <a:ext cx="717" cy="29"/>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9483" name="Freeform 25">
              <a:extLst>
                <a:ext uri="{FF2B5EF4-FFF2-40B4-BE49-F238E27FC236}">
                  <a16:creationId xmlns:a16="http://schemas.microsoft.com/office/drawing/2014/main" id="{403DBFC9-6E0D-3773-9D5D-0E19D1C3D461}"/>
                </a:ext>
              </a:extLst>
            </p:cNvPr>
            <p:cNvSpPr>
              <a:spLocks/>
            </p:cNvSpPr>
            <p:nvPr/>
          </p:nvSpPr>
          <p:spPr bwMode="auto">
            <a:xfrm>
              <a:off x="2318" y="3604"/>
              <a:ext cx="224" cy="336"/>
            </a:xfrm>
            <a:custGeom>
              <a:avLst/>
              <a:gdLst>
                <a:gd name="T0" fmla="*/ 0 w 170"/>
                <a:gd name="T1" fmla="*/ 336 h 255"/>
                <a:gd name="T2" fmla="*/ 0 w 170"/>
                <a:gd name="T3" fmla="*/ 0 h 255"/>
                <a:gd name="T4" fmla="*/ 224 w 170"/>
                <a:gd name="T5" fmla="*/ 0 h 255"/>
                <a:gd name="T6" fmla="*/ 224 w 170"/>
                <a:gd name="T7" fmla="*/ 154 h 2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255">
                  <a:moveTo>
                    <a:pt x="0" y="255"/>
                  </a:moveTo>
                  <a:lnTo>
                    <a:pt x="0" y="0"/>
                  </a:lnTo>
                  <a:lnTo>
                    <a:pt x="170" y="0"/>
                  </a:lnTo>
                  <a:lnTo>
                    <a:pt x="170" y="117"/>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84" name="Freeform 26">
              <a:extLst>
                <a:ext uri="{FF2B5EF4-FFF2-40B4-BE49-F238E27FC236}">
                  <a16:creationId xmlns:a16="http://schemas.microsoft.com/office/drawing/2014/main" id="{53AD6DF0-0DCC-ECEA-1B0E-FD75FB0B6C24}"/>
                </a:ext>
              </a:extLst>
            </p:cNvPr>
            <p:cNvSpPr>
              <a:spLocks/>
            </p:cNvSpPr>
            <p:nvPr/>
          </p:nvSpPr>
          <p:spPr bwMode="auto">
            <a:xfrm>
              <a:off x="1727" y="3604"/>
              <a:ext cx="703" cy="76"/>
            </a:xfrm>
            <a:custGeom>
              <a:avLst/>
              <a:gdLst>
                <a:gd name="T0" fmla="*/ 0 w 533"/>
                <a:gd name="T1" fmla="*/ 76 h 58"/>
                <a:gd name="T2" fmla="*/ 0 w 533"/>
                <a:gd name="T3" fmla="*/ 0 h 58"/>
                <a:gd name="T4" fmla="*/ 703 w 533"/>
                <a:gd name="T5" fmla="*/ 0 h 58"/>
                <a:gd name="T6" fmla="*/ 0 60000 65536"/>
                <a:gd name="T7" fmla="*/ 0 60000 65536"/>
                <a:gd name="T8" fmla="*/ 0 60000 65536"/>
              </a:gdLst>
              <a:ahLst/>
              <a:cxnLst>
                <a:cxn ang="T6">
                  <a:pos x="T0" y="T1"/>
                </a:cxn>
                <a:cxn ang="T7">
                  <a:pos x="T2" y="T3"/>
                </a:cxn>
                <a:cxn ang="T8">
                  <a:pos x="T4" y="T5"/>
                </a:cxn>
              </a:cxnLst>
              <a:rect l="0" t="0" r="r" b="b"/>
              <a:pathLst>
                <a:path w="533" h="58">
                  <a:moveTo>
                    <a:pt x="0" y="58"/>
                  </a:moveTo>
                  <a:lnTo>
                    <a:pt x="0" y="0"/>
                  </a:lnTo>
                  <a:lnTo>
                    <a:pt x="533" y="0"/>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85" name="Freeform 27">
              <a:extLst>
                <a:ext uri="{FF2B5EF4-FFF2-40B4-BE49-F238E27FC236}">
                  <a16:creationId xmlns:a16="http://schemas.microsoft.com/office/drawing/2014/main" id="{6156824B-2722-03ED-4851-9CBEC7FA2D06}"/>
                </a:ext>
              </a:extLst>
            </p:cNvPr>
            <p:cNvSpPr>
              <a:spLocks/>
            </p:cNvSpPr>
            <p:nvPr/>
          </p:nvSpPr>
          <p:spPr bwMode="auto">
            <a:xfrm>
              <a:off x="2078" y="3547"/>
              <a:ext cx="688" cy="393"/>
            </a:xfrm>
            <a:custGeom>
              <a:avLst/>
              <a:gdLst>
                <a:gd name="T0" fmla="*/ 0 w 522"/>
                <a:gd name="T1" fmla="*/ 57 h 298"/>
                <a:gd name="T2" fmla="*/ 0 w 522"/>
                <a:gd name="T3" fmla="*/ 0 h 298"/>
                <a:gd name="T4" fmla="*/ 688 w 522"/>
                <a:gd name="T5" fmla="*/ 0 h 298"/>
                <a:gd name="T6" fmla="*/ 688 w 522"/>
                <a:gd name="T7" fmla="*/ 393 h 2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2" h="298">
                  <a:moveTo>
                    <a:pt x="0" y="43"/>
                  </a:moveTo>
                  <a:lnTo>
                    <a:pt x="0" y="0"/>
                  </a:lnTo>
                  <a:lnTo>
                    <a:pt x="522" y="0"/>
                  </a:lnTo>
                  <a:lnTo>
                    <a:pt x="522" y="298"/>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86" name="Freeform 28">
              <a:extLst>
                <a:ext uri="{FF2B5EF4-FFF2-40B4-BE49-F238E27FC236}">
                  <a16:creationId xmlns:a16="http://schemas.microsoft.com/office/drawing/2014/main" id="{D2252CA5-ADBC-3168-4C36-3C77C253561D}"/>
                </a:ext>
              </a:extLst>
            </p:cNvPr>
            <p:cNvSpPr>
              <a:spLocks/>
            </p:cNvSpPr>
            <p:nvPr/>
          </p:nvSpPr>
          <p:spPr bwMode="auto">
            <a:xfrm>
              <a:off x="4424" y="3450"/>
              <a:ext cx="583" cy="490"/>
            </a:xfrm>
            <a:custGeom>
              <a:avLst/>
              <a:gdLst>
                <a:gd name="T0" fmla="*/ 0 w 442"/>
                <a:gd name="T1" fmla="*/ 209 h 372"/>
                <a:gd name="T2" fmla="*/ 0 w 442"/>
                <a:gd name="T3" fmla="*/ 0 h 372"/>
                <a:gd name="T4" fmla="*/ 583 w 442"/>
                <a:gd name="T5" fmla="*/ 0 h 372"/>
                <a:gd name="T6" fmla="*/ 583 w 442"/>
                <a:gd name="T7" fmla="*/ 490 h 3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2" h="372">
                  <a:moveTo>
                    <a:pt x="0" y="159"/>
                  </a:moveTo>
                  <a:lnTo>
                    <a:pt x="0" y="0"/>
                  </a:lnTo>
                  <a:lnTo>
                    <a:pt x="442" y="0"/>
                  </a:lnTo>
                  <a:lnTo>
                    <a:pt x="442" y="37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87" name="Freeform 29">
              <a:extLst>
                <a:ext uri="{FF2B5EF4-FFF2-40B4-BE49-F238E27FC236}">
                  <a16:creationId xmlns:a16="http://schemas.microsoft.com/office/drawing/2014/main" id="{7CECA518-7871-73F5-7A4E-5906FA167436}"/>
                </a:ext>
              </a:extLst>
            </p:cNvPr>
            <p:cNvSpPr>
              <a:spLocks/>
            </p:cNvSpPr>
            <p:nvPr/>
          </p:nvSpPr>
          <p:spPr bwMode="auto">
            <a:xfrm>
              <a:off x="2422" y="3351"/>
              <a:ext cx="493" cy="589"/>
            </a:xfrm>
            <a:custGeom>
              <a:avLst/>
              <a:gdLst>
                <a:gd name="T0" fmla="*/ 0 w 374"/>
                <a:gd name="T1" fmla="*/ 196 h 447"/>
                <a:gd name="T2" fmla="*/ 0 w 374"/>
                <a:gd name="T3" fmla="*/ 0 h 447"/>
                <a:gd name="T4" fmla="*/ 493 w 374"/>
                <a:gd name="T5" fmla="*/ 0 h 447"/>
                <a:gd name="T6" fmla="*/ 493 w 374"/>
                <a:gd name="T7" fmla="*/ 589 h 4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4" h="447">
                  <a:moveTo>
                    <a:pt x="0" y="149"/>
                  </a:moveTo>
                  <a:lnTo>
                    <a:pt x="0" y="0"/>
                  </a:lnTo>
                  <a:lnTo>
                    <a:pt x="374" y="0"/>
                  </a:lnTo>
                  <a:lnTo>
                    <a:pt x="374" y="447"/>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88" name="Freeform 30">
              <a:extLst>
                <a:ext uri="{FF2B5EF4-FFF2-40B4-BE49-F238E27FC236}">
                  <a16:creationId xmlns:a16="http://schemas.microsoft.com/office/drawing/2014/main" id="{1A4FB356-6C8C-00FB-AE34-63A8A4D31653}"/>
                </a:ext>
              </a:extLst>
            </p:cNvPr>
            <p:cNvSpPr>
              <a:spLocks/>
            </p:cNvSpPr>
            <p:nvPr/>
          </p:nvSpPr>
          <p:spPr bwMode="auto">
            <a:xfrm>
              <a:off x="2668" y="3190"/>
              <a:ext cx="397" cy="750"/>
            </a:xfrm>
            <a:custGeom>
              <a:avLst/>
              <a:gdLst>
                <a:gd name="T0" fmla="*/ 0 w 301"/>
                <a:gd name="T1" fmla="*/ 161 h 569"/>
                <a:gd name="T2" fmla="*/ 0 w 301"/>
                <a:gd name="T3" fmla="*/ 0 h 569"/>
                <a:gd name="T4" fmla="*/ 397 w 301"/>
                <a:gd name="T5" fmla="*/ 0 h 569"/>
                <a:gd name="T6" fmla="*/ 397 w 301"/>
                <a:gd name="T7" fmla="*/ 750 h 5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1" h="569">
                  <a:moveTo>
                    <a:pt x="0" y="122"/>
                  </a:moveTo>
                  <a:lnTo>
                    <a:pt x="0" y="0"/>
                  </a:lnTo>
                  <a:lnTo>
                    <a:pt x="301" y="0"/>
                  </a:lnTo>
                  <a:lnTo>
                    <a:pt x="301" y="569"/>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89" name="Freeform 31">
              <a:extLst>
                <a:ext uri="{FF2B5EF4-FFF2-40B4-BE49-F238E27FC236}">
                  <a16:creationId xmlns:a16="http://schemas.microsoft.com/office/drawing/2014/main" id="{7A09227E-2D88-2B42-6407-3CED7F8BFE9F}"/>
                </a:ext>
              </a:extLst>
            </p:cNvPr>
            <p:cNvSpPr>
              <a:spLocks/>
            </p:cNvSpPr>
            <p:nvPr/>
          </p:nvSpPr>
          <p:spPr bwMode="auto">
            <a:xfrm>
              <a:off x="4715" y="3106"/>
              <a:ext cx="442" cy="834"/>
            </a:xfrm>
            <a:custGeom>
              <a:avLst/>
              <a:gdLst>
                <a:gd name="T0" fmla="*/ 0 w 335"/>
                <a:gd name="T1" fmla="*/ 344 h 633"/>
                <a:gd name="T2" fmla="*/ 0 w 335"/>
                <a:gd name="T3" fmla="*/ 0 h 633"/>
                <a:gd name="T4" fmla="*/ 442 w 335"/>
                <a:gd name="T5" fmla="*/ 0 h 633"/>
                <a:gd name="T6" fmla="*/ 442 w 335"/>
                <a:gd name="T7" fmla="*/ 834 h 6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5" h="633">
                  <a:moveTo>
                    <a:pt x="0" y="261"/>
                  </a:moveTo>
                  <a:lnTo>
                    <a:pt x="0" y="0"/>
                  </a:lnTo>
                  <a:lnTo>
                    <a:pt x="335" y="0"/>
                  </a:lnTo>
                  <a:lnTo>
                    <a:pt x="335" y="633"/>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90" name="Freeform 32">
              <a:extLst>
                <a:ext uri="{FF2B5EF4-FFF2-40B4-BE49-F238E27FC236}">
                  <a16:creationId xmlns:a16="http://schemas.microsoft.com/office/drawing/2014/main" id="{053E69D9-0844-ABFC-52E9-7441358C002E}"/>
                </a:ext>
              </a:extLst>
            </p:cNvPr>
            <p:cNvSpPr>
              <a:spLocks/>
            </p:cNvSpPr>
            <p:nvPr/>
          </p:nvSpPr>
          <p:spPr bwMode="auto">
            <a:xfrm>
              <a:off x="2862" y="1208"/>
              <a:ext cx="2071" cy="1982"/>
            </a:xfrm>
            <a:custGeom>
              <a:avLst/>
              <a:gdLst>
                <a:gd name="T0" fmla="*/ 2071 w 1571"/>
                <a:gd name="T1" fmla="*/ 1898 h 1504"/>
                <a:gd name="T2" fmla="*/ 2071 w 1571"/>
                <a:gd name="T3" fmla="*/ 0 h 1504"/>
                <a:gd name="T4" fmla="*/ 0 w 1571"/>
                <a:gd name="T5" fmla="*/ 0 h 1504"/>
                <a:gd name="T6" fmla="*/ 0 w 1571"/>
                <a:gd name="T7" fmla="*/ 1982 h 15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71" h="1504">
                  <a:moveTo>
                    <a:pt x="1571" y="1440"/>
                  </a:moveTo>
                  <a:lnTo>
                    <a:pt x="1571" y="0"/>
                  </a:lnTo>
                  <a:lnTo>
                    <a:pt x="0" y="0"/>
                  </a:lnTo>
                  <a:lnTo>
                    <a:pt x="0" y="1504"/>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91" name="Line 33">
              <a:extLst>
                <a:ext uri="{FF2B5EF4-FFF2-40B4-BE49-F238E27FC236}">
                  <a16:creationId xmlns:a16="http://schemas.microsoft.com/office/drawing/2014/main" id="{2D4A2A1F-0575-2E80-0E79-BEC708A0D7A8}"/>
                </a:ext>
              </a:extLst>
            </p:cNvPr>
            <p:cNvSpPr>
              <a:spLocks noChangeShapeType="1"/>
            </p:cNvSpPr>
            <p:nvPr/>
          </p:nvSpPr>
          <p:spPr bwMode="auto">
            <a:xfrm>
              <a:off x="674" y="3933"/>
              <a:ext cx="4632" cy="2"/>
            </a:xfrm>
            <a:prstGeom prst="line">
              <a:avLst/>
            </a:prstGeom>
            <a:noFill/>
            <a:ln w="508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19459" name="Picture 34">
            <a:extLst>
              <a:ext uri="{FF2B5EF4-FFF2-40B4-BE49-F238E27FC236}">
                <a16:creationId xmlns:a16="http://schemas.microsoft.com/office/drawing/2014/main" id="{8EA1130E-8445-B732-269B-A13473FA91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36713"/>
            <a:ext cx="3451225" cy="342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60" name="Text Box 35">
            <a:extLst>
              <a:ext uri="{FF2B5EF4-FFF2-40B4-BE49-F238E27FC236}">
                <a16:creationId xmlns:a16="http://schemas.microsoft.com/office/drawing/2014/main" id="{5F694969-269F-4DDF-F260-49B2FCFD0795}"/>
              </a:ext>
            </a:extLst>
          </p:cNvPr>
          <p:cNvSpPr txBox="1">
            <a:spLocks noChangeArrowheads="1"/>
          </p:cNvSpPr>
          <p:nvPr/>
        </p:nvSpPr>
        <p:spPr bwMode="auto">
          <a:xfrm>
            <a:off x="212725" y="184150"/>
            <a:ext cx="8931275"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We can look at the dendrogram to determine the “correct” number of clusters. In this case, the two highly separated subtrees are highly suggestive of two clusters. </a:t>
            </a:r>
            <a:r>
              <a:rPr lang="en-US" altLang="en-US" sz="2000">
                <a:solidFill>
                  <a:schemeClr val="bg2"/>
                </a:solidFill>
              </a:rPr>
              <a:t>(Things are rarely this clear cut, unfortunately)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0482" name="Group 2">
            <a:extLst>
              <a:ext uri="{FF2B5EF4-FFF2-40B4-BE49-F238E27FC236}">
                <a16:creationId xmlns:a16="http://schemas.microsoft.com/office/drawing/2014/main" id="{C1E7F48F-FBD0-D129-CA38-1C5845267689}"/>
              </a:ext>
            </a:extLst>
          </p:cNvPr>
          <p:cNvGrpSpPr>
            <a:grpSpLocks/>
          </p:cNvGrpSpPr>
          <p:nvPr/>
        </p:nvGrpSpPr>
        <p:grpSpPr bwMode="auto">
          <a:xfrm>
            <a:off x="279400" y="2333625"/>
            <a:ext cx="2952750" cy="2705100"/>
            <a:chOff x="3164" y="1404"/>
            <a:chExt cx="2400" cy="2400"/>
          </a:xfrm>
        </p:grpSpPr>
        <p:sp>
          <p:nvSpPr>
            <p:cNvPr id="20520" name="Rectangle 3">
              <a:extLst>
                <a:ext uri="{FF2B5EF4-FFF2-40B4-BE49-F238E27FC236}">
                  <a16:creationId xmlns:a16="http://schemas.microsoft.com/office/drawing/2014/main" id="{B6FC5A82-2C5F-048C-935A-3EE2A7EA0398}"/>
                </a:ext>
              </a:extLst>
            </p:cNvPr>
            <p:cNvSpPr>
              <a:spLocks noChangeArrowheads="1"/>
            </p:cNvSpPr>
            <p:nvPr/>
          </p:nvSpPr>
          <p:spPr bwMode="auto">
            <a:xfrm>
              <a:off x="3164" y="35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21" name="Rectangle 4">
              <a:extLst>
                <a:ext uri="{FF2B5EF4-FFF2-40B4-BE49-F238E27FC236}">
                  <a16:creationId xmlns:a16="http://schemas.microsoft.com/office/drawing/2014/main" id="{A4D42734-9D99-9A54-88BF-B0F185B4741B}"/>
                </a:ext>
              </a:extLst>
            </p:cNvPr>
            <p:cNvSpPr>
              <a:spLocks noChangeArrowheads="1"/>
            </p:cNvSpPr>
            <p:nvPr/>
          </p:nvSpPr>
          <p:spPr bwMode="auto">
            <a:xfrm>
              <a:off x="3404" y="35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22" name="Rectangle 5">
              <a:extLst>
                <a:ext uri="{FF2B5EF4-FFF2-40B4-BE49-F238E27FC236}">
                  <a16:creationId xmlns:a16="http://schemas.microsoft.com/office/drawing/2014/main" id="{41492F92-CB37-C74C-6D82-8FF30B711403}"/>
                </a:ext>
              </a:extLst>
            </p:cNvPr>
            <p:cNvSpPr>
              <a:spLocks noChangeArrowheads="1"/>
            </p:cNvSpPr>
            <p:nvPr/>
          </p:nvSpPr>
          <p:spPr bwMode="auto">
            <a:xfrm>
              <a:off x="3644" y="35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23" name="Rectangle 6">
              <a:extLst>
                <a:ext uri="{FF2B5EF4-FFF2-40B4-BE49-F238E27FC236}">
                  <a16:creationId xmlns:a16="http://schemas.microsoft.com/office/drawing/2014/main" id="{E36CACB6-350C-7CF1-582B-DA8DEE3A24FC}"/>
                </a:ext>
              </a:extLst>
            </p:cNvPr>
            <p:cNvSpPr>
              <a:spLocks noChangeArrowheads="1"/>
            </p:cNvSpPr>
            <p:nvPr/>
          </p:nvSpPr>
          <p:spPr bwMode="auto">
            <a:xfrm>
              <a:off x="3884" y="35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24" name="Rectangle 7">
              <a:extLst>
                <a:ext uri="{FF2B5EF4-FFF2-40B4-BE49-F238E27FC236}">
                  <a16:creationId xmlns:a16="http://schemas.microsoft.com/office/drawing/2014/main" id="{267B7BCE-52E0-216E-7592-FE2C5A142A1E}"/>
                </a:ext>
              </a:extLst>
            </p:cNvPr>
            <p:cNvSpPr>
              <a:spLocks noChangeArrowheads="1"/>
            </p:cNvSpPr>
            <p:nvPr/>
          </p:nvSpPr>
          <p:spPr bwMode="auto">
            <a:xfrm>
              <a:off x="4124" y="35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25" name="Rectangle 8">
              <a:extLst>
                <a:ext uri="{FF2B5EF4-FFF2-40B4-BE49-F238E27FC236}">
                  <a16:creationId xmlns:a16="http://schemas.microsoft.com/office/drawing/2014/main" id="{E55DB289-C7C2-3080-1947-444A56FB40A3}"/>
                </a:ext>
              </a:extLst>
            </p:cNvPr>
            <p:cNvSpPr>
              <a:spLocks noChangeArrowheads="1"/>
            </p:cNvSpPr>
            <p:nvPr/>
          </p:nvSpPr>
          <p:spPr bwMode="auto">
            <a:xfrm>
              <a:off x="4364" y="35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26" name="Rectangle 9">
              <a:extLst>
                <a:ext uri="{FF2B5EF4-FFF2-40B4-BE49-F238E27FC236}">
                  <a16:creationId xmlns:a16="http://schemas.microsoft.com/office/drawing/2014/main" id="{F0F10D44-5F58-FBBF-1BD5-1B5B7D8AAFA6}"/>
                </a:ext>
              </a:extLst>
            </p:cNvPr>
            <p:cNvSpPr>
              <a:spLocks noChangeArrowheads="1"/>
            </p:cNvSpPr>
            <p:nvPr/>
          </p:nvSpPr>
          <p:spPr bwMode="auto">
            <a:xfrm>
              <a:off x="4604" y="35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27" name="Rectangle 10">
              <a:extLst>
                <a:ext uri="{FF2B5EF4-FFF2-40B4-BE49-F238E27FC236}">
                  <a16:creationId xmlns:a16="http://schemas.microsoft.com/office/drawing/2014/main" id="{82C58040-2809-A740-588C-E795E218976D}"/>
                </a:ext>
              </a:extLst>
            </p:cNvPr>
            <p:cNvSpPr>
              <a:spLocks noChangeArrowheads="1"/>
            </p:cNvSpPr>
            <p:nvPr/>
          </p:nvSpPr>
          <p:spPr bwMode="auto">
            <a:xfrm>
              <a:off x="4844" y="35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28" name="Rectangle 11">
              <a:extLst>
                <a:ext uri="{FF2B5EF4-FFF2-40B4-BE49-F238E27FC236}">
                  <a16:creationId xmlns:a16="http://schemas.microsoft.com/office/drawing/2014/main" id="{3A820B76-C6AA-2F4F-53C5-701D9FC422D0}"/>
                </a:ext>
              </a:extLst>
            </p:cNvPr>
            <p:cNvSpPr>
              <a:spLocks noChangeArrowheads="1"/>
            </p:cNvSpPr>
            <p:nvPr/>
          </p:nvSpPr>
          <p:spPr bwMode="auto">
            <a:xfrm>
              <a:off x="5084" y="35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29" name="Rectangle 12">
              <a:extLst>
                <a:ext uri="{FF2B5EF4-FFF2-40B4-BE49-F238E27FC236}">
                  <a16:creationId xmlns:a16="http://schemas.microsoft.com/office/drawing/2014/main" id="{57B7F207-BE83-996C-B90F-0A300F8565A4}"/>
                </a:ext>
              </a:extLst>
            </p:cNvPr>
            <p:cNvSpPr>
              <a:spLocks noChangeArrowheads="1"/>
            </p:cNvSpPr>
            <p:nvPr/>
          </p:nvSpPr>
          <p:spPr bwMode="auto">
            <a:xfrm>
              <a:off x="5324" y="35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30" name="Rectangle 13">
              <a:extLst>
                <a:ext uri="{FF2B5EF4-FFF2-40B4-BE49-F238E27FC236}">
                  <a16:creationId xmlns:a16="http://schemas.microsoft.com/office/drawing/2014/main" id="{888A3DEC-7ACA-124A-6CC4-46E9CE4FE893}"/>
                </a:ext>
              </a:extLst>
            </p:cNvPr>
            <p:cNvSpPr>
              <a:spLocks noChangeArrowheads="1"/>
            </p:cNvSpPr>
            <p:nvPr/>
          </p:nvSpPr>
          <p:spPr bwMode="auto">
            <a:xfrm>
              <a:off x="3164" y="33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31" name="Rectangle 14">
              <a:extLst>
                <a:ext uri="{FF2B5EF4-FFF2-40B4-BE49-F238E27FC236}">
                  <a16:creationId xmlns:a16="http://schemas.microsoft.com/office/drawing/2014/main" id="{711772C7-021E-3D5F-6492-5B7F11C4C0DF}"/>
                </a:ext>
              </a:extLst>
            </p:cNvPr>
            <p:cNvSpPr>
              <a:spLocks noChangeArrowheads="1"/>
            </p:cNvSpPr>
            <p:nvPr/>
          </p:nvSpPr>
          <p:spPr bwMode="auto">
            <a:xfrm>
              <a:off x="3404" y="33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32" name="Rectangle 15">
              <a:extLst>
                <a:ext uri="{FF2B5EF4-FFF2-40B4-BE49-F238E27FC236}">
                  <a16:creationId xmlns:a16="http://schemas.microsoft.com/office/drawing/2014/main" id="{F2887C24-E4E5-BDF0-3728-E30F77972098}"/>
                </a:ext>
              </a:extLst>
            </p:cNvPr>
            <p:cNvSpPr>
              <a:spLocks noChangeArrowheads="1"/>
            </p:cNvSpPr>
            <p:nvPr/>
          </p:nvSpPr>
          <p:spPr bwMode="auto">
            <a:xfrm>
              <a:off x="3644" y="33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33" name="Rectangle 16">
              <a:extLst>
                <a:ext uri="{FF2B5EF4-FFF2-40B4-BE49-F238E27FC236}">
                  <a16:creationId xmlns:a16="http://schemas.microsoft.com/office/drawing/2014/main" id="{8380F722-3ECB-BA5E-A80F-B35EAD7B2D71}"/>
                </a:ext>
              </a:extLst>
            </p:cNvPr>
            <p:cNvSpPr>
              <a:spLocks noChangeArrowheads="1"/>
            </p:cNvSpPr>
            <p:nvPr/>
          </p:nvSpPr>
          <p:spPr bwMode="auto">
            <a:xfrm>
              <a:off x="3884" y="33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34" name="Rectangle 17">
              <a:extLst>
                <a:ext uri="{FF2B5EF4-FFF2-40B4-BE49-F238E27FC236}">
                  <a16:creationId xmlns:a16="http://schemas.microsoft.com/office/drawing/2014/main" id="{D8463A97-EA82-8162-2E7C-6EACD08A129C}"/>
                </a:ext>
              </a:extLst>
            </p:cNvPr>
            <p:cNvSpPr>
              <a:spLocks noChangeArrowheads="1"/>
            </p:cNvSpPr>
            <p:nvPr/>
          </p:nvSpPr>
          <p:spPr bwMode="auto">
            <a:xfrm>
              <a:off x="4124" y="33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35" name="Rectangle 18">
              <a:extLst>
                <a:ext uri="{FF2B5EF4-FFF2-40B4-BE49-F238E27FC236}">
                  <a16:creationId xmlns:a16="http://schemas.microsoft.com/office/drawing/2014/main" id="{FD73F558-5610-E214-8511-367A0DBBC593}"/>
                </a:ext>
              </a:extLst>
            </p:cNvPr>
            <p:cNvSpPr>
              <a:spLocks noChangeArrowheads="1"/>
            </p:cNvSpPr>
            <p:nvPr/>
          </p:nvSpPr>
          <p:spPr bwMode="auto">
            <a:xfrm>
              <a:off x="4364" y="33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36" name="Rectangle 19">
              <a:extLst>
                <a:ext uri="{FF2B5EF4-FFF2-40B4-BE49-F238E27FC236}">
                  <a16:creationId xmlns:a16="http://schemas.microsoft.com/office/drawing/2014/main" id="{13E4D523-F18E-1B79-5ECF-B0837EDF54D1}"/>
                </a:ext>
              </a:extLst>
            </p:cNvPr>
            <p:cNvSpPr>
              <a:spLocks noChangeArrowheads="1"/>
            </p:cNvSpPr>
            <p:nvPr/>
          </p:nvSpPr>
          <p:spPr bwMode="auto">
            <a:xfrm>
              <a:off x="4604" y="33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37" name="Rectangle 20">
              <a:extLst>
                <a:ext uri="{FF2B5EF4-FFF2-40B4-BE49-F238E27FC236}">
                  <a16:creationId xmlns:a16="http://schemas.microsoft.com/office/drawing/2014/main" id="{221D3F50-1EAB-68B9-3844-2AB20089DE74}"/>
                </a:ext>
              </a:extLst>
            </p:cNvPr>
            <p:cNvSpPr>
              <a:spLocks noChangeArrowheads="1"/>
            </p:cNvSpPr>
            <p:nvPr/>
          </p:nvSpPr>
          <p:spPr bwMode="auto">
            <a:xfrm>
              <a:off x="4844" y="33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38" name="Rectangle 21">
              <a:extLst>
                <a:ext uri="{FF2B5EF4-FFF2-40B4-BE49-F238E27FC236}">
                  <a16:creationId xmlns:a16="http://schemas.microsoft.com/office/drawing/2014/main" id="{690FA322-777E-E299-2A4B-FB945794B493}"/>
                </a:ext>
              </a:extLst>
            </p:cNvPr>
            <p:cNvSpPr>
              <a:spLocks noChangeArrowheads="1"/>
            </p:cNvSpPr>
            <p:nvPr/>
          </p:nvSpPr>
          <p:spPr bwMode="auto">
            <a:xfrm>
              <a:off x="5084" y="33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39" name="Rectangle 22">
              <a:extLst>
                <a:ext uri="{FF2B5EF4-FFF2-40B4-BE49-F238E27FC236}">
                  <a16:creationId xmlns:a16="http://schemas.microsoft.com/office/drawing/2014/main" id="{60BCA4E2-9201-AA20-6A29-5DF2FBAF3BC5}"/>
                </a:ext>
              </a:extLst>
            </p:cNvPr>
            <p:cNvSpPr>
              <a:spLocks noChangeArrowheads="1"/>
            </p:cNvSpPr>
            <p:nvPr/>
          </p:nvSpPr>
          <p:spPr bwMode="auto">
            <a:xfrm>
              <a:off x="5324" y="33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40" name="Rectangle 23">
              <a:extLst>
                <a:ext uri="{FF2B5EF4-FFF2-40B4-BE49-F238E27FC236}">
                  <a16:creationId xmlns:a16="http://schemas.microsoft.com/office/drawing/2014/main" id="{125C96B3-7BD3-9CBB-F1F1-158FE4A1A480}"/>
                </a:ext>
              </a:extLst>
            </p:cNvPr>
            <p:cNvSpPr>
              <a:spLocks noChangeArrowheads="1"/>
            </p:cNvSpPr>
            <p:nvPr/>
          </p:nvSpPr>
          <p:spPr bwMode="auto">
            <a:xfrm>
              <a:off x="3164" y="30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41" name="Rectangle 24">
              <a:extLst>
                <a:ext uri="{FF2B5EF4-FFF2-40B4-BE49-F238E27FC236}">
                  <a16:creationId xmlns:a16="http://schemas.microsoft.com/office/drawing/2014/main" id="{00D457B0-D591-639E-133B-034D35E1FB63}"/>
                </a:ext>
              </a:extLst>
            </p:cNvPr>
            <p:cNvSpPr>
              <a:spLocks noChangeArrowheads="1"/>
            </p:cNvSpPr>
            <p:nvPr/>
          </p:nvSpPr>
          <p:spPr bwMode="auto">
            <a:xfrm>
              <a:off x="3404" y="30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42" name="Rectangle 25">
              <a:extLst>
                <a:ext uri="{FF2B5EF4-FFF2-40B4-BE49-F238E27FC236}">
                  <a16:creationId xmlns:a16="http://schemas.microsoft.com/office/drawing/2014/main" id="{3DD27BFC-DE09-FB64-7CCF-EAB91D26B689}"/>
                </a:ext>
              </a:extLst>
            </p:cNvPr>
            <p:cNvSpPr>
              <a:spLocks noChangeArrowheads="1"/>
            </p:cNvSpPr>
            <p:nvPr/>
          </p:nvSpPr>
          <p:spPr bwMode="auto">
            <a:xfrm>
              <a:off x="3644" y="30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43" name="Rectangle 26">
              <a:extLst>
                <a:ext uri="{FF2B5EF4-FFF2-40B4-BE49-F238E27FC236}">
                  <a16:creationId xmlns:a16="http://schemas.microsoft.com/office/drawing/2014/main" id="{8234732E-9B82-F8D2-018E-1D9FA1B484FE}"/>
                </a:ext>
              </a:extLst>
            </p:cNvPr>
            <p:cNvSpPr>
              <a:spLocks noChangeArrowheads="1"/>
            </p:cNvSpPr>
            <p:nvPr/>
          </p:nvSpPr>
          <p:spPr bwMode="auto">
            <a:xfrm>
              <a:off x="3884" y="30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44" name="Rectangle 27">
              <a:extLst>
                <a:ext uri="{FF2B5EF4-FFF2-40B4-BE49-F238E27FC236}">
                  <a16:creationId xmlns:a16="http://schemas.microsoft.com/office/drawing/2014/main" id="{6CD45A0B-4C61-768D-70B7-4833F7A5F417}"/>
                </a:ext>
              </a:extLst>
            </p:cNvPr>
            <p:cNvSpPr>
              <a:spLocks noChangeArrowheads="1"/>
            </p:cNvSpPr>
            <p:nvPr/>
          </p:nvSpPr>
          <p:spPr bwMode="auto">
            <a:xfrm>
              <a:off x="4124" y="30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45" name="Rectangle 28">
              <a:extLst>
                <a:ext uri="{FF2B5EF4-FFF2-40B4-BE49-F238E27FC236}">
                  <a16:creationId xmlns:a16="http://schemas.microsoft.com/office/drawing/2014/main" id="{09023B23-9A67-BE1D-F79B-B2E522E8A256}"/>
                </a:ext>
              </a:extLst>
            </p:cNvPr>
            <p:cNvSpPr>
              <a:spLocks noChangeArrowheads="1"/>
            </p:cNvSpPr>
            <p:nvPr/>
          </p:nvSpPr>
          <p:spPr bwMode="auto">
            <a:xfrm>
              <a:off x="4364" y="30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46" name="Rectangle 29">
              <a:extLst>
                <a:ext uri="{FF2B5EF4-FFF2-40B4-BE49-F238E27FC236}">
                  <a16:creationId xmlns:a16="http://schemas.microsoft.com/office/drawing/2014/main" id="{BBB2CA96-6194-F88D-979E-D97DDC1842C8}"/>
                </a:ext>
              </a:extLst>
            </p:cNvPr>
            <p:cNvSpPr>
              <a:spLocks noChangeArrowheads="1"/>
            </p:cNvSpPr>
            <p:nvPr/>
          </p:nvSpPr>
          <p:spPr bwMode="auto">
            <a:xfrm>
              <a:off x="4604" y="30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47" name="Rectangle 30">
              <a:extLst>
                <a:ext uri="{FF2B5EF4-FFF2-40B4-BE49-F238E27FC236}">
                  <a16:creationId xmlns:a16="http://schemas.microsoft.com/office/drawing/2014/main" id="{98003257-3454-5F6F-583E-BB62EB4016B9}"/>
                </a:ext>
              </a:extLst>
            </p:cNvPr>
            <p:cNvSpPr>
              <a:spLocks noChangeArrowheads="1"/>
            </p:cNvSpPr>
            <p:nvPr/>
          </p:nvSpPr>
          <p:spPr bwMode="auto">
            <a:xfrm>
              <a:off x="4844" y="30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48" name="Rectangle 31">
              <a:extLst>
                <a:ext uri="{FF2B5EF4-FFF2-40B4-BE49-F238E27FC236}">
                  <a16:creationId xmlns:a16="http://schemas.microsoft.com/office/drawing/2014/main" id="{9F65747B-0BCE-842B-C990-A85BA5AF55E2}"/>
                </a:ext>
              </a:extLst>
            </p:cNvPr>
            <p:cNvSpPr>
              <a:spLocks noChangeArrowheads="1"/>
            </p:cNvSpPr>
            <p:nvPr/>
          </p:nvSpPr>
          <p:spPr bwMode="auto">
            <a:xfrm>
              <a:off x="5084" y="30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49" name="Rectangle 32">
              <a:extLst>
                <a:ext uri="{FF2B5EF4-FFF2-40B4-BE49-F238E27FC236}">
                  <a16:creationId xmlns:a16="http://schemas.microsoft.com/office/drawing/2014/main" id="{9F7AF155-34CA-2DD2-5CA4-0AB0E62B4AEF}"/>
                </a:ext>
              </a:extLst>
            </p:cNvPr>
            <p:cNvSpPr>
              <a:spLocks noChangeArrowheads="1"/>
            </p:cNvSpPr>
            <p:nvPr/>
          </p:nvSpPr>
          <p:spPr bwMode="auto">
            <a:xfrm>
              <a:off x="5324" y="30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50" name="Rectangle 33">
              <a:extLst>
                <a:ext uri="{FF2B5EF4-FFF2-40B4-BE49-F238E27FC236}">
                  <a16:creationId xmlns:a16="http://schemas.microsoft.com/office/drawing/2014/main" id="{5249615D-D8CB-B34A-136D-1F0BABA388B9}"/>
                </a:ext>
              </a:extLst>
            </p:cNvPr>
            <p:cNvSpPr>
              <a:spLocks noChangeArrowheads="1"/>
            </p:cNvSpPr>
            <p:nvPr/>
          </p:nvSpPr>
          <p:spPr bwMode="auto">
            <a:xfrm>
              <a:off x="3164" y="28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51" name="Rectangle 34">
              <a:extLst>
                <a:ext uri="{FF2B5EF4-FFF2-40B4-BE49-F238E27FC236}">
                  <a16:creationId xmlns:a16="http://schemas.microsoft.com/office/drawing/2014/main" id="{217F5108-F5E8-20BB-6B62-5F37CFF19197}"/>
                </a:ext>
              </a:extLst>
            </p:cNvPr>
            <p:cNvSpPr>
              <a:spLocks noChangeArrowheads="1"/>
            </p:cNvSpPr>
            <p:nvPr/>
          </p:nvSpPr>
          <p:spPr bwMode="auto">
            <a:xfrm>
              <a:off x="3404" y="28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52" name="Rectangle 35">
              <a:extLst>
                <a:ext uri="{FF2B5EF4-FFF2-40B4-BE49-F238E27FC236}">
                  <a16:creationId xmlns:a16="http://schemas.microsoft.com/office/drawing/2014/main" id="{D05D6B7A-0725-58D5-59E7-9AFA6DAE1A2F}"/>
                </a:ext>
              </a:extLst>
            </p:cNvPr>
            <p:cNvSpPr>
              <a:spLocks noChangeArrowheads="1"/>
            </p:cNvSpPr>
            <p:nvPr/>
          </p:nvSpPr>
          <p:spPr bwMode="auto">
            <a:xfrm>
              <a:off x="3644" y="28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53" name="Rectangle 36">
              <a:extLst>
                <a:ext uri="{FF2B5EF4-FFF2-40B4-BE49-F238E27FC236}">
                  <a16:creationId xmlns:a16="http://schemas.microsoft.com/office/drawing/2014/main" id="{EA2B3BB6-DBEB-8291-728D-87778790C3F1}"/>
                </a:ext>
              </a:extLst>
            </p:cNvPr>
            <p:cNvSpPr>
              <a:spLocks noChangeArrowheads="1"/>
            </p:cNvSpPr>
            <p:nvPr/>
          </p:nvSpPr>
          <p:spPr bwMode="auto">
            <a:xfrm>
              <a:off x="3884" y="28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54" name="Rectangle 37">
              <a:extLst>
                <a:ext uri="{FF2B5EF4-FFF2-40B4-BE49-F238E27FC236}">
                  <a16:creationId xmlns:a16="http://schemas.microsoft.com/office/drawing/2014/main" id="{833998AA-5745-3746-32B7-EF6E6DDDB810}"/>
                </a:ext>
              </a:extLst>
            </p:cNvPr>
            <p:cNvSpPr>
              <a:spLocks noChangeArrowheads="1"/>
            </p:cNvSpPr>
            <p:nvPr/>
          </p:nvSpPr>
          <p:spPr bwMode="auto">
            <a:xfrm>
              <a:off x="4124" y="28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55" name="Rectangle 38">
              <a:extLst>
                <a:ext uri="{FF2B5EF4-FFF2-40B4-BE49-F238E27FC236}">
                  <a16:creationId xmlns:a16="http://schemas.microsoft.com/office/drawing/2014/main" id="{1A870C69-EAEC-8BA7-E020-061D2D612FCA}"/>
                </a:ext>
              </a:extLst>
            </p:cNvPr>
            <p:cNvSpPr>
              <a:spLocks noChangeArrowheads="1"/>
            </p:cNvSpPr>
            <p:nvPr/>
          </p:nvSpPr>
          <p:spPr bwMode="auto">
            <a:xfrm>
              <a:off x="4364" y="28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56" name="Rectangle 39">
              <a:extLst>
                <a:ext uri="{FF2B5EF4-FFF2-40B4-BE49-F238E27FC236}">
                  <a16:creationId xmlns:a16="http://schemas.microsoft.com/office/drawing/2014/main" id="{68463FA5-C0C3-FA6F-B370-299DA4A82BF7}"/>
                </a:ext>
              </a:extLst>
            </p:cNvPr>
            <p:cNvSpPr>
              <a:spLocks noChangeArrowheads="1"/>
            </p:cNvSpPr>
            <p:nvPr/>
          </p:nvSpPr>
          <p:spPr bwMode="auto">
            <a:xfrm>
              <a:off x="4604" y="28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57" name="Rectangle 40">
              <a:extLst>
                <a:ext uri="{FF2B5EF4-FFF2-40B4-BE49-F238E27FC236}">
                  <a16:creationId xmlns:a16="http://schemas.microsoft.com/office/drawing/2014/main" id="{9DF00F2F-0EE9-85B6-2C36-4BEAA9895E6E}"/>
                </a:ext>
              </a:extLst>
            </p:cNvPr>
            <p:cNvSpPr>
              <a:spLocks noChangeArrowheads="1"/>
            </p:cNvSpPr>
            <p:nvPr/>
          </p:nvSpPr>
          <p:spPr bwMode="auto">
            <a:xfrm>
              <a:off x="4844" y="28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58" name="Rectangle 41">
              <a:extLst>
                <a:ext uri="{FF2B5EF4-FFF2-40B4-BE49-F238E27FC236}">
                  <a16:creationId xmlns:a16="http://schemas.microsoft.com/office/drawing/2014/main" id="{CEBCD207-C983-78FC-183D-534F9E09D794}"/>
                </a:ext>
              </a:extLst>
            </p:cNvPr>
            <p:cNvSpPr>
              <a:spLocks noChangeArrowheads="1"/>
            </p:cNvSpPr>
            <p:nvPr/>
          </p:nvSpPr>
          <p:spPr bwMode="auto">
            <a:xfrm>
              <a:off x="5084" y="28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59" name="Rectangle 42">
              <a:extLst>
                <a:ext uri="{FF2B5EF4-FFF2-40B4-BE49-F238E27FC236}">
                  <a16:creationId xmlns:a16="http://schemas.microsoft.com/office/drawing/2014/main" id="{4A942152-4E6C-35AA-C099-6719C7DC59E1}"/>
                </a:ext>
              </a:extLst>
            </p:cNvPr>
            <p:cNvSpPr>
              <a:spLocks noChangeArrowheads="1"/>
            </p:cNvSpPr>
            <p:nvPr/>
          </p:nvSpPr>
          <p:spPr bwMode="auto">
            <a:xfrm>
              <a:off x="5324" y="28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60" name="Rectangle 43">
              <a:extLst>
                <a:ext uri="{FF2B5EF4-FFF2-40B4-BE49-F238E27FC236}">
                  <a16:creationId xmlns:a16="http://schemas.microsoft.com/office/drawing/2014/main" id="{6214C9D9-70B4-0EB2-B280-5B537AC1346F}"/>
                </a:ext>
              </a:extLst>
            </p:cNvPr>
            <p:cNvSpPr>
              <a:spLocks noChangeArrowheads="1"/>
            </p:cNvSpPr>
            <p:nvPr/>
          </p:nvSpPr>
          <p:spPr bwMode="auto">
            <a:xfrm>
              <a:off x="3164" y="26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61" name="Rectangle 44">
              <a:extLst>
                <a:ext uri="{FF2B5EF4-FFF2-40B4-BE49-F238E27FC236}">
                  <a16:creationId xmlns:a16="http://schemas.microsoft.com/office/drawing/2014/main" id="{58E38EF6-9F97-8066-A2C8-984CE644BFF4}"/>
                </a:ext>
              </a:extLst>
            </p:cNvPr>
            <p:cNvSpPr>
              <a:spLocks noChangeArrowheads="1"/>
            </p:cNvSpPr>
            <p:nvPr/>
          </p:nvSpPr>
          <p:spPr bwMode="auto">
            <a:xfrm>
              <a:off x="3404" y="26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62" name="Rectangle 45">
              <a:extLst>
                <a:ext uri="{FF2B5EF4-FFF2-40B4-BE49-F238E27FC236}">
                  <a16:creationId xmlns:a16="http://schemas.microsoft.com/office/drawing/2014/main" id="{61DA7E3E-273B-ED28-7AD2-A2B64AB3755D}"/>
                </a:ext>
              </a:extLst>
            </p:cNvPr>
            <p:cNvSpPr>
              <a:spLocks noChangeArrowheads="1"/>
            </p:cNvSpPr>
            <p:nvPr/>
          </p:nvSpPr>
          <p:spPr bwMode="auto">
            <a:xfrm>
              <a:off x="3644" y="26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63" name="Rectangle 46">
              <a:extLst>
                <a:ext uri="{FF2B5EF4-FFF2-40B4-BE49-F238E27FC236}">
                  <a16:creationId xmlns:a16="http://schemas.microsoft.com/office/drawing/2014/main" id="{0295EAA9-9964-1E14-3B2D-98A9F4ADF0D2}"/>
                </a:ext>
              </a:extLst>
            </p:cNvPr>
            <p:cNvSpPr>
              <a:spLocks noChangeArrowheads="1"/>
            </p:cNvSpPr>
            <p:nvPr/>
          </p:nvSpPr>
          <p:spPr bwMode="auto">
            <a:xfrm>
              <a:off x="3884" y="26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64" name="Rectangle 47">
              <a:extLst>
                <a:ext uri="{FF2B5EF4-FFF2-40B4-BE49-F238E27FC236}">
                  <a16:creationId xmlns:a16="http://schemas.microsoft.com/office/drawing/2014/main" id="{FA73E1FD-D7F7-684E-B81A-A2A050B91555}"/>
                </a:ext>
              </a:extLst>
            </p:cNvPr>
            <p:cNvSpPr>
              <a:spLocks noChangeArrowheads="1"/>
            </p:cNvSpPr>
            <p:nvPr/>
          </p:nvSpPr>
          <p:spPr bwMode="auto">
            <a:xfrm>
              <a:off x="4124" y="26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65" name="Rectangle 48">
              <a:extLst>
                <a:ext uri="{FF2B5EF4-FFF2-40B4-BE49-F238E27FC236}">
                  <a16:creationId xmlns:a16="http://schemas.microsoft.com/office/drawing/2014/main" id="{22899E31-049F-E0E7-10BD-AEA7FC34DCD0}"/>
                </a:ext>
              </a:extLst>
            </p:cNvPr>
            <p:cNvSpPr>
              <a:spLocks noChangeArrowheads="1"/>
            </p:cNvSpPr>
            <p:nvPr/>
          </p:nvSpPr>
          <p:spPr bwMode="auto">
            <a:xfrm>
              <a:off x="4364" y="26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66" name="Rectangle 49">
              <a:extLst>
                <a:ext uri="{FF2B5EF4-FFF2-40B4-BE49-F238E27FC236}">
                  <a16:creationId xmlns:a16="http://schemas.microsoft.com/office/drawing/2014/main" id="{6D884C5F-0B9C-2AFB-A5CB-F65DEE7542DC}"/>
                </a:ext>
              </a:extLst>
            </p:cNvPr>
            <p:cNvSpPr>
              <a:spLocks noChangeArrowheads="1"/>
            </p:cNvSpPr>
            <p:nvPr/>
          </p:nvSpPr>
          <p:spPr bwMode="auto">
            <a:xfrm>
              <a:off x="4604" y="26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67" name="Rectangle 50">
              <a:extLst>
                <a:ext uri="{FF2B5EF4-FFF2-40B4-BE49-F238E27FC236}">
                  <a16:creationId xmlns:a16="http://schemas.microsoft.com/office/drawing/2014/main" id="{B5DAB328-E124-FDD6-CB96-779A66E0F590}"/>
                </a:ext>
              </a:extLst>
            </p:cNvPr>
            <p:cNvSpPr>
              <a:spLocks noChangeArrowheads="1"/>
            </p:cNvSpPr>
            <p:nvPr/>
          </p:nvSpPr>
          <p:spPr bwMode="auto">
            <a:xfrm>
              <a:off x="4844" y="26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68" name="Rectangle 51">
              <a:extLst>
                <a:ext uri="{FF2B5EF4-FFF2-40B4-BE49-F238E27FC236}">
                  <a16:creationId xmlns:a16="http://schemas.microsoft.com/office/drawing/2014/main" id="{DF037755-4B8F-FA1C-3527-A92A20A70661}"/>
                </a:ext>
              </a:extLst>
            </p:cNvPr>
            <p:cNvSpPr>
              <a:spLocks noChangeArrowheads="1"/>
            </p:cNvSpPr>
            <p:nvPr/>
          </p:nvSpPr>
          <p:spPr bwMode="auto">
            <a:xfrm>
              <a:off x="5084" y="26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69" name="Rectangle 52">
              <a:extLst>
                <a:ext uri="{FF2B5EF4-FFF2-40B4-BE49-F238E27FC236}">
                  <a16:creationId xmlns:a16="http://schemas.microsoft.com/office/drawing/2014/main" id="{91448A1E-ECEB-7AC6-32A6-EB38A721B5B1}"/>
                </a:ext>
              </a:extLst>
            </p:cNvPr>
            <p:cNvSpPr>
              <a:spLocks noChangeArrowheads="1"/>
            </p:cNvSpPr>
            <p:nvPr/>
          </p:nvSpPr>
          <p:spPr bwMode="auto">
            <a:xfrm>
              <a:off x="5324" y="26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70" name="Rectangle 53">
              <a:extLst>
                <a:ext uri="{FF2B5EF4-FFF2-40B4-BE49-F238E27FC236}">
                  <a16:creationId xmlns:a16="http://schemas.microsoft.com/office/drawing/2014/main" id="{9A351B4F-98AC-0503-9718-FB8C6E44869C}"/>
                </a:ext>
              </a:extLst>
            </p:cNvPr>
            <p:cNvSpPr>
              <a:spLocks noChangeArrowheads="1"/>
            </p:cNvSpPr>
            <p:nvPr/>
          </p:nvSpPr>
          <p:spPr bwMode="auto">
            <a:xfrm>
              <a:off x="3164" y="23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71" name="Rectangle 54">
              <a:extLst>
                <a:ext uri="{FF2B5EF4-FFF2-40B4-BE49-F238E27FC236}">
                  <a16:creationId xmlns:a16="http://schemas.microsoft.com/office/drawing/2014/main" id="{3355028A-79F9-1F24-376C-C7817F2129A0}"/>
                </a:ext>
              </a:extLst>
            </p:cNvPr>
            <p:cNvSpPr>
              <a:spLocks noChangeArrowheads="1"/>
            </p:cNvSpPr>
            <p:nvPr/>
          </p:nvSpPr>
          <p:spPr bwMode="auto">
            <a:xfrm>
              <a:off x="3404" y="23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72" name="Rectangle 55">
              <a:extLst>
                <a:ext uri="{FF2B5EF4-FFF2-40B4-BE49-F238E27FC236}">
                  <a16:creationId xmlns:a16="http://schemas.microsoft.com/office/drawing/2014/main" id="{6A1FE5E8-E091-0DC2-75FD-D323AEC97359}"/>
                </a:ext>
              </a:extLst>
            </p:cNvPr>
            <p:cNvSpPr>
              <a:spLocks noChangeArrowheads="1"/>
            </p:cNvSpPr>
            <p:nvPr/>
          </p:nvSpPr>
          <p:spPr bwMode="auto">
            <a:xfrm>
              <a:off x="3644" y="23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73" name="Rectangle 56">
              <a:extLst>
                <a:ext uri="{FF2B5EF4-FFF2-40B4-BE49-F238E27FC236}">
                  <a16:creationId xmlns:a16="http://schemas.microsoft.com/office/drawing/2014/main" id="{E13C7782-82D9-BD7A-F78B-42895EA732FC}"/>
                </a:ext>
              </a:extLst>
            </p:cNvPr>
            <p:cNvSpPr>
              <a:spLocks noChangeArrowheads="1"/>
            </p:cNvSpPr>
            <p:nvPr/>
          </p:nvSpPr>
          <p:spPr bwMode="auto">
            <a:xfrm>
              <a:off x="3884" y="23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74" name="Rectangle 57">
              <a:extLst>
                <a:ext uri="{FF2B5EF4-FFF2-40B4-BE49-F238E27FC236}">
                  <a16:creationId xmlns:a16="http://schemas.microsoft.com/office/drawing/2014/main" id="{9B711CC7-697D-7A04-1515-FFCAD83EDDBF}"/>
                </a:ext>
              </a:extLst>
            </p:cNvPr>
            <p:cNvSpPr>
              <a:spLocks noChangeArrowheads="1"/>
            </p:cNvSpPr>
            <p:nvPr/>
          </p:nvSpPr>
          <p:spPr bwMode="auto">
            <a:xfrm>
              <a:off x="4124" y="23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75" name="Rectangle 58">
              <a:extLst>
                <a:ext uri="{FF2B5EF4-FFF2-40B4-BE49-F238E27FC236}">
                  <a16:creationId xmlns:a16="http://schemas.microsoft.com/office/drawing/2014/main" id="{AFACC78E-82E2-DC5D-1CEA-09D052669B0D}"/>
                </a:ext>
              </a:extLst>
            </p:cNvPr>
            <p:cNvSpPr>
              <a:spLocks noChangeArrowheads="1"/>
            </p:cNvSpPr>
            <p:nvPr/>
          </p:nvSpPr>
          <p:spPr bwMode="auto">
            <a:xfrm>
              <a:off x="4364" y="23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76" name="Rectangle 59">
              <a:extLst>
                <a:ext uri="{FF2B5EF4-FFF2-40B4-BE49-F238E27FC236}">
                  <a16:creationId xmlns:a16="http://schemas.microsoft.com/office/drawing/2014/main" id="{4676C89F-0B9F-14A6-6AE6-C1DD0E3FF951}"/>
                </a:ext>
              </a:extLst>
            </p:cNvPr>
            <p:cNvSpPr>
              <a:spLocks noChangeArrowheads="1"/>
            </p:cNvSpPr>
            <p:nvPr/>
          </p:nvSpPr>
          <p:spPr bwMode="auto">
            <a:xfrm>
              <a:off x="4604" y="23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77" name="Rectangle 60">
              <a:extLst>
                <a:ext uri="{FF2B5EF4-FFF2-40B4-BE49-F238E27FC236}">
                  <a16:creationId xmlns:a16="http://schemas.microsoft.com/office/drawing/2014/main" id="{84AB4E64-C5E0-8B31-34F5-0AC950DE7860}"/>
                </a:ext>
              </a:extLst>
            </p:cNvPr>
            <p:cNvSpPr>
              <a:spLocks noChangeArrowheads="1"/>
            </p:cNvSpPr>
            <p:nvPr/>
          </p:nvSpPr>
          <p:spPr bwMode="auto">
            <a:xfrm>
              <a:off x="4844" y="23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78" name="Rectangle 61">
              <a:extLst>
                <a:ext uri="{FF2B5EF4-FFF2-40B4-BE49-F238E27FC236}">
                  <a16:creationId xmlns:a16="http://schemas.microsoft.com/office/drawing/2014/main" id="{014EF112-4C0E-79DC-F55F-76EC19150EFA}"/>
                </a:ext>
              </a:extLst>
            </p:cNvPr>
            <p:cNvSpPr>
              <a:spLocks noChangeArrowheads="1"/>
            </p:cNvSpPr>
            <p:nvPr/>
          </p:nvSpPr>
          <p:spPr bwMode="auto">
            <a:xfrm>
              <a:off x="5084" y="23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79" name="Rectangle 62">
              <a:extLst>
                <a:ext uri="{FF2B5EF4-FFF2-40B4-BE49-F238E27FC236}">
                  <a16:creationId xmlns:a16="http://schemas.microsoft.com/office/drawing/2014/main" id="{00B21587-5F91-287F-6ED6-0226882C6F95}"/>
                </a:ext>
              </a:extLst>
            </p:cNvPr>
            <p:cNvSpPr>
              <a:spLocks noChangeArrowheads="1"/>
            </p:cNvSpPr>
            <p:nvPr/>
          </p:nvSpPr>
          <p:spPr bwMode="auto">
            <a:xfrm>
              <a:off x="5324" y="236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80" name="Rectangle 63">
              <a:extLst>
                <a:ext uri="{FF2B5EF4-FFF2-40B4-BE49-F238E27FC236}">
                  <a16:creationId xmlns:a16="http://schemas.microsoft.com/office/drawing/2014/main" id="{E17C1F61-8833-ED68-D522-6B7AE588FD7E}"/>
                </a:ext>
              </a:extLst>
            </p:cNvPr>
            <p:cNvSpPr>
              <a:spLocks noChangeArrowheads="1"/>
            </p:cNvSpPr>
            <p:nvPr/>
          </p:nvSpPr>
          <p:spPr bwMode="auto">
            <a:xfrm>
              <a:off x="3164" y="21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81" name="Rectangle 64">
              <a:extLst>
                <a:ext uri="{FF2B5EF4-FFF2-40B4-BE49-F238E27FC236}">
                  <a16:creationId xmlns:a16="http://schemas.microsoft.com/office/drawing/2014/main" id="{A1C14C80-20AD-28B8-69AF-9A33AF6132A4}"/>
                </a:ext>
              </a:extLst>
            </p:cNvPr>
            <p:cNvSpPr>
              <a:spLocks noChangeArrowheads="1"/>
            </p:cNvSpPr>
            <p:nvPr/>
          </p:nvSpPr>
          <p:spPr bwMode="auto">
            <a:xfrm>
              <a:off x="3404" y="21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82" name="Rectangle 65">
              <a:extLst>
                <a:ext uri="{FF2B5EF4-FFF2-40B4-BE49-F238E27FC236}">
                  <a16:creationId xmlns:a16="http://schemas.microsoft.com/office/drawing/2014/main" id="{89961FF5-0A21-AA7E-AB86-60D56B02C7AB}"/>
                </a:ext>
              </a:extLst>
            </p:cNvPr>
            <p:cNvSpPr>
              <a:spLocks noChangeArrowheads="1"/>
            </p:cNvSpPr>
            <p:nvPr/>
          </p:nvSpPr>
          <p:spPr bwMode="auto">
            <a:xfrm>
              <a:off x="3644" y="21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83" name="Rectangle 66">
              <a:extLst>
                <a:ext uri="{FF2B5EF4-FFF2-40B4-BE49-F238E27FC236}">
                  <a16:creationId xmlns:a16="http://schemas.microsoft.com/office/drawing/2014/main" id="{221F6C85-7CB7-08BB-DE1D-E4E618D43A44}"/>
                </a:ext>
              </a:extLst>
            </p:cNvPr>
            <p:cNvSpPr>
              <a:spLocks noChangeArrowheads="1"/>
            </p:cNvSpPr>
            <p:nvPr/>
          </p:nvSpPr>
          <p:spPr bwMode="auto">
            <a:xfrm>
              <a:off x="3884" y="21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84" name="Rectangle 67">
              <a:extLst>
                <a:ext uri="{FF2B5EF4-FFF2-40B4-BE49-F238E27FC236}">
                  <a16:creationId xmlns:a16="http://schemas.microsoft.com/office/drawing/2014/main" id="{16CD197B-8366-EFB5-9A2D-F5BA5EABC449}"/>
                </a:ext>
              </a:extLst>
            </p:cNvPr>
            <p:cNvSpPr>
              <a:spLocks noChangeArrowheads="1"/>
            </p:cNvSpPr>
            <p:nvPr/>
          </p:nvSpPr>
          <p:spPr bwMode="auto">
            <a:xfrm>
              <a:off x="4124" y="21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85" name="Rectangle 68">
              <a:extLst>
                <a:ext uri="{FF2B5EF4-FFF2-40B4-BE49-F238E27FC236}">
                  <a16:creationId xmlns:a16="http://schemas.microsoft.com/office/drawing/2014/main" id="{1593D778-8E03-80E2-D7F1-368E31FF3F21}"/>
                </a:ext>
              </a:extLst>
            </p:cNvPr>
            <p:cNvSpPr>
              <a:spLocks noChangeArrowheads="1"/>
            </p:cNvSpPr>
            <p:nvPr/>
          </p:nvSpPr>
          <p:spPr bwMode="auto">
            <a:xfrm>
              <a:off x="4364" y="21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86" name="Rectangle 69">
              <a:extLst>
                <a:ext uri="{FF2B5EF4-FFF2-40B4-BE49-F238E27FC236}">
                  <a16:creationId xmlns:a16="http://schemas.microsoft.com/office/drawing/2014/main" id="{6C794562-001E-87FC-0FFD-7174205D7297}"/>
                </a:ext>
              </a:extLst>
            </p:cNvPr>
            <p:cNvSpPr>
              <a:spLocks noChangeArrowheads="1"/>
            </p:cNvSpPr>
            <p:nvPr/>
          </p:nvSpPr>
          <p:spPr bwMode="auto">
            <a:xfrm>
              <a:off x="4604" y="21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87" name="Rectangle 70">
              <a:extLst>
                <a:ext uri="{FF2B5EF4-FFF2-40B4-BE49-F238E27FC236}">
                  <a16:creationId xmlns:a16="http://schemas.microsoft.com/office/drawing/2014/main" id="{374A625A-4E3D-28A9-07E4-30F2AFBA5041}"/>
                </a:ext>
              </a:extLst>
            </p:cNvPr>
            <p:cNvSpPr>
              <a:spLocks noChangeArrowheads="1"/>
            </p:cNvSpPr>
            <p:nvPr/>
          </p:nvSpPr>
          <p:spPr bwMode="auto">
            <a:xfrm>
              <a:off x="4844" y="21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88" name="Rectangle 71">
              <a:extLst>
                <a:ext uri="{FF2B5EF4-FFF2-40B4-BE49-F238E27FC236}">
                  <a16:creationId xmlns:a16="http://schemas.microsoft.com/office/drawing/2014/main" id="{4D54BA5D-F280-AE79-952B-40836A1BA4EF}"/>
                </a:ext>
              </a:extLst>
            </p:cNvPr>
            <p:cNvSpPr>
              <a:spLocks noChangeArrowheads="1"/>
            </p:cNvSpPr>
            <p:nvPr/>
          </p:nvSpPr>
          <p:spPr bwMode="auto">
            <a:xfrm>
              <a:off x="5084" y="21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89" name="Rectangle 72">
              <a:extLst>
                <a:ext uri="{FF2B5EF4-FFF2-40B4-BE49-F238E27FC236}">
                  <a16:creationId xmlns:a16="http://schemas.microsoft.com/office/drawing/2014/main" id="{5E023503-89D3-EC43-E893-F3E3A0DA0166}"/>
                </a:ext>
              </a:extLst>
            </p:cNvPr>
            <p:cNvSpPr>
              <a:spLocks noChangeArrowheads="1"/>
            </p:cNvSpPr>
            <p:nvPr/>
          </p:nvSpPr>
          <p:spPr bwMode="auto">
            <a:xfrm>
              <a:off x="5324" y="212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90" name="Rectangle 73">
              <a:extLst>
                <a:ext uri="{FF2B5EF4-FFF2-40B4-BE49-F238E27FC236}">
                  <a16:creationId xmlns:a16="http://schemas.microsoft.com/office/drawing/2014/main" id="{277C97AF-4DE8-8A0F-BFCF-DDBEDDB7DE3D}"/>
                </a:ext>
              </a:extLst>
            </p:cNvPr>
            <p:cNvSpPr>
              <a:spLocks noChangeArrowheads="1"/>
            </p:cNvSpPr>
            <p:nvPr/>
          </p:nvSpPr>
          <p:spPr bwMode="auto">
            <a:xfrm>
              <a:off x="3164" y="18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91" name="Rectangle 74">
              <a:extLst>
                <a:ext uri="{FF2B5EF4-FFF2-40B4-BE49-F238E27FC236}">
                  <a16:creationId xmlns:a16="http://schemas.microsoft.com/office/drawing/2014/main" id="{FA17CE35-F322-F216-8374-17A23BD1160A}"/>
                </a:ext>
              </a:extLst>
            </p:cNvPr>
            <p:cNvSpPr>
              <a:spLocks noChangeArrowheads="1"/>
            </p:cNvSpPr>
            <p:nvPr/>
          </p:nvSpPr>
          <p:spPr bwMode="auto">
            <a:xfrm>
              <a:off x="3404" y="18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92" name="Rectangle 75">
              <a:extLst>
                <a:ext uri="{FF2B5EF4-FFF2-40B4-BE49-F238E27FC236}">
                  <a16:creationId xmlns:a16="http://schemas.microsoft.com/office/drawing/2014/main" id="{348A6A27-89CC-FC73-CDAB-32B424769F94}"/>
                </a:ext>
              </a:extLst>
            </p:cNvPr>
            <p:cNvSpPr>
              <a:spLocks noChangeArrowheads="1"/>
            </p:cNvSpPr>
            <p:nvPr/>
          </p:nvSpPr>
          <p:spPr bwMode="auto">
            <a:xfrm>
              <a:off x="3644" y="18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93" name="Rectangle 76">
              <a:extLst>
                <a:ext uri="{FF2B5EF4-FFF2-40B4-BE49-F238E27FC236}">
                  <a16:creationId xmlns:a16="http://schemas.microsoft.com/office/drawing/2014/main" id="{BA8C3881-C4AF-3534-D2A0-4AD564EF190A}"/>
                </a:ext>
              </a:extLst>
            </p:cNvPr>
            <p:cNvSpPr>
              <a:spLocks noChangeArrowheads="1"/>
            </p:cNvSpPr>
            <p:nvPr/>
          </p:nvSpPr>
          <p:spPr bwMode="auto">
            <a:xfrm>
              <a:off x="3884" y="18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94" name="Rectangle 77">
              <a:extLst>
                <a:ext uri="{FF2B5EF4-FFF2-40B4-BE49-F238E27FC236}">
                  <a16:creationId xmlns:a16="http://schemas.microsoft.com/office/drawing/2014/main" id="{A52C40FA-20CB-7059-65B0-B3EFAB0136DB}"/>
                </a:ext>
              </a:extLst>
            </p:cNvPr>
            <p:cNvSpPr>
              <a:spLocks noChangeArrowheads="1"/>
            </p:cNvSpPr>
            <p:nvPr/>
          </p:nvSpPr>
          <p:spPr bwMode="auto">
            <a:xfrm>
              <a:off x="4124" y="18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95" name="Rectangle 78">
              <a:extLst>
                <a:ext uri="{FF2B5EF4-FFF2-40B4-BE49-F238E27FC236}">
                  <a16:creationId xmlns:a16="http://schemas.microsoft.com/office/drawing/2014/main" id="{D89B6E0C-8165-0E83-D5C6-99ACED05668E}"/>
                </a:ext>
              </a:extLst>
            </p:cNvPr>
            <p:cNvSpPr>
              <a:spLocks noChangeArrowheads="1"/>
            </p:cNvSpPr>
            <p:nvPr/>
          </p:nvSpPr>
          <p:spPr bwMode="auto">
            <a:xfrm>
              <a:off x="4364" y="18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96" name="Rectangle 79">
              <a:extLst>
                <a:ext uri="{FF2B5EF4-FFF2-40B4-BE49-F238E27FC236}">
                  <a16:creationId xmlns:a16="http://schemas.microsoft.com/office/drawing/2014/main" id="{D1E7080C-4AEE-38A2-5A86-4B9F6EDDA61B}"/>
                </a:ext>
              </a:extLst>
            </p:cNvPr>
            <p:cNvSpPr>
              <a:spLocks noChangeArrowheads="1"/>
            </p:cNvSpPr>
            <p:nvPr/>
          </p:nvSpPr>
          <p:spPr bwMode="auto">
            <a:xfrm>
              <a:off x="4604" y="18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97" name="Rectangle 80">
              <a:extLst>
                <a:ext uri="{FF2B5EF4-FFF2-40B4-BE49-F238E27FC236}">
                  <a16:creationId xmlns:a16="http://schemas.microsoft.com/office/drawing/2014/main" id="{3FE9CFD4-8E64-DE25-25CF-208EBB8ABCE3}"/>
                </a:ext>
              </a:extLst>
            </p:cNvPr>
            <p:cNvSpPr>
              <a:spLocks noChangeArrowheads="1"/>
            </p:cNvSpPr>
            <p:nvPr/>
          </p:nvSpPr>
          <p:spPr bwMode="auto">
            <a:xfrm>
              <a:off x="4844" y="18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98" name="Rectangle 81">
              <a:extLst>
                <a:ext uri="{FF2B5EF4-FFF2-40B4-BE49-F238E27FC236}">
                  <a16:creationId xmlns:a16="http://schemas.microsoft.com/office/drawing/2014/main" id="{08B714F5-BA79-9833-3A27-F2D2BFEE1A06}"/>
                </a:ext>
              </a:extLst>
            </p:cNvPr>
            <p:cNvSpPr>
              <a:spLocks noChangeArrowheads="1"/>
            </p:cNvSpPr>
            <p:nvPr/>
          </p:nvSpPr>
          <p:spPr bwMode="auto">
            <a:xfrm>
              <a:off x="5084" y="18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99" name="Rectangle 82">
              <a:extLst>
                <a:ext uri="{FF2B5EF4-FFF2-40B4-BE49-F238E27FC236}">
                  <a16:creationId xmlns:a16="http://schemas.microsoft.com/office/drawing/2014/main" id="{A2427D8C-F780-BABE-3AD1-AFE22932C6B9}"/>
                </a:ext>
              </a:extLst>
            </p:cNvPr>
            <p:cNvSpPr>
              <a:spLocks noChangeArrowheads="1"/>
            </p:cNvSpPr>
            <p:nvPr/>
          </p:nvSpPr>
          <p:spPr bwMode="auto">
            <a:xfrm>
              <a:off x="5324" y="188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00" name="Rectangle 83">
              <a:extLst>
                <a:ext uri="{FF2B5EF4-FFF2-40B4-BE49-F238E27FC236}">
                  <a16:creationId xmlns:a16="http://schemas.microsoft.com/office/drawing/2014/main" id="{F4197D91-3415-344E-8E07-133A2BF012E1}"/>
                </a:ext>
              </a:extLst>
            </p:cNvPr>
            <p:cNvSpPr>
              <a:spLocks noChangeArrowheads="1"/>
            </p:cNvSpPr>
            <p:nvPr/>
          </p:nvSpPr>
          <p:spPr bwMode="auto">
            <a:xfrm>
              <a:off x="3164" y="16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01" name="Rectangle 84">
              <a:extLst>
                <a:ext uri="{FF2B5EF4-FFF2-40B4-BE49-F238E27FC236}">
                  <a16:creationId xmlns:a16="http://schemas.microsoft.com/office/drawing/2014/main" id="{3DE1DC30-3E42-6630-BA9C-FCB272B04120}"/>
                </a:ext>
              </a:extLst>
            </p:cNvPr>
            <p:cNvSpPr>
              <a:spLocks noChangeArrowheads="1"/>
            </p:cNvSpPr>
            <p:nvPr/>
          </p:nvSpPr>
          <p:spPr bwMode="auto">
            <a:xfrm>
              <a:off x="3404" y="16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02" name="Rectangle 85">
              <a:extLst>
                <a:ext uri="{FF2B5EF4-FFF2-40B4-BE49-F238E27FC236}">
                  <a16:creationId xmlns:a16="http://schemas.microsoft.com/office/drawing/2014/main" id="{5AFF7609-8531-6A94-11F7-B263367020B6}"/>
                </a:ext>
              </a:extLst>
            </p:cNvPr>
            <p:cNvSpPr>
              <a:spLocks noChangeArrowheads="1"/>
            </p:cNvSpPr>
            <p:nvPr/>
          </p:nvSpPr>
          <p:spPr bwMode="auto">
            <a:xfrm>
              <a:off x="3644" y="16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03" name="Rectangle 86">
              <a:extLst>
                <a:ext uri="{FF2B5EF4-FFF2-40B4-BE49-F238E27FC236}">
                  <a16:creationId xmlns:a16="http://schemas.microsoft.com/office/drawing/2014/main" id="{6BDF5CD4-BD3B-ECE2-4590-61551E69A181}"/>
                </a:ext>
              </a:extLst>
            </p:cNvPr>
            <p:cNvSpPr>
              <a:spLocks noChangeArrowheads="1"/>
            </p:cNvSpPr>
            <p:nvPr/>
          </p:nvSpPr>
          <p:spPr bwMode="auto">
            <a:xfrm>
              <a:off x="3884" y="16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04" name="Rectangle 87">
              <a:extLst>
                <a:ext uri="{FF2B5EF4-FFF2-40B4-BE49-F238E27FC236}">
                  <a16:creationId xmlns:a16="http://schemas.microsoft.com/office/drawing/2014/main" id="{629D8686-6F42-CF8A-C9B4-DC3A9D589F63}"/>
                </a:ext>
              </a:extLst>
            </p:cNvPr>
            <p:cNvSpPr>
              <a:spLocks noChangeArrowheads="1"/>
            </p:cNvSpPr>
            <p:nvPr/>
          </p:nvSpPr>
          <p:spPr bwMode="auto">
            <a:xfrm>
              <a:off x="4124" y="16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05" name="Rectangle 88">
              <a:extLst>
                <a:ext uri="{FF2B5EF4-FFF2-40B4-BE49-F238E27FC236}">
                  <a16:creationId xmlns:a16="http://schemas.microsoft.com/office/drawing/2014/main" id="{52A17D33-AB70-C1B2-5120-64364B5566CF}"/>
                </a:ext>
              </a:extLst>
            </p:cNvPr>
            <p:cNvSpPr>
              <a:spLocks noChangeArrowheads="1"/>
            </p:cNvSpPr>
            <p:nvPr/>
          </p:nvSpPr>
          <p:spPr bwMode="auto">
            <a:xfrm>
              <a:off x="4364" y="16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06" name="Rectangle 89">
              <a:extLst>
                <a:ext uri="{FF2B5EF4-FFF2-40B4-BE49-F238E27FC236}">
                  <a16:creationId xmlns:a16="http://schemas.microsoft.com/office/drawing/2014/main" id="{3B715E13-4494-1DEA-7692-06557748AD6E}"/>
                </a:ext>
              </a:extLst>
            </p:cNvPr>
            <p:cNvSpPr>
              <a:spLocks noChangeArrowheads="1"/>
            </p:cNvSpPr>
            <p:nvPr/>
          </p:nvSpPr>
          <p:spPr bwMode="auto">
            <a:xfrm>
              <a:off x="4604" y="16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07" name="Rectangle 90">
              <a:extLst>
                <a:ext uri="{FF2B5EF4-FFF2-40B4-BE49-F238E27FC236}">
                  <a16:creationId xmlns:a16="http://schemas.microsoft.com/office/drawing/2014/main" id="{3B2BB54F-E720-CB6E-AE2F-B9BA944C42AA}"/>
                </a:ext>
              </a:extLst>
            </p:cNvPr>
            <p:cNvSpPr>
              <a:spLocks noChangeArrowheads="1"/>
            </p:cNvSpPr>
            <p:nvPr/>
          </p:nvSpPr>
          <p:spPr bwMode="auto">
            <a:xfrm>
              <a:off x="4844" y="16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08" name="Rectangle 91">
              <a:extLst>
                <a:ext uri="{FF2B5EF4-FFF2-40B4-BE49-F238E27FC236}">
                  <a16:creationId xmlns:a16="http://schemas.microsoft.com/office/drawing/2014/main" id="{B8D90EA2-22AD-5FC1-0B7A-8D7775A1ACAC}"/>
                </a:ext>
              </a:extLst>
            </p:cNvPr>
            <p:cNvSpPr>
              <a:spLocks noChangeArrowheads="1"/>
            </p:cNvSpPr>
            <p:nvPr/>
          </p:nvSpPr>
          <p:spPr bwMode="auto">
            <a:xfrm>
              <a:off x="5084" y="16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09" name="Rectangle 92">
              <a:extLst>
                <a:ext uri="{FF2B5EF4-FFF2-40B4-BE49-F238E27FC236}">
                  <a16:creationId xmlns:a16="http://schemas.microsoft.com/office/drawing/2014/main" id="{814471F1-386E-56A5-3799-EED4DC8D7FAB}"/>
                </a:ext>
              </a:extLst>
            </p:cNvPr>
            <p:cNvSpPr>
              <a:spLocks noChangeArrowheads="1"/>
            </p:cNvSpPr>
            <p:nvPr/>
          </p:nvSpPr>
          <p:spPr bwMode="auto">
            <a:xfrm>
              <a:off x="5324" y="164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10" name="Rectangle 93">
              <a:extLst>
                <a:ext uri="{FF2B5EF4-FFF2-40B4-BE49-F238E27FC236}">
                  <a16:creationId xmlns:a16="http://schemas.microsoft.com/office/drawing/2014/main" id="{94A251A0-CE6B-814A-D8B0-EE4B26F57147}"/>
                </a:ext>
              </a:extLst>
            </p:cNvPr>
            <p:cNvSpPr>
              <a:spLocks noChangeArrowheads="1"/>
            </p:cNvSpPr>
            <p:nvPr/>
          </p:nvSpPr>
          <p:spPr bwMode="auto">
            <a:xfrm>
              <a:off x="3164" y="14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11" name="Rectangle 94">
              <a:extLst>
                <a:ext uri="{FF2B5EF4-FFF2-40B4-BE49-F238E27FC236}">
                  <a16:creationId xmlns:a16="http://schemas.microsoft.com/office/drawing/2014/main" id="{BFDEFEC5-A376-E6EA-3100-EF80C8485AA7}"/>
                </a:ext>
              </a:extLst>
            </p:cNvPr>
            <p:cNvSpPr>
              <a:spLocks noChangeArrowheads="1"/>
            </p:cNvSpPr>
            <p:nvPr/>
          </p:nvSpPr>
          <p:spPr bwMode="auto">
            <a:xfrm>
              <a:off x="3404" y="14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12" name="Rectangle 95">
              <a:extLst>
                <a:ext uri="{FF2B5EF4-FFF2-40B4-BE49-F238E27FC236}">
                  <a16:creationId xmlns:a16="http://schemas.microsoft.com/office/drawing/2014/main" id="{5C248BAD-F757-A054-5850-0AFB50D3B3BB}"/>
                </a:ext>
              </a:extLst>
            </p:cNvPr>
            <p:cNvSpPr>
              <a:spLocks noChangeArrowheads="1"/>
            </p:cNvSpPr>
            <p:nvPr/>
          </p:nvSpPr>
          <p:spPr bwMode="auto">
            <a:xfrm>
              <a:off x="3644" y="14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13" name="Rectangle 96">
              <a:extLst>
                <a:ext uri="{FF2B5EF4-FFF2-40B4-BE49-F238E27FC236}">
                  <a16:creationId xmlns:a16="http://schemas.microsoft.com/office/drawing/2014/main" id="{6D2B6B44-7F3E-39BB-B37B-AD8433A34016}"/>
                </a:ext>
              </a:extLst>
            </p:cNvPr>
            <p:cNvSpPr>
              <a:spLocks noChangeArrowheads="1"/>
            </p:cNvSpPr>
            <p:nvPr/>
          </p:nvSpPr>
          <p:spPr bwMode="auto">
            <a:xfrm>
              <a:off x="3884" y="14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14" name="Rectangle 97">
              <a:extLst>
                <a:ext uri="{FF2B5EF4-FFF2-40B4-BE49-F238E27FC236}">
                  <a16:creationId xmlns:a16="http://schemas.microsoft.com/office/drawing/2014/main" id="{279D309E-E49C-2FBA-7052-591C63A3BB34}"/>
                </a:ext>
              </a:extLst>
            </p:cNvPr>
            <p:cNvSpPr>
              <a:spLocks noChangeArrowheads="1"/>
            </p:cNvSpPr>
            <p:nvPr/>
          </p:nvSpPr>
          <p:spPr bwMode="auto">
            <a:xfrm>
              <a:off x="4124" y="14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15" name="Rectangle 98">
              <a:extLst>
                <a:ext uri="{FF2B5EF4-FFF2-40B4-BE49-F238E27FC236}">
                  <a16:creationId xmlns:a16="http://schemas.microsoft.com/office/drawing/2014/main" id="{8617D6BC-4B6E-5431-4B2A-B5B4E5B5B902}"/>
                </a:ext>
              </a:extLst>
            </p:cNvPr>
            <p:cNvSpPr>
              <a:spLocks noChangeArrowheads="1"/>
            </p:cNvSpPr>
            <p:nvPr/>
          </p:nvSpPr>
          <p:spPr bwMode="auto">
            <a:xfrm>
              <a:off x="4364" y="14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16" name="Rectangle 99">
              <a:extLst>
                <a:ext uri="{FF2B5EF4-FFF2-40B4-BE49-F238E27FC236}">
                  <a16:creationId xmlns:a16="http://schemas.microsoft.com/office/drawing/2014/main" id="{A51B94E0-77E5-3420-A983-96399B5CF420}"/>
                </a:ext>
              </a:extLst>
            </p:cNvPr>
            <p:cNvSpPr>
              <a:spLocks noChangeArrowheads="1"/>
            </p:cNvSpPr>
            <p:nvPr/>
          </p:nvSpPr>
          <p:spPr bwMode="auto">
            <a:xfrm>
              <a:off x="4604" y="14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17" name="Rectangle 100">
              <a:extLst>
                <a:ext uri="{FF2B5EF4-FFF2-40B4-BE49-F238E27FC236}">
                  <a16:creationId xmlns:a16="http://schemas.microsoft.com/office/drawing/2014/main" id="{0E55AD3F-9EA1-E16D-E504-5F2DAADA534B}"/>
                </a:ext>
              </a:extLst>
            </p:cNvPr>
            <p:cNvSpPr>
              <a:spLocks noChangeArrowheads="1"/>
            </p:cNvSpPr>
            <p:nvPr/>
          </p:nvSpPr>
          <p:spPr bwMode="auto">
            <a:xfrm>
              <a:off x="4844" y="14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18" name="Rectangle 101">
              <a:extLst>
                <a:ext uri="{FF2B5EF4-FFF2-40B4-BE49-F238E27FC236}">
                  <a16:creationId xmlns:a16="http://schemas.microsoft.com/office/drawing/2014/main" id="{9FE42F54-54D0-A1FB-6C4C-B79C1F61A9AD}"/>
                </a:ext>
              </a:extLst>
            </p:cNvPr>
            <p:cNvSpPr>
              <a:spLocks noChangeArrowheads="1"/>
            </p:cNvSpPr>
            <p:nvPr/>
          </p:nvSpPr>
          <p:spPr bwMode="auto">
            <a:xfrm>
              <a:off x="5084" y="14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19" name="Rectangle 102">
              <a:extLst>
                <a:ext uri="{FF2B5EF4-FFF2-40B4-BE49-F238E27FC236}">
                  <a16:creationId xmlns:a16="http://schemas.microsoft.com/office/drawing/2014/main" id="{B07EA47F-DE75-B054-7131-3CEB91F5B2C7}"/>
                </a:ext>
              </a:extLst>
            </p:cNvPr>
            <p:cNvSpPr>
              <a:spLocks noChangeArrowheads="1"/>
            </p:cNvSpPr>
            <p:nvPr/>
          </p:nvSpPr>
          <p:spPr bwMode="auto">
            <a:xfrm>
              <a:off x="5324" y="1404"/>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20" name="Line 103">
              <a:extLst>
                <a:ext uri="{FF2B5EF4-FFF2-40B4-BE49-F238E27FC236}">
                  <a16:creationId xmlns:a16="http://schemas.microsoft.com/office/drawing/2014/main" id="{60735C3F-1C05-4153-80F6-DE8A6D590122}"/>
                </a:ext>
              </a:extLst>
            </p:cNvPr>
            <p:cNvSpPr>
              <a:spLocks noChangeShapeType="1"/>
            </p:cNvSpPr>
            <p:nvPr/>
          </p:nvSpPr>
          <p:spPr bwMode="auto">
            <a:xfrm>
              <a:off x="3164" y="3804"/>
              <a:ext cx="2400"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621" name="Line 104">
              <a:extLst>
                <a:ext uri="{FF2B5EF4-FFF2-40B4-BE49-F238E27FC236}">
                  <a16:creationId xmlns:a16="http://schemas.microsoft.com/office/drawing/2014/main" id="{867BDC1E-4539-1C19-0A28-B595980F6CCB}"/>
                </a:ext>
              </a:extLst>
            </p:cNvPr>
            <p:cNvSpPr>
              <a:spLocks noChangeShapeType="1"/>
            </p:cNvSpPr>
            <p:nvPr/>
          </p:nvSpPr>
          <p:spPr bwMode="auto">
            <a:xfrm flipV="1">
              <a:off x="3164" y="1404"/>
              <a:ext cx="0" cy="24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622" name="Oval 105">
              <a:extLst>
                <a:ext uri="{FF2B5EF4-FFF2-40B4-BE49-F238E27FC236}">
                  <a16:creationId xmlns:a16="http://schemas.microsoft.com/office/drawing/2014/main" id="{107231F4-0A28-1DE2-DE74-7239EBEC39C0}"/>
                </a:ext>
              </a:extLst>
            </p:cNvPr>
            <p:cNvSpPr>
              <a:spLocks noChangeArrowheads="1"/>
            </p:cNvSpPr>
            <p:nvPr/>
          </p:nvSpPr>
          <p:spPr bwMode="auto">
            <a:xfrm>
              <a:off x="3404" y="2988"/>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23" name="Oval 106">
              <a:extLst>
                <a:ext uri="{FF2B5EF4-FFF2-40B4-BE49-F238E27FC236}">
                  <a16:creationId xmlns:a16="http://schemas.microsoft.com/office/drawing/2014/main" id="{C0007220-C68D-F8C9-DC8B-5C12CF7481C5}"/>
                </a:ext>
              </a:extLst>
            </p:cNvPr>
            <p:cNvSpPr>
              <a:spLocks noChangeArrowheads="1"/>
            </p:cNvSpPr>
            <p:nvPr/>
          </p:nvSpPr>
          <p:spPr bwMode="auto">
            <a:xfrm>
              <a:off x="3788" y="3324"/>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24" name="Rectangle 107">
              <a:extLst>
                <a:ext uri="{FF2B5EF4-FFF2-40B4-BE49-F238E27FC236}">
                  <a16:creationId xmlns:a16="http://schemas.microsoft.com/office/drawing/2014/main" id="{EC10E91E-57BE-DEEB-81EC-981AFBDC7572}"/>
                </a:ext>
              </a:extLst>
            </p:cNvPr>
            <p:cNvSpPr>
              <a:spLocks noChangeArrowheads="1"/>
            </p:cNvSpPr>
            <p:nvPr/>
          </p:nvSpPr>
          <p:spPr bwMode="auto">
            <a:xfrm>
              <a:off x="5242" y="1708"/>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25" name="Rectangle 108">
              <a:extLst>
                <a:ext uri="{FF2B5EF4-FFF2-40B4-BE49-F238E27FC236}">
                  <a16:creationId xmlns:a16="http://schemas.microsoft.com/office/drawing/2014/main" id="{6A5733D8-BA98-CC07-E802-874ADBCE3C58}"/>
                </a:ext>
              </a:extLst>
            </p:cNvPr>
            <p:cNvSpPr>
              <a:spLocks noChangeArrowheads="1"/>
            </p:cNvSpPr>
            <p:nvPr/>
          </p:nvSpPr>
          <p:spPr bwMode="auto">
            <a:xfrm>
              <a:off x="4673" y="2124"/>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26" name="Rectangle 109">
              <a:extLst>
                <a:ext uri="{FF2B5EF4-FFF2-40B4-BE49-F238E27FC236}">
                  <a16:creationId xmlns:a16="http://schemas.microsoft.com/office/drawing/2014/main" id="{EC52415B-605B-4975-8EAC-4096F05EB74C}"/>
                </a:ext>
              </a:extLst>
            </p:cNvPr>
            <p:cNvSpPr>
              <a:spLocks noChangeArrowheads="1"/>
            </p:cNvSpPr>
            <p:nvPr/>
          </p:nvSpPr>
          <p:spPr bwMode="auto">
            <a:xfrm>
              <a:off x="5036" y="1548"/>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27" name="Rectangle 110">
              <a:extLst>
                <a:ext uri="{FF2B5EF4-FFF2-40B4-BE49-F238E27FC236}">
                  <a16:creationId xmlns:a16="http://schemas.microsoft.com/office/drawing/2014/main" id="{5C535864-1F02-9F9F-7AA1-57BE891E9701}"/>
                </a:ext>
              </a:extLst>
            </p:cNvPr>
            <p:cNvSpPr>
              <a:spLocks noChangeArrowheads="1"/>
            </p:cNvSpPr>
            <p:nvPr/>
          </p:nvSpPr>
          <p:spPr bwMode="auto">
            <a:xfrm>
              <a:off x="5132" y="2172"/>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28" name="Rectangle 111">
              <a:extLst>
                <a:ext uri="{FF2B5EF4-FFF2-40B4-BE49-F238E27FC236}">
                  <a16:creationId xmlns:a16="http://schemas.microsoft.com/office/drawing/2014/main" id="{8418D121-38DD-4C6E-4A49-B4B4617884F8}"/>
                </a:ext>
              </a:extLst>
            </p:cNvPr>
            <p:cNvSpPr>
              <a:spLocks noChangeArrowheads="1"/>
            </p:cNvSpPr>
            <p:nvPr/>
          </p:nvSpPr>
          <p:spPr bwMode="auto">
            <a:xfrm>
              <a:off x="5465" y="2695"/>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29" name="Oval 112">
              <a:extLst>
                <a:ext uri="{FF2B5EF4-FFF2-40B4-BE49-F238E27FC236}">
                  <a16:creationId xmlns:a16="http://schemas.microsoft.com/office/drawing/2014/main" id="{C0CE4AF7-B1E4-8563-17C1-2C32EC7F607B}"/>
                </a:ext>
              </a:extLst>
            </p:cNvPr>
            <p:cNvSpPr>
              <a:spLocks noChangeArrowheads="1"/>
            </p:cNvSpPr>
            <p:nvPr/>
          </p:nvSpPr>
          <p:spPr bwMode="auto">
            <a:xfrm>
              <a:off x="3507" y="2592"/>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30" name="Oval 113">
              <a:extLst>
                <a:ext uri="{FF2B5EF4-FFF2-40B4-BE49-F238E27FC236}">
                  <a16:creationId xmlns:a16="http://schemas.microsoft.com/office/drawing/2014/main" id="{BD1F7223-66BA-389E-8911-046968366D80}"/>
                </a:ext>
              </a:extLst>
            </p:cNvPr>
            <p:cNvSpPr>
              <a:spLocks noChangeArrowheads="1"/>
            </p:cNvSpPr>
            <p:nvPr/>
          </p:nvSpPr>
          <p:spPr bwMode="auto">
            <a:xfrm>
              <a:off x="3260" y="3516"/>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31" name="Oval 114">
              <a:extLst>
                <a:ext uri="{FF2B5EF4-FFF2-40B4-BE49-F238E27FC236}">
                  <a16:creationId xmlns:a16="http://schemas.microsoft.com/office/drawing/2014/main" id="{BDBB71CD-1825-11C3-D24B-8BE51788AE26}"/>
                </a:ext>
              </a:extLst>
            </p:cNvPr>
            <p:cNvSpPr>
              <a:spLocks noChangeArrowheads="1"/>
            </p:cNvSpPr>
            <p:nvPr/>
          </p:nvSpPr>
          <p:spPr bwMode="auto">
            <a:xfrm>
              <a:off x="3308" y="2652"/>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32" name="Oval 115">
              <a:extLst>
                <a:ext uri="{FF2B5EF4-FFF2-40B4-BE49-F238E27FC236}">
                  <a16:creationId xmlns:a16="http://schemas.microsoft.com/office/drawing/2014/main" id="{E52DCF8D-9D3D-4577-8DC2-A14ADDE16F18}"/>
                </a:ext>
              </a:extLst>
            </p:cNvPr>
            <p:cNvSpPr>
              <a:spLocks noChangeArrowheads="1"/>
            </p:cNvSpPr>
            <p:nvPr/>
          </p:nvSpPr>
          <p:spPr bwMode="auto">
            <a:xfrm>
              <a:off x="3692" y="2940"/>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33" name="Oval 116">
              <a:extLst>
                <a:ext uri="{FF2B5EF4-FFF2-40B4-BE49-F238E27FC236}">
                  <a16:creationId xmlns:a16="http://schemas.microsoft.com/office/drawing/2014/main" id="{D0DD1612-285D-FCC3-A152-B39536E83F36}"/>
                </a:ext>
              </a:extLst>
            </p:cNvPr>
            <p:cNvSpPr>
              <a:spLocks noChangeArrowheads="1"/>
            </p:cNvSpPr>
            <p:nvPr/>
          </p:nvSpPr>
          <p:spPr bwMode="auto">
            <a:xfrm>
              <a:off x="3452" y="3228"/>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34" name="Oval 117">
              <a:extLst>
                <a:ext uri="{FF2B5EF4-FFF2-40B4-BE49-F238E27FC236}">
                  <a16:creationId xmlns:a16="http://schemas.microsoft.com/office/drawing/2014/main" id="{3F123ED4-F95F-1566-A157-9155E9297329}"/>
                </a:ext>
              </a:extLst>
            </p:cNvPr>
            <p:cNvSpPr>
              <a:spLocks noChangeArrowheads="1"/>
            </p:cNvSpPr>
            <p:nvPr/>
          </p:nvSpPr>
          <p:spPr bwMode="auto">
            <a:xfrm>
              <a:off x="3548" y="3420"/>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35" name="Oval 118">
              <a:extLst>
                <a:ext uri="{FF2B5EF4-FFF2-40B4-BE49-F238E27FC236}">
                  <a16:creationId xmlns:a16="http://schemas.microsoft.com/office/drawing/2014/main" id="{DF39AC2C-A1E3-1B5F-B2EA-FEC39B048B77}"/>
                </a:ext>
              </a:extLst>
            </p:cNvPr>
            <p:cNvSpPr>
              <a:spLocks noChangeArrowheads="1"/>
            </p:cNvSpPr>
            <p:nvPr/>
          </p:nvSpPr>
          <p:spPr bwMode="auto">
            <a:xfrm>
              <a:off x="3836" y="2940"/>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36" name="Oval 119">
              <a:extLst>
                <a:ext uri="{FF2B5EF4-FFF2-40B4-BE49-F238E27FC236}">
                  <a16:creationId xmlns:a16="http://schemas.microsoft.com/office/drawing/2014/main" id="{0181EC9E-6243-B7D5-7F8D-27F1FA36C921}"/>
                </a:ext>
              </a:extLst>
            </p:cNvPr>
            <p:cNvSpPr>
              <a:spLocks noChangeArrowheads="1"/>
            </p:cNvSpPr>
            <p:nvPr/>
          </p:nvSpPr>
          <p:spPr bwMode="auto">
            <a:xfrm>
              <a:off x="3356" y="2412"/>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37" name="Oval 120">
              <a:extLst>
                <a:ext uri="{FF2B5EF4-FFF2-40B4-BE49-F238E27FC236}">
                  <a16:creationId xmlns:a16="http://schemas.microsoft.com/office/drawing/2014/main" id="{5C0A2DD8-7852-A582-8713-B7547707FA38}"/>
                </a:ext>
              </a:extLst>
            </p:cNvPr>
            <p:cNvSpPr>
              <a:spLocks noChangeArrowheads="1"/>
            </p:cNvSpPr>
            <p:nvPr/>
          </p:nvSpPr>
          <p:spPr bwMode="auto">
            <a:xfrm>
              <a:off x="3636" y="2353"/>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38" name="Oval 121">
              <a:extLst>
                <a:ext uri="{FF2B5EF4-FFF2-40B4-BE49-F238E27FC236}">
                  <a16:creationId xmlns:a16="http://schemas.microsoft.com/office/drawing/2014/main" id="{8546EDB2-97D8-B327-2AD4-D56453B7F7C0}"/>
                </a:ext>
              </a:extLst>
            </p:cNvPr>
            <p:cNvSpPr>
              <a:spLocks noChangeArrowheads="1"/>
            </p:cNvSpPr>
            <p:nvPr/>
          </p:nvSpPr>
          <p:spPr bwMode="auto">
            <a:xfrm>
              <a:off x="3452" y="2892"/>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39" name="Oval 122">
              <a:extLst>
                <a:ext uri="{FF2B5EF4-FFF2-40B4-BE49-F238E27FC236}">
                  <a16:creationId xmlns:a16="http://schemas.microsoft.com/office/drawing/2014/main" id="{6C2A68E1-B173-1F18-2E47-53EC19A5858D}"/>
                </a:ext>
              </a:extLst>
            </p:cNvPr>
            <p:cNvSpPr>
              <a:spLocks noChangeArrowheads="1"/>
            </p:cNvSpPr>
            <p:nvPr/>
          </p:nvSpPr>
          <p:spPr bwMode="auto">
            <a:xfrm>
              <a:off x="3644" y="2844"/>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40" name="Oval 123">
              <a:extLst>
                <a:ext uri="{FF2B5EF4-FFF2-40B4-BE49-F238E27FC236}">
                  <a16:creationId xmlns:a16="http://schemas.microsoft.com/office/drawing/2014/main" id="{E31A671F-42AB-B1BC-511C-D18E5630361C}"/>
                </a:ext>
              </a:extLst>
            </p:cNvPr>
            <p:cNvSpPr>
              <a:spLocks noChangeArrowheads="1"/>
            </p:cNvSpPr>
            <p:nvPr/>
          </p:nvSpPr>
          <p:spPr bwMode="auto">
            <a:xfrm>
              <a:off x="3260" y="3180"/>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41" name="Oval 124">
              <a:extLst>
                <a:ext uri="{FF2B5EF4-FFF2-40B4-BE49-F238E27FC236}">
                  <a16:creationId xmlns:a16="http://schemas.microsoft.com/office/drawing/2014/main" id="{B03BC030-C596-7EDE-23C2-EC9FAFD005CB}"/>
                </a:ext>
              </a:extLst>
            </p:cNvPr>
            <p:cNvSpPr>
              <a:spLocks noChangeArrowheads="1"/>
            </p:cNvSpPr>
            <p:nvPr/>
          </p:nvSpPr>
          <p:spPr bwMode="auto">
            <a:xfrm>
              <a:off x="3596" y="3132"/>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42" name="Oval 125">
              <a:extLst>
                <a:ext uri="{FF2B5EF4-FFF2-40B4-BE49-F238E27FC236}">
                  <a16:creationId xmlns:a16="http://schemas.microsoft.com/office/drawing/2014/main" id="{F32F7207-AC5E-05E8-4775-DA636CA662D3}"/>
                </a:ext>
              </a:extLst>
            </p:cNvPr>
            <p:cNvSpPr>
              <a:spLocks noChangeArrowheads="1"/>
            </p:cNvSpPr>
            <p:nvPr/>
          </p:nvSpPr>
          <p:spPr bwMode="auto">
            <a:xfrm>
              <a:off x="3260" y="2076"/>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43" name="Oval 126">
              <a:extLst>
                <a:ext uri="{FF2B5EF4-FFF2-40B4-BE49-F238E27FC236}">
                  <a16:creationId xmlns:a16="http://schemas.microsoft.com/office/drawing/2014/main" id="{4D488322-8BF5-DC62-CB18-DDF9FEB5BDC6}"/>
                </a:ext>
              </a:extLst>
            </p:cNvPr>
            <p:cNvSpPr>
              <a:spLocks noChangeArrowheads="1"/>
            </p:cNvSpPr>
            <p:nvPr/>
          </p:nvSpPr>
          <p:spPr bwMode="auto">
            <a:xfrm>
              <a:off x="3500" y="2748"/>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44" name="Oval 127">
              <a:extLst>
                <a:ext uri="{FF2B5EF4-FFF2-40B4-BE49-F238E27FC236}">
                  <a16:creationId xmlns:a16="http://schemas.microsoft.com/office/drawing/2014/main" id="{7D9C324C-617F-D28B-8B07-A18D03E18B04}"/>
                </a:ext>
              </a:extLst>
            </p:cNvPr>
            <p:cNvSpPr>
              <a:spLocks noChangeArrowheads="1"/>
            </p:cNvSpPr>
            <p:nvPr/>
          </p:nvSpPr>
          <p:spPr bwMode="auto">
            <a:xfrm>
              <a:off x="3788" y="3084"/>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45" name="Rectangle 128">
              <a:extLst>
                <a:ext uri="{FF2B5EF4-FFF2-40B4-BE49-F238E27FC236}">
                  <a16:creationId xmlns:a16="http://schemas.microsoft.com/office/drawing/2014/main" id="{362C6E49-A253-ECDD-E7AA-5233890A0773}"/>
                </a:ext>
              </a:extLst>
            </p:cNvPr>
            <p:cNvSpPr>
              <a:spLocks noChangeArrowheads="1"/>
            </p:cNvSpPr>
            <p:nvPr/>
          </p:nvSpPr>
          <p:spPr bwMode="auto">
            <a:xfrm>
              <a:off x="4988" y="2028"/>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46" name="Rectangle 129">
              <a:extLst>
                <a:ext uri="{FF2B5EF4-FFF2-40B4-BE49-F238E27FC236}">
                  <a16:creationId xmlns:a16="http://schemas.microsoft.com/office/drawing/2014/main" id="{E6A0DAFE-B8F2-4336-456D-5166E7B5139C}"/>
                </a:ext>
              </a:extLst>
            </p:cNvPr>
            <p:cNvSpPr>
              <a:spLocks noChangeArrowheads="1"/>
            </p:cNvSpPr>
            <p:nvPr/>
          </p:nvSpPr>
          <p:spPr bwMode="auto">
            <a:xfrm>
              <a:off x="4892" y="2220"/>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47" name="Rectangle 130">
              <a:extLst>
                <a:ext uri="{FF2B5EF4-FFF2-40B4-BE49-F238E27FC236}">
                  <a16:creationId xmlns:a16="http://schemas.microsoft.com/office/drawing/2014/main" id="{C36E1B23-BC09-3035-F4DB-536D02D742F9}"/>
                </a:ext>
              </a:extLst>
            </p:cNvPr>
            <p:cNvSpPr>
              <a:spLocks noChangeArrowheads="1"/>
            </p:cNvSpPr>
            <p:nvPr/>
          </p:nvSpPr>
          <p:spPr bwMode="auto">
            <a:xfrm>
              <a:off x="4748" y="1980"/>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48" name="Rectangle 131">
              <a:extLst>
                <a:ext uri="{FF2B5EF4-FFF2-40B4-BE49-F238E27FC236}">
                  <a16:creationId xmlns:a16="http://schemas.microsoft.com/office/drawing/2014/main" id="{A8476E74-1E78-1ADF-04ED-462E2C3D67E3}"/>
                </a:ext>
              </a:extLst>
            </p:cNvPr>
            <p:cNvSpPr>
              <a:spLocks noChangeArrowheads="1"/>
            </p:cNvSpPr>
            <p:nvPr/>
          </p:nvSpPr>
          <p:spPr bwMode="auto">
            <a:xfrm>
              <a:off x="4748" y="2268"/>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49" name="Rectangle 132">
              <a:extLst>
                <a:ext uri="{FF2B5EF4-FFF2-40B4-BE49-F238E27FC236}">
                  <a16:creationId xmlns:a16="http://schemas.microsoft.com/office/drawing/2014/main" id="{3E0140DA-12A5-B3A0-D248-BF99C301C198}"/>
                </a:ext>
              </a:extLst>
            </p:cNvPr>
            <p:cNvSpPr>
              <a:spLocks noChangeArrowheads="1"/>
            </p:cNvSpPr>
            <p:nvPr/>
          </p:nvSpPr>
          <p:spPr bwMode="auto">
            <a:xfrm>
              <a:off x="5084" y="1884"/>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50" name="Rectangle 133">
              <a:extLst>
                <a:ext uri="{FF2B5EF4-FFF2-40B4-BE49-F238E27FC236}">
                  <a16:creationId xmlns:a16="http://schemas.microsoft.com/office/drawing/2014/main" id="{968A73B2-0BDE-66AB-537C-3AA761B40EF3}"/>
                </a:ext>
              </a:extLst>
            </p:cNvPr>
            <p:cNvSpPr>
              <a:spLocks noChangeArrowheads="1"/>
            </p:cNvSpPr>
            <p:nvPr/>
          </p:nvSpPr>
          <p:spPr bwMode="auto">
            <a:xfrm>
              <a:off x="5180" y="2028"/>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51" name="Rectangle 134">
              <a:extLst>
                <a:ext uri="{FF2B5EF4-FFF2-40B4-BE49-F238E27FC236}">
                  <a16:creationId xmlns:a16="http://schemas.microsoft.com/office/drawing/2014/main" id="{91225003-3501-2FC9-6E18-27207174EF2F}"/>
                </a:ext>
              </a:extLst>
            </p:cNvPr>
            <p:cNvSpPr>
              <a:spLocks noChangeArrowheads="1"/>
            </p:cNvSpPr>
            <p:nvPr/>
          </p:nvSpPr>
          <p:spPr bwMode="auto">
            <a:xfrm>
              <a:off x="4748" y="1452"/>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52" name="Rectangle 135">
              <a:extLst>
                <a:ext uri="{FF2B5EF4-FFF2-40B4-BE49-F238E27FC236}">
                  <a16:creationId xmlns:a16="http://schemas.microsoft.com/office/drawing/2014/main" id="{3E98482F-1826-2183-4BA1-DC2D136B21F8}"/>
                </a:ext>
              </a:extLst>
            </p:cNvPr>
            <p:cNvSpPr>
              <a:spLocks noChangeArrowheads="1"/>
            </p:cNvSpPr>
            <p:nvPr/>
          </p:nvSpPr>
          <p:spPr bwMode="auto">
            <a:xfrm>
              <a:off x="5372" y="1404"/>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53" name="Rectangle 136">
              <a:extLst>
                <a:ext uri="{FF2B5EF4-FFF2-40B4-BE49-F238E27FC236}">
                  <a16:creationId xmlns:a16="http://schemas.microsoft.com/office/drawing/2014/main" id="{7A7B7393-FBB9-0249-05C0-E4EAA57EAE79}"/>
                </a:ext>
              </a:extLst>
            </p:cNvPr>
            <p:cNvSpPr>
              <a:spLocks noChangeArrowheads="1"/>
            </p:cNvSpPr>
            <p:nvPr/>
          </p:nvSpPr>
          <p:spPr bwMode="auto">
            <a:xfrm>
              <a:off x="4769" y="1714"/>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54" name="Rectangle 137">
              <a:extLst>
                <a:ext uri="{FF2B5EF4-FFF2-40B4-BE49-F238E27FC236}">
                  <a16:creationId xmlns:a16="http://schemas.microsoft.com/office/drawing/2014/main" id="{5199773E-DFB5-8921-1418-D1EC27F0F833}"/>
                </a:ext>
              </a:extLst>
            </p:cNvPr>
            <p:cNvSpPr>
              <a:spLocks noChangeArrowheads="1"/>
            </p:cNvSpPr>
            <p:nvPr/>
          </p:nvSpPr>
          <p:spPr bwMode="auto">
            <a:xfrm>
              <a:off x="5180" y="2364"/>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55" name="Rectangle 138">
              <a:extLst>
                <a:ext uri="{FF2B5EF4-FFF2-40B4-BE49-F238E27FC236}">
                  <a16:creationId xmlns:a16="http://schemas.microsoft.com/office/drawing/2014/main" id="{3CF70601-858F-B7D8-3A57-32EFE46BD3E6}"/>
                </a:ext>
              </a:extLst>
            </p:cNvPr>
            <p:cNvSpPr>
              <a:spLocks noChangeArrowheads="1"/>
            </p:cNvSpPr>
            <p:nvPr/>
          </p:nvSpPr>
          <p:spPr bwMode="auto">
            <a:xfrm>
              <a:off x="5132" y="1740"/>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56" name="Rectangle 139">
              <a:extLst>
                <a:ext uri="{FF2B5EF4-FFF2-40B4-BE49-F238E27FC236}">
                  <a16:creationId xmlns:a16="http://schemas.microsoft.com/office/drawing/2014/main" id="{6DF76536-C9ED-137F-347A-2BF5EE590A57}"/>
                </a:ext>
              </a:extLst>
            </p:cNvPr>
            <p:cNvSpPr>
              <a:spLocks noChangeArrowheads="1"/>
            </p:cNvSpPr>
            <p:nvPr/>
          </p:nvSpPr>
          <p:spPr bwMode="auto">
            <a:xfrm>
              <a:off x="4844" y="1836"/>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57" name="Rectangle 140">
              <a:extLst>
                <a:ext uri="{FF2B5EF4-FFF2-40B4-BE49-F238E27FC236}">
                  <a16:creationId xmlns:a16="http://schemas.microsoft.com/office/drawing/2014/main" id="{A99963D4-9F11-6175-E888-96AFCF394E3E}"/>
                </a:ext>
              </a:extLst>
            </p:cNvPr>
            <p:cNvSpPr>
              <a:spLocks noChangeArrowheads="1"/>
            </p:cNvSpPr>
            <p:nvPr/>
          </p:nvSpPr>
          <p:spPr bwMode="auto">
            <a:xfrm>
              <a:off x="4556" y="1932"/>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58" name="Rectangle 141">
              <a:extLst>
                <a:ext uri="{FF2B5EF4-FFF2-40B4-BE49-F238E27FC236}">
                  <a16:creationId xmlns:a16="http://schemas.microsoft.com/office/drawing/2014/main" id="{9AEA8B25-9587-884F-56A7-E6A8A2985221}"/>
                </a:ext>
              </a:extLst>
            </p:cNvPr>
            <p:cNvSpPr>
              <a:spLocks noChangeArrowheads="1"/>
            </p:cNvSpPr>
            <p:nvPr/>
          </p:nvSpPr>
          <p:spPr bwMode="auto">
            <a:xfrm>
              <a:off x="5372" y="1884"/>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59" name="Rectangle 142">
              <a:extLst>
                <a:ext uri="{FF2B5EF4-FFF2-40B4-BE49-F238E27FC236}">
                  <a16:creationId xmlns:a16="http://schemas.microsoft.com/office/drawing/2014/main" id="{55883533-A9AD-01A9-C16B-8D13C3050DB3}"/>
                </a:ext>
              </a:extLst>
            </p:cNvPr>
            <p:cNvSpPr>
              <a:spLocks noChangeArrowheads="1"/>
            </p:cNvSpPr>
            <p:nvPr/>
          </p:nvSpPr>
          <p:spPr bwMode="auto">
            <a:xfrm>
              <a:off x="4940" y="2412"/>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60" name="Rectangle 143">
              <a:extLst>
                <a:ext uri="{FF2B5EF4-FFF2-40B4-BE49-F238E27FC236}">
                  <a16:creationId xmlns:a16="http://schemas.microsoft.com/office/drawing/2014/main" id="{6332D0A8-4E43-08B3-8EF0-FF51D748BB1F}"/>
                </a:ext>
              </a:extLst>
            </p:cNvPr>
            <p:cNvSpPr>
              <a:spLocks noChangeArrowheads="1"/>
            </p:cNvSpPr>
            <p:nvPr/>
          </p:nvSpPr>
          <p:spPr bwMode="auto">
            <a:xfrm>
              <a:off x="5324" y="2460"/>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61" name="Oval 144">
              <a:extLst>
                <a:ext uri="{FF2B5EF4-FFF2-40B4-BE49-F238E27FC236}">
                  <a16:creationId xmlns:a16="http://schemas.microsoft.com/office/drawing/2014/main" id="{8E466070-76B8-0B3B-CD3E-380E834FB1C4}"/>
                </a:ext>
              </a:extLst>
            </p:cNvPr>
            <p:cNvSpPr>
              <a:spLocks noChangeArrowheads="1"/>
            </p:cNvSpPr>
            <p:nvPr/>
          </p:nvSpPr>
          <p:spPr bwMode="auto">
            <a:xfrm>
              <a:off x="3931" y="2994"/>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62" name="Oval 145">
              <a:extLst>
                <a:ext uri="{FF2B5EF4-FFF2-40B4-BE49-F238E27FC236}">
                  <a16:creationId xmlns:a16="http://schemas.microsoft.com/office/drawing/2014/main" id="{F0331A6F-0DA0-3F7D-09DC-7B46A8D133D5}"/>
                </a:ext>
              </a:extLst>
            </p:cNvPr>
            <p:cNvSpPr>
              <a:spLocks noChangeArrowheads="1"/>
            </p:cNvSpPr>
            <p:nvPr/>
          </p:nvSpPr>
          <p:spPr bwMode="auto">
            <a:xfrm>
              <a:off x="3731" y="2599"/>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63" name="Oval 146">
              <a:extLst>
                <a:ext uri="{FF2B5EF4-FFF2-40B4-BE49-F238E27FC236}">
                  <a16:creationId xmlns:a16="http://schemas.microsoft.com/office/drawing/2014/main" id="{8FA52CC2-207D-151F-0D34-804875773BB6}"/>
                </a:ext>
              </a:extLst>
            </p:cNvPr>
            <p:cNvSpPr>
              <a:spLocks noChangeArrowheads="1"/>
            </p:cNvSpPr>
            <p:nvPr/>
          </p:nvSpPr>
          <p:spPr bwMode="auto">
            <a:xfrm>
              <a:off x="3806" y="2806"/>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64" name="Oval 147">
              <a:extLst>
                <a:ext uri="{FF2B5EF4-FFF2-40B4-BE49-F238E27FC236}">
                  <a16:creationId xmlns:a16="http://schemas.microsoft.com/office/drawing/2014/main" id="{AC10EB4C-A420-3E56-1482-B3E0B6658959}"/>
                </a:ext>
              </a:extLst>
            </p:cNvPr>
            <p:cNvSpPr>
              <a:spLocks noChangeArrowheads="1"/>
            </p:cNvSpPr>
            <p:nvPr/>
          </p:nvSpPr>
          <p:spPr bwMode="auto">
            <a:xfrm>
              <a:off x="4018" y="2807"/>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65" name="Oval 148">
              <a:extLst>
                <a:ext uri="{FF2B5EF4-FFF2-40B4-BE49-F238E27FC236}">
                  <a16:creationId xmlns:a16="http://schemas.microsoft.com/office/drawing/2014/main" id="{EF964721-A0DA-A641-865A-49241BE9E4D0}"/>
                </a:ext>
              </a:extLst>
            </p:cNvPr>
            <p:cNvSpPr>
              <a:spLocks noChangeArrowheads="1"/>
            </p:cNvSpPr>
            <p:nvPr/>
          </p:nvSpPr>
          <p:spPr bwMode="auto">
            <a:xfrm>
              <a:off x="3940" y="3157"/>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66" name="Oval 149">
              <a:extLst>
                <a:ext uri="{FF2B5EF4-FFF2-40B4-BE49-F238E27FC236}">
                  <a16:creationId xmlns:a16="http://schemas.microsoft.com/office/drawing/2014/main" id="{9B4FADB7-E172-9607-77FF-96D69D31E091}"/>
                </a:ext>
              </a:extLst>
            </p:cNvPr>
            <p:cNvSpPr>
              <a:spLocks noChangeArrowheads="1"/>
            </p:cNvSpPr>
            <p:nvPr/>
          </p:nvSpPr>
          <p:spPr bwMode="auto">
            <a:xfrm>
              <a:off x="3259" y="2894"/>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67" name="Oval 150">
              <a:extLst>
                <a:ext uri="{FF2B5EF4-FFF2-40B4-BE49-F238E27FC236}">
                  <a16:creationId xmlns:a16="http://schemas.microsoft.com/office/drawing/2014/main" id="{D25E3926-0028-E2F6-D489-6DA67A6783D2}"/>
                </a:ext>
              </a:extLst>
            </p:cNvPr>
            <p:cNvSpPr>
              <a:spLocks noChangeArrowheads="1"/>
            </p:cNvSpPr>
            <p:nvPr/>
          </p:nvSpPr>
          <p:spPr bwMode="auto">
            <a:xfrm>
              <a:off x="3403" y="3401"/>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68" name="Oval 151">
              <a:extLst>
                <a:ext uri="{FF2B5EF4-FFF2-40B4-BE49-F238E27FC236}">
                  <a16:creationId xmlns:a16="http://schemas.microsoft.com/office/drawing/2014/main" id="{6CC22B9C-F7E1-5464-26B1-C581E8D69B76}"/>
                </a:ext>
              </a:extLst>
            </p:cNvPr>
            <p:cNvSpPr>
              <a:spLocks noChangeArrowheads="1"/>
            </p:cNvSpPr>
            <p:nvPr/>
          </p:nvSpPr>
          <p:spPr bwMode="auto">
            <a:xfrm>
              <a:off x="3689" y="2742"/>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69" name="Oval 152">
              <a:extLst>
                <a:ext uri="{FF2B5EF4-FFF2-40B4-BE49-F238E27FC236}">
                  <a16:creationId xmlns:a16="http://schemas.microsoft.com/office/drawing/2014/main" id="{1EDCC6F2-E1C9-9818-828B-8E190A48E6FC}"/>
                </a:ext>
              </a:extLst>
            </p:cNvPr>
            <p:cNvSpPr>
              <a:spLocks noChangeArrowheads="1"/>
            </p:cNvSpPr>
            <p:nvPr/>
          </p:nvSpPr>
          <p:spPr bwMode="auto">
            <a:xfrm>
              <a:off x="3653" y="3282"/>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70" name="Oval 153">
              <a:extLst>
                <a:ext uri="{FF2B5EF4-FFF2-40B4-BE49-F238E27FC236}">
                  <a16:creationId xmlns:a16="http://schemas.microsoft.com/office/drawing/2014/main" id="{C390E797-EC62-BB2C-36C9-006BA424DD9F}"/>
                </a:ext>
              </a:extLst>
            </p:cNvPr>
            <p:cNvSpPr>
              <a:spLocks noChangeArrowheads="1"/>
            </p:cNvSpPr>
            <p:nvPr/>
          </p:nvSpPr>
          <p:spPr bwMode="auto">
            <a:xfrm>
              <a:off x="3236" y="3673"/>
              <a:ext cx="96" cy="9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71" name="Rectangle 154">
              <a:extLst>
                <a:ext uri="{FF2B5EF4-FFF2-40B4-BE49-F238E27FC236}">
                  <a16:creationId xmlns:a16="http://schemas.microsoft.com/office/drawing/2014/main" id="{8AB823C2-701D-FBD4-3FB8-A9938F5F75DA}"/>
                </a:ext>
              </a:extLst>
            </p:cNvPr>
            <p:cNvSpPr>
              <a:spLocks noChangeArrowheads="1"/>
            </p:cNvSpPr>
            <p:nvPr/>
          </p:nvSpPr>
          <p:spPr bwMode="auto">
            <a:xfrm>
              <a:off x="5317" y="2294"/>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72" name="Rectangle 155">
              <a:extLst>
                <a:ext uri="{FF2B5EF4-FFF2-40B4-BE49-F238E27FC236}">
                  <a16:creationId xmlns:a16="http://schemas.microsoft.com/office/drawing/2014/main" id="{CDFF0B24-07E6-DDB3-CA75-A2B460965864}"/>
                </a:ext>
              </a:extLst>
            </p:cNvPr>
            <p:cNvSpPr>
              <a:spLocks noChangeArrowheads="1"/>
            </p:cNvSpPr>
            <p:nvPr/>
          </p:nvSpPr>
          <p:spPr bwMode="auto">
            <a:xfrm>
              <a:off x="4943" y="1681"/>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73" name="Rectangle 156">
              <a:extLst>
                <a:ext uri="{FF2B5EF4-FFF2-40B4-BE49-F238E27FC236}">
                  <a16:creationId xmlns:a16="http://schemas.microsoft.com/office/drawing/2014/main" id="{BD2F8FDF-AEE0-6F0E-FE99-81BDC60177BE}"/>
                </a:ext>
              </a:extLst>
            </p:cNvPr>
            <p:cNvSpPr>
              <a:spLocks noChangeArrowheads="1"/>
            </p:cNvSpPr>
            <p:nvPr/>
          </p:nvSpPr>
          <p:spPr bwMode="auto">
            <a:xfrm>
              <a:off x="4500" y="2084"/>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74" name="Rectangle 157">
              <a:extLst>
                <a:ext uri="{FF2B5EF4-FFF2-40B4-BE49-F238E27FC236}">
                  <a16:creationId xmlns:a16="http://schemas.microsoft.com/office/drawing/2014/main" id="{11636D68-A7D0-F42F-4A71-A99DE01AF250}"/>
                </a:ext>
              </a:extLst>
            </p:cNvPr>
            <p:cNvSpPr>
              <a:spLocks noChangeArrowheads="1"/>
            </p:cNvSpPr>
            <p:nvPr/>
          </p:nvSpPr>
          <p:spPr bwMode="auto">
            <a:xfrm>
              <a:off x="5134" y="2566"/>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75" name="Rectangle 158">
              <a:extLst>
                <a:ext uri="{FF2B5EF4-FFF2-40B4-BE49-F238E27FC236}">
                  <a16:creationId xmlns:a16="http://schemas.microsoft.com/office/drawing/2014/main" id="{BD425133-C765-B98E-CEE3-4A42373D855E}"/>
                </a:ext>
              </a:extLst>
            </p:cNvPr>
            <p:cNvSpPr>
              <a:spLocks noChangeArrowheads="1"/>
            </p:cNvSpPr>
            <p:nvPr/>
          </p:nvSpPr>
          <p:spPr bwMode="auto">
            <a:xfrm>
              <a:off x="5336" y="2059"/>
              <a:ext cx="96" cy="96"/>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676" name="Oval 159">
              <a:extLst>
                <a:ext uri="{FF2B5EF4-FFF2-40B4-BE49-F238E27FC236}">
                  <a16:creationId xmlns:a16="http://schemas.microsoft.com/office/drawing/2014/main" id="{5C420D1A-4B5E-D7C0-285F-48B2D771A204}"/>
                </a:ext>
              </a:extLst>
            </p:cNvPr>
            <p:cNvSpPr>
              <a:spLocks noChangeArrowheads="1"/>
            </p:cNvSpPr>
            <p:nvPr/>
          </p:nvSpPr>
          <p:spPr bwMode="auto">
            <a:xfrm>
              <a:off x="5032" y="3619"/>
              <a:ext cx="102" cy="106"/>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nvGrpSpPr>
          <p:cNvPr id="20483" name="Group 160">
            <a:extLst>
              <a:ext uri="{FF2B5EF4-FFF2-40B4-BE49-F238E27FC236}">
                <a16:creationId xmlns:a16="http://schemas.microsoft.com/office/drawing/2014/main" id="{54F26B55-3FBB-DF9B-1B46-4A627A4454C6}"/>
              </a:ext>
            </a:extLst>
          </p:cNvPr>
          <p:cNvGrpSpPr>
            <a:grpSpLocks/>
          </p:cNvGrpSpPr>
          <p:nvPr/>
        </p:nvGrpSpPr>
        <p:grpSpPr bwMode="auto">
          <a:xfrm>
            <a:off x="1498600" y="2298700"/>
            <a:ext cx="7158038" cy="4445000"/>
            <a:chOff x="596" y="1208"/>
            <a:chExt cx="4509" cy="2800"/>
          </a:xfrm>
        </p:grpSpPr>
        <p:sp>
          <p:nvSpPr>
            <p:cNvPr id="20489" name="Rectangle 161">
              <a:extLst>
                <a:ext uri="{FF2B5EF4-FFF2-40B4-BE49-F238E27FC236}">
                  <a16:creationId xmlns:a16="http://schemas.microsoft.com/office/drawing/2014/main" id="{2291D015-7F89-6E21-E569-A5E834802EE1}"/>
                </a:ext>
              </a:extLst>
            </p:cNvPr>
            <p:cNvSpPr>
              <a:spLocks noChangeArrowheads="1"/>
            </p:cNvSpPr>
            <p:nvPr/>
          </p:nvSpPr>
          <p:spPr bwMode="auto">
            <a:xfrm>
              <a:off x="596" y="1208"/>
              <a:ext cx="4509" cy="2783"/>
            </a:xfrm>
            <a:prstGeom prst="rect">
              <a:avLst/>
            </a:prstGeom>
            <a:noFill/>
            <a:ln w="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490" name="Rectangle 162">
              <a:extLst>
                <a:ext uri="{FF2B5EF4-FFF2-40B4-BE49-F238E27FC236}">
                  <a16:creationId xmlns:a16="http://schemas.microsoft.com/office/drawing/2014/main" id="{7E495E67-FCBB-D371-7A8A-BC09F4649122}"/>
                </a:ext>
              </a:extLst>
            </p:cNvPr>
            <p:cNvSpPr>
              <a:spLocks noChangeArrowheads="1"/>
            </p:cNvSpPr>
            <p:nvPr/>
          </p:nvSpPr>
          <p:spPr bwMode="auto">
            <a:xfrm>
              <a:off x="741" y="3862"/>
              <a:ext cx="145" cy="136"/>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491" name="Rectangle 163">
              <a:extLst>
                <a:ext uri="{FF2B5EF4-FFF2-40B4-BE49-F238E27FC236}">
                  <a16:creationId xmlns:a16="http://schemas.microsoft.com/office/drawing/2014/main" id="{B3175C76-1F1B-9930-3E2D-73D7C94DC72B}"/>
                </a:ext>
              </a:extLst>
            </p:cNvPr>
            <p:cNvSpPr>
              <a:spLocks noChangeArrowheads="1"/>
            </p:cNvSpPr>
            <p:nvPr/>
          </p:nvSpPr>
          <p:spPr bwMode="auto">
            <a:xfrm>
              <a:off x="2924" y="3854"/>
              <a:ext cx="145" cy="144"/>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492" name="Rectangle 164">
              <a:extLst>
                <a:ext uri="{FF2B5EF4-FFF2-40B4-BE49-F238E27FC236}">
                  <a16:creationId xmlns:a16="http://schemas.microsoft.com/office/drawing/2014/main" id="{32A35436-753E-A4CE-2AB1-09C37A7F3DEA}"/>
                </a:ext>
              </a:extLst>
            </p:cNvPr>
            <p:cNvSpPr>
              <a:spLocks noChangeArrowheads="1"/>
            </p:cNvSpPr>
            <p:nvPr/>
          </p:nvSpPr>
          <p:spPr bwMode="auto">
            <a:xfrm>
              <a:off x="1469" y="3841"/>
              <a:ext cx="145" cy="157"/>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493" name="Freeform 165">
              <a:extLst>
                <a:ext uri="{FF2B5EF4-FFF2-40B4-BE49-F238E27FC236}">
                  <a16:creationId xmlns:a16="http://schemas.microsoft.com/office/drawing/2014/main" id="{9355AF14-E6CF-C47D-52E4-026F1FDE9258}"/>
                </a:ext>
              </a:extLst>
            </p:cNvPr>
            <p:cNvSpPr>
              <a:spLocks/>
            </p:cNvSpPr>
            <p:nvPr/>
          </p:nvSpPr>
          <p:spPr bwMode="auto">
            <a:xfrm>
              <a:off x="814" y="3841"/>
              <a:ext cx="218" cy="157"/>
            </a:xfrm>
            <a:custGeom>
              <a:avLst/>
              <a:gdLst>
                <a:gd name="T0" fmla="*/ 0 w 170"/>
                <a:gd name="T1" fmla="*/ 21 h 122"/>
                <a:gd name="T2" fmla="*/ 0 w 170"/>
                <a:gd name="T3" fmla="*/ 0 h 122"/>
                <a:gd name="T4" fmla="*/ 218 w 170"/>
                <a:gd name="T5" fmla="*/ 0 h 122"/>
                <a:gd name="T6" fmla="*/ 218 w 170"/>
                <a:gd name="T7" fmla="*/ 157 h 1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122">
                  <a:moveTo>
                    <a:pt x="0" y="16"/>
                  </a:moveTo>
                  <a:lnTo>
                    <a:pt x="0" y="0"/>
                  </a:lnTo>
                  <a:lnTo>
                    <a:pt x="170" y="0"/>
                  </a:lnTo>
                  <a:lnTo>
                    <a:pt x="170" y="12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94" name="Freeform 166">
              <a:extLst>
                <a:ext uri="{FF2B5EF4-FFF2-40B4-BE49-F238E27FC236}">
                  <a16:creationId xmlns:a16="http://schemas.microsoft.com/office/drawing/2014/main" id="{FEE1D670-756C-C2CB-D7C6-B6DD1DD223C2}"/>
                </a:ext>
              </a:extLst>
            </p:cNvPr>
            <p:cNvSpPr>
              <a:spLocks/>
            </p:cNvSpPr>
            <p:nvPr/>
          </p:nvSpPr>
          <p:spPr bwMode="auto">
            <a:xfrm>
              <a:off x="1540" y="3841"/>
              <a:ext cx="220" cy="157"/>
            </a:xfrm>
            <a:custGeom>
              <a:avLst/>
              <a:gdLst>
                <a:gd name="T0" fmla="*/ 0 w 171"/>
                <a:gd name="T1" fmla="*/ 0 h 122"/>
                <a:gd name="T2" fmla="*/ 220 w 171"/>
                <a:gd name="T3" fmla="*/ 0 h 122"/>
                <a:gd name="T4" fmla="*/ 220 w 171"/>
                <a:gd name="T5" fmla="*/ 157 h 122"/>
                <a:gd name="T6" fmla="*/ 0 60000 65536"/>
                <a:gd name="T7" fmla="*/ 0 60000 65536"/>
                <a:gd name="T8" fmla="*/ 0 60000 65536"/>
              </a:gdLst>
              <a:ahLst/>
              <a:cxnLst>
                <a:cxn ang="T6">
                  <a:pos x="T0" y="T1"/>
                </a:cxn>
                <a:cxn ang="T7">
                  <a:pos x="T2" y="T3"/>
                </a:cxn>
                <a:cxn ang="T8">
                  <a:pos x="T4" y="T5"/>
                </a:cxn>
              </a:cxnLst>
              <a:rect l="0" t="0" r="r" b="b"/>
              <a:pathLst>
                <a:path w="171" h="122">
                  <a:moveTo>
                    <a:pt x="0" y="0"/>
                  </a:moveTo>
                  <a:lnTo>
                    <a:pt x="171" y="0"/>
                  </a:lnTo>
                  <a:lnTo>
                    <a:pt x="171" y="12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95" name="Freeform 167">
              <a:extLst>
                <a:ext uri="{FF2B5EF4-FFF2-40B4-BE49-F238E27FC236}">
                  <a16:creationId xmlns:a16="http://schemas.microsoft.com/office/drawing/2014/main" id="{7BB16D3B-04C1-BC65-C5AC-295B7C66E1F5}"/>
                </a:ext>
              </a:extLst>
            </p:cNvPr>
            <p:cNvSpPr>
              <a:spLocks/>
            </p:cNvSpPr>
            <p:nvPr/>
          </p:nvSpPr>
          <p:spPr bwMode="auto">
            <a:xfrm>
              <a:off x="923" y="3841"/>
              <a:ext cx="254" cy="157"/>
            </a:xfrm>
            <a:custGeom>
              <a:avLst/>
              <a:gdLst>
                <a:gd name="T0" fmla="*/ 0 w 198"/>
                <a:gd name="T1" fmla="*/ 0 h 122"/>
                <a:gd name="T2" fmla="*/ 254 w 198"/>
                <a:gd name="T3" fmla="*/ 0 h 122"/>
                <a:gd name="T4" fmla="*/ 254 w 198"/>
                <a:gd name="T5" fmla="*/ 157 h 122"/>
                <a:gd name="T6" fmla="*/ 0 60000 65536"/>
                <a:gd name="T7" fmla="*/ 0 60000 65536"/>
                <a:gd name="T8" fmla="*/ 0 60000 65536"/>
              </a:gdLst>
              <a:ahLst/>
              <a:cxnLst>
                <a:cxn ang="T6">
                  <a:pos x="T0" y="T1"/>
                </a:cxn>
                <a:cxn ang="T7">
                  <a:pos x="T2" y="T3"/>
                </a:cxn>
                <a:cxn ang="T8">
                  <a:pos x="T4" y="T5"/>
                </a:cxn>
              </a:cxnLst>
              <a:rect l="0" t="0" r="r" b="b"/>
              <a:pathLst>
                <a:path w="198" h="122">
                  <a:moveTo>
                    <a:pt x="0" y="0"/>
                  </a:moveTo>
                  <a:lnTo>
                    <a:pt x="198" y="0"/>
                  </a:lnTo>
                  <a:lnTo>
                    <a:pt x="198" y="12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96" name="Rectangle 168">
              <a:extLst>
                <a:ext uri="{FF2B5EF4-FFF2-40B4-BE49-F238E27FC236}">
                  <a16:creationId xmlns:a16="http://schemas.microsoft.com/office/drawing/2014/main" id="{68C603A1-96E7-703C-736F-CBFE3F6BC67B}"/>
                </a:ext>
              </a:extLst>
            </p:cNvPr>
            <p:cNvSpPr>
              <a:spLocks noChangeArrowheads="1"/>
            </p:cNvSpPr>
            <p:nvPr/>
          </p:nvSpPr>
          <p:spPr bwMode="auto">
            <a:xfrm>
              <a:off x="3360" y="3841"/>
              <a:ext cx="145" cy="157"/>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497" name="Rectangle 169">
              <a:extLst>
                <a:ext uri="{FF2B5EF4-FFF2-40B4-BE49-F238E27FC236}">
                  <a16:creationId xmlns:a16="http://schemas.microsoft.com/office/drawing/2014/main" id="{853A153D-D0AB-25A1-2D4A-492C92BD350B}"/>
                </a:ext>
              </a:extLst>
            </p:cNvPr>
            <p:cNvSpPr>
              <a:spLocks noChangeArrowheads="1"/>
            </p:cNvSpPr>
            <p:nvPr/>
          </p:nvSpPr>
          <p:spPr bwMode="auto">
            <a:xfrm>
              <a:off x="2196" y="3827"/>
              <a:ext cx="145" cy="171"/>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498" name="Rectangle 170">
              <a:extLst>
                <a:ext uri="{FF2B5EF4-FFF2-40B4-BE49-F238E27FC236}">
                  <a16:creationId xmlns:a16="http://schemas.microsoft.com/office/drawing/2014/main" id="{CF3C7BCF-0572-7C05-E599-ACF1B2FE6086}"/>
                </a:ext>
              </a:extLst>
            </p:cNvPr>
            <p:cNvSpPr>
              <a:spLocks noChangeArrowheads="1"/>
            </p:cNvSpPr>
            <p:nvPr/>
          </p:nvSpPr>
          <p:spPr bwMode="auto">
            <a:xfrm>
              <a:off x="3796" y="3821"/>
              <a:ext cx="145" cy="177"/>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499" name="Freeform 171">
              <a:extLst>
                <a:ext uri="{FF2B5EF4-FFF2-40B4-BE49-F238E27FC236}">
                  <a16:creationId xmlns:a16="http://schemas.microsoft.com/office/drawing/2014/main" id="{7F15DA0F-C8CF-A8CB-186E-7BD4C093FAA1}"/>
                </a:ext>
              </a:extLst>
            </p:cNvPr>
            <p:cNvSpPr>
              <a:spLocks/>
            </p:cNvSpPr>
            <p:nvPr/>
          </p:nvSpPr>
          <p:spPr bwMode="auto">
            <a:xfrm>
              <a:off x="3868" y="3821"/>
              <a:ext cx="219" cy="177"/>
            </a:xfrm>
            <a:custGeom>
              <a:avLst/>
              <a:gdLst>
                <a:gd name="T0" fmla="*/ 0 w 171"/>
                <a:gd name="T1" fmla="*/ 0 h 138"/>
                <a:gd name="T2" fmla="*/ 219 w 171"/>
                <a:gd name="T3" fmla="*/ 0 h 138"/>
                <a:gd name="T4" fmla="*/ 219 w 171"/>
                <a:gd name="T5" fmla="*/ 177 h 138"/>
                <a:gd name="T6" fmla="*/ 0 60000 65536"/>
                <a:gd name="T7" fmla="*/ 0 60000 65536"/>
                <a:gd name="T8" fmla="*/ 0 60000 65536"/>
              </a:gdLst>
              <a:ahLst/>
              <a:cxnLst>
                <a:cxn ang="T6">
                  <a:pos x="T0" y="T1"/>
                </a:cxn>
                <a:cxn ang="T7">
                  <a:pos x="T2" y="T3"/>
                </a:cxn>
                <a:cxn ang="T8">
                  <a:pos x="T4" y="T5"/>
                </a:cxn>
              </a:cxnLst>
              <a:rect l="0" t="0" r="r" b="b"/>
              <a:pathLst>
                <a:path w="171" h="138">
                  <a:moveTo>
                    <a:pt x="0" y="0"/>
                  </a:moveTo>
                  <a:lnTo>
                    <a:pt x="171" y="0"/>
                  </a:lnTo>
                  <a:lnTo>
                    <a:pt x="171" y="138"/>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00" name="Freeform 172">
              <a:extLst>
                <a:ext uri="{FF2B5EF4-FFF2-40B4-BE49-F238E27FC236}">
                  <a16:creationId xmlns:a16="http://schemas.microsoft.com/office/drawing/2014/main" id="{2EEE2E0D-3818-C953-8BF3-F575FC4C39E1}"/>
                </a:ext>
              </a:extLst>
            </p:cNvPr>
            <p:cNvSpPr>
              <a:spLocks/>
            </p:cNvSpPr>
            <p:nvPr/>
          </p:nvSpPr>
          <p:spPr bwMode="auto">
            <a:xfrm>
              <a:off x="3214" y="3813"/>
              <a:ext cx="218" cy="185"/>
            </a:xfrm>
            <a:custGeom>
              <a:avLst/>
              <a:gdLst>
                <a:gd name="T0" fmla="*/ 0 w 170"/>
                <a:gd name="T1" fmla="*/ 185 h 144"/>
                <a:gd name="T2" fmla="*/ 0 w 170"/>
                <a:gd name="T3" fmla="*/ 0 h 144"/>
                <a:gd name="T4" fmla="*/ 218 w 170"/>
                <a:gd name="T5" fmla="*/ 0 h 144"/>
                <a:gd name="T6" fmla="*/ 218 w 170"/>
                <a:gd name="T7" fmla="*/ 28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144">
                  <a:moveTo>
                    <a:pt x="0" y="144"/>
                  </a:moveTo>
                  <a:lnTo>
                    <a:pt x="0" y="0"/>
                  </a:lnTo>
                  <a:lnTo>
                    <a:pt x="170" y="0"/>
                  </a:lnTo>
                  <a:lnTo>
                    <a:pt x="170" y="2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01" name="Freeform 173">
              <a:extLst>
                <a:ext uri="{FF2B5EF4-FFF2-40B4-BE49-F238E27FC236}">
                  <a16:creationId xmlns:a16="http://schemas.microsoft.com/office/drawing/2014/main" id="{6C0D560E-9F33-1143-2BE5-36236339D1D3}"/>
                </a:ext>
              </a:extLst>
            </p:cNvPr>
            <p:cNvSpPr>
              <a:spLocks/>
            </p:cNvSpPr>
            <p:nvPr/>
          </p:nvSpPr>
          <p:spPr bwMode="auto">
            <a:xfrm>
              <a:off x="1046" y="3813"/>
              <a:ext cx="276" cy="185"/>
            </a:xfrm>
            <a:custGeom>
              <a:avLst/>
              <a:gdLst>
                <a:gd name="T0" fmla="*/ 0 w 215"/>
                <a:gd name="T1" fmla="*/ 28 h 144"/>
                <a:gd name="T2" fmla="*/ 0 w 215"/>
                <a:gd name="T3" fmla="*/ 0 h 144"/>
                <a:gd name="T4" fmla="*/ 276 w 215"/>
                <a:gd name="T5" fmla="*/ 0 h 144"/>
                <a:gd name="T6" fmla="*/ 276 w 215"/>
                <a:gd name="T7" fmla="*/ 185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 h="144">
                  <a:moveTo>
                    <a:pt x="0" y="22"/>
                  </a:moveTo>
                  <a:lnTo>
                    <a:pt x="0" y="0"/>
                  </a:lnTo>
                  <a:lnTo>
                    <a:pt x="215" y="0"/>
                  </a:lnTo>
                  <a:lnTo>
                    <a:pt x="215" y="144"/>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02" name="Freeform 174">
              <a:extLst>
                <a:ext uri="{FF2B5EF4-FFF2-40B4-BE49-F238E27FC236}">
                  <a16:creationId xmlns:a16="http://schemas.microsoft.com/office/drawing/2014/main" id="{88FAEEE7-A942-58B2-D703-0F0196D9150C}"/>
                </a:ext>
              </a:extLst>
            </p:cNvPr>
            <p:cNvSpPr>
              <a:spLocks/>
            </p:cNvSpPr>
            <p:nvPr/>
          </p:nvSpPr>
          <p:spPr bwMode="auto">
            <a:xfrm>
              <a:off x="2995" y="3800"/>
              <a:ext cx="328" cy="54"/>
            </a:xfrm>
            <a:custGeom>
              <a:avLst/>
              <a:gdLst>
                <a:gd name="T0" fmla="*/ 0 w 255"/>
                <a:gd name="T1" fmla="*/ 54 h 42"/>
                <a:gd name="T2" fmla="*/ 0 w 255"/>
                <a:gd name="T3" fmla="*/ 0 h 42"/>
                <a:gd name="T4" fmla="*/ 328 w 255"/>
                <a:gd name="T5" fmla="*/ 0 h 42"/>
                <a:gd name="T6" fmla="*/ 328 w 255"/>
                <a:gd name="T7" fmla="*/ 13 h 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5" h="42">
                  <a:moveTo>
                    <a:pt x="0" y="42"/>
                  </a:moveTo>
                  <a:lnTo>
                    <a:pt x="0" y="0"/>
                  </a:lnTo>
                  <a:lnTo>
                    <a:pt x="255" y="0"/>
                  </a:lnTo>
                  <a:lnTo>
                    <a:pt x="255" y="10"/>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03" name="Freeform 175">
              <a:extLst>
                <a:ext uri="{FF2B5EF4-FFF2-40B4-BE49-F238E27FC236}">
                  <a16:creationId xmlns:a16="http://schemas.microsoft.com/office/drawing/2014/main" id="{2BF6ADE5-962E-9F29-4269-A3060B39C1B5}"/>
                </a:ext>
              </a:extLst>
            </p:cNvPr>
            <p:cNvSpPr>
              <a:spLocks/>
            </p:cNvSpPr>
            <p:nvPr/>
          </p:nvSpPr>
          <p:spPr bwMode="auto">
            <a:xfrm>
              <a:off x="1651" y="3792"/>
              <a:ext cx="254" cy="206"/>
            </a:xfrm>
            <a:custGeom>
              <a:avLst/>
              <a:gdLst>
                <a:gd name="T0" fmla="*/ 0 w 198"/>
                <a:gd name="T1" fmla="*/ 49 h 160"/>
                <a:gd name="T2" fmla="*/ 0 w 198"/>
                <a:gd name="T3" fmla="*/ 0 h 160"/>
                <a:gd name="T4" fmla="*/ 254 w 198"/>
                <a:gd name="T5" fmla="*/ 0 h 160"/>
                <a:gd name="T6" fmla="*/ 254 w 198"/>
                <a:gd name="T7" fmla="*/ 206 h 1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8" h="160">
                  <a:moveTo>
                    <a:pt x="0" y="38"/>
                  </a:moveTo>
                  <a:lnTo>
                    <a:pt x="0" y="0"/>
                  </a:lnTo>
                  <a:lnTo>
                    <a:pt x="198" y="0"/>
                  </a:lnTo>
                  <a:lnTo>
                    <a:pt x="198" y="160"/>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04" name="Freeform 176">
              <a:extLst>
                <a:ext uri="{FF2B5EF4-FFF2-40B4-BE49-F238E27FC236}">
                  <a16:creationId xmlns:a16="http://schemas.microsoft.com/office/drawing/2014/main" id="{FD768B70-B1F2-C4DE-CC3A-72E0ABEAF694}"/>
                </a:ext>
              </a:extLst>
            </p:cNvPr>
            <p:cNvSpPr>
              <a:spLocks/>
            </p:cNvSpPr>
            <p:nvPr/>
          </p:nvSpPr>
          <p:spPr bwMode="auto">
            <a:xfrm>
              <a:off x="3978" y="3786"/>
              <a:ext cx="254" cy="212"/>
            </a:xfrm>
            <a:custGeom>
              <a:avLst/>
              <a:gdLst>
                <a:gd name="T0" fmla="*/ 0 w 198"/>
                <a:gd name="T1" fmla="*/ 35 h 165"/>
                <a:gd name="T2" fmla="*/ 0 w 198"/>
                <a:gd name="T3" fmla="*/ 0 h 165"/>
                <a:gd name="T4" fmla="*/ 254 w 198"/>
                <a:gd name="T5" fmla="*/ 0 h 165"/>
                <a:gd name="T6" fmla="*/ 254 w 198"/>
                <a:gd name="T7" fmla="*/ 212 h 1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8" h="165">
                  <a:moveTo>
                    <a:pt x="0" y="27"/>
                  </a:moveTo>
                  <a:lnTo>
                    <a:pt x="0" y="0"/>
                  </a:lnTo>
                  <a:lnTo>
                    <a:pt x="198" y="0"/>
                  </a:lnTo>
                  <a:lnTo>
                    <a:pt x="198" y="165"/>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05" name="Freeform 177">
              <a:extLst>
                <a:ext uri="{FF2B5EF4-FFF2-40B4-BE49-F238E27FC236}">
                  <a16:creationId xmlns:a16="http://schemas.microsoft.com/office/drawing/2014/main" id="{D541A7A3-4D5E-A3D7-8AB9-2C2966B34F31}"/>
                </a:ext>
              </a:extLst>
            </p:cNvPr>
            <p:cNvSpPr>
              <a:spLocks/>
            </p:cNvSpPr>
            <p:nvPr/>
          </p:nvSpPr>
          <p:spPr bwMode="auto">
            <a:xfrm>
              <a:off x="3156" y="3786"/>
              <a:ext cx="494" cy="212"/>
            </a:xfrm>
            <a:custGeom>
              <a:avLst/>
              <a:gdLst>
                <a:gd name="T0" fmla="*/ 0 w 385"/>
                <a:gd name="T1" fmla="*/ 14 h 165"/>
                <a:gd name="T2" fmla="*/ 0 w 385"/>
                <a:gd name="T3" fmla="*/ 0 h 165"/>
                <a:gd name="T4" fmla="*/ 494 w 385"/>
                <a:gd name="T5" fmla="*/ 0 h 165"/>
                <a:gd name="T6" fmla="*/ 494 w 385"/>
                <a:gd name="T7" fmla="*/ 212 h 1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5" h="165">
                  <a:moveTo>
                    <a:pt x="0" y="11"/>
                  </a:moveTo>
                  <a:lnTo>
                    <a:pt x="0" y="0"/>
                  </a:lnTo>
                  <a:lnTo>
                    <a:pt x="385" y="0"/>
                  </a:lnTo>
                  <a:lnTo>
                    <a:pt x="385" y="165"/>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06" name="Rectangle 178">
              <a:extLst>
                <a:ext uri="{FF2B5EF4-FFF2-40B4-BE49-F238E27FC236}">
                  <a16:creationId xmlns:a16="http://schemas.microsoft.com/office/drawing/2014/main" id="{75730C32-3F63-1D44-6D81-A0998BD2E005}"/>
                </a:ext>
              </a:extLst>
            </p:cNvPr>
            <p:cNvSpPr>
              <a:spLocks noChangeArrowheads="1"/>
            </p:cNvSpPr>
            <p:nvPr/>
          </p:nvSpPr>
          <p:spPr bwMode="auto">
            <a:xfrm>
              <a:off x="3404" y="3773"/>
              <a:ext cx="698" cy="13"/>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07" name="Rectangle 179">
              <a:extLst>
                <a:ext uri="{FF2B5EF4-FFF2-40B4-BE49-F238E27FC236}">
                  <a16:creationId xmlns:a16="http://schemas.microsoft.com/office/drawing/2014/main" id="{D3DD3D15-E3DE-ADFE-1D4A-9D4662C945A1}"/>
                </a:ext>
              </a:extLst>
            </p:cNvPr>
            <p:cNvSpPr>
              <a:spLocks noChangeArrowheads="1"/>
            </p:cNvSpPr>
            <p:nvPr/>
          </p:nvSpPr>
          <p:spPr bwMode="auto">
            <a:xfrm>
              <a:off x="4377" y="3773"/>
              <a:ext cx="147" cy="225"/>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08" name="Freeform 180">
              <a:extLst>
                <a:ext uri="{FF2B5EF4-FFF2-40B4-BE49-F238E27FC236}">
                  <a16:creationId xmlns:a16="http://schemas.microsoft.com/office/drawing/2014/main" id="{92453E27-C462-9E35-D677-CA9178F30D63}"/>
                </a:ext>
              </a:extLst>
            </p:cNvPr>
            <p:cNvSpPr>
              <a:spLocks/>
            </p:cNvSpPr>
            <p:nvPr/>
          </p:nvSpPr>
          <p:spPr bwMode="auto">
            <a:xfrm>
              <a:off x="1185" y="3773"/>
              <a:ext cx="589" cy="40"/>
            </a:xfrm>
            <a:custGeom>
              <a:avLst/>
              <a:gdLst>
                <a:gd name="T0" fmla="*/ 0 w 459"/>
                <a:gd name="T1" fmla="*/ 40 h 31"/>
                <a:gd name="T2" fmla="*/ 0 w 459"/>
                <a:gd name="T3" fmla="*/ 0 h 31"/>
                <a:gd name="T4" fmla="*/ 589 w 459"/>
                <a:gd name="T5" fmla="*/ 0 h 31"/>
                <a:gd name="T6" fmla="*/ 589 w 459"/>
                <a:gd name="T7" fmla="*/ 19 h 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9" h="31">
                  <a:moveTo>
                    <a:pt x="0" y="31"/>
                  </a:moveTo>
                  <a:lnTo>
                    <a:pt x="0" y="0"/>
                  </a:lnTo>
                  <a:lnTo>
                    <a:pt x="459" y="0"/>
                  </a:lnTo>
                  <a:lnTo>
                    <a:pt x="459" y="15"/>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09" name="Rectangle 181">
              <a:extLst>
                <a:ext uri="{FF2B5EF4-FFF2-40B4-BE49-F238E27FC236}">
                  <a16:creationId xmlns:a16="http://schemas.microsoft.com/office/drawing/2014/main" id="{89C5DCA4-3D44-D5B6-21B1-4FF3A054AD40}"/>
                </a:ext>
              </a:extLst>
            </p:cNvPr>
            <p:cNvSpPr>
              <a:spLocks noChangeArrowheads="1"/>
            </p:cNvSpPr>
            <p:nvPr/>
          </p:nvSpPr>
          <p:spPr bwMode="auto">
            <a:xfrm>
              <a:off x="3753" y="3753"/>
              <a:ext cx="698" cy="20"/>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0510" name="Freeform 182">
              <a:extLst>
                <a:ext uri="{FF2B5EF4-FFF2-40B4-BE49-F238E27FC236}">
                  <a16:creationId xmlns:a16="http://schemas.microsoft.com/office/drawing/2014/main" id="{95901080-F409-C3F6-AA66-7F40264A7AA4}"/>
                </a:ext>
              </a:extLst>
            </p:cNvPr>
            <p:cNvSpPr>
              <a:spLocks/>
            </p:cNvSpPr>
            <p:nvPr/>
          </p:nvSpPr>
          <p:spPr bwMode="auto">
            <a:xfrm>
              <a:off x="2050" y="3704"/>
              <a:ext cx="218" cy="294"/>
            </a:xfrm>
            <a:custGeom>
              <a:avLst/>
              <a:gdLst>
                <a:gd name="T0" fmla="*/ 0 w 170"/>
                <a:gd name="T1" fmla="*/ 294 h 229"/>
                <a:gd name="T2" fmla="*/ 0 w 170"/>
                <a:gd name="T3" fmla="*/ 0 h 229"/>
                <a:gd name="T4" fmla="*/ 218 w 170"/>
                <a:gd name="T5" fmla="*/ 0 h 229"/>
                <a:gd name="T6" fmla="*/ 218 w 170"/>
                <a:gd name="T7" fmla="*/ 123 h 2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229">
                  <a:moveTo>
                    <a:pt x="0" y="229"/>
                  </a:moveTo>
                  <a:lnTo>
                    <a:pt x="0" y="0"/>
                  </a:lnTo>
                  <a:lnTo>
                    <a:pt x="170" y="0"/>
                  </a:lnTo>
                  <a:lnTo>
                    <a:pt x="170" y="96"/>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1" name="Freeform 183">
              <a:extLst>
                <a:ext uri="{FF2B5EF4-FFF2-40B4-BE49-F238E27FC236}">
                  <a16:creationId xmlns:a16="http://schemas.microsoft.com/office/drawing/2014/main" id="{1E867D86-A07D-2A05-82C3-81C59C052925}"/>
                </a:ext>
              </a:extLst>
            </p:cNvPr>
            <p:cNvSpPr>
              <a:spLocks/>
            </p:cNvSpPr>
            <p:nvPr/>
          </p:nvSpPr>
          <p:spPr bwMode="auto">
            <a:xfrm>
              <a:off x="1475" y="3704"/>
              <a:ext cx="684" cy="69"/>
            </a:xfrm>
            <a:custGeom>
              <a:avLst/>
              <a:gdLst>
                <a:gd name="T0" fmla="*/ 0 w 533"/>
                <a:gd name="T1" fmla="*/ 69 h 54"/>
                <a:gd name="T2" fmla="*/ 0 w 533"/>
                <a:gd name="T3" fmla="*/ 0 h 54"/>
                <a:gd name="T4" fmla="*/ 684 w 533"/>
                <a:gd name="T5" fmla="*/ 0 h 54"/>
                <a:gd name="T6" fmla="*/ 0 60000 65536"/>
                <a:gd name="T7" fmla="*/ 0 60000 65536"/>
                <a:gd name="T8" fmla="*/ 0 60000 65536"/>
              </a:gdLst>
              <a:ahLst/>
              <a:cxnLst>
                <a:cxn ang="T6">
                  <a:pos x="T0" y="T1"/>
                </a:cxn>
                <a:cxn ang="T7">
                  <a:pos x="T2" y="T3"/>
                </a:cxn>
                <a:cxn ang="T8">
                  <a:pos x="T4" y="T5"/>
                </a:cxn>
              </a:cxnLst>
              <a:rect l="0" t="0" r="r" b="b"/>
              <a:pathLst>
                <a:path w="533" h="54">
                  <a:moveTo>
                    <a:pt x="0" y="54"/>
                  </a:moveTo>
                  <a:lnTo>
                    <a:pt x="0" y="0"/>
                  </a:lnTo>
                  <a:lnTo>
                    <a:pt x="533" y="0"/>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2" name="Freeform 184">
              <a:extLst>
                <a:ext uri="{FF2B5EF4-FFF2-40B4-BE49-F238E27FC236}">
                  <a16:creationId xmlns:a16="http://schemas.microsoft.com/office/drawing/2014/main" id="{1A04DE48-57C9-2FE1-EA9C-753306F3B31A}"/>
                </a:ext>
              </a:extLst>
            </p:cNvPr>
            <p:cNvSpPr>
              <a:spLocks/>
            </p:cNvSpPr>
            <p:nvPr/>
          </p:nvSpPr>
          <p:spPr bwMode="auto">
            <a:xfrm>
              <a:off x="1818" y="3656"/>
              <a:ext cx="668" cy="342"/>
            </a:xfrm>
            <a:custGeom>
              <a:avLst/>
              <a:gdLst>
                <a:gd name="T0" fmla="*/ 0 w 521"/>
                <a:gd name="T1" fmla="*/ 48 h 266"/>
                <a:gd name="T2" fmla="*/ 0 w 521"/>
                <a:gd name="T3" fmla="*/ 0 h 266"/>
                <a:gd name="T4" fmla="*/ 668 w 521"/>
                <a:gd name="T5" fmla="*/ 0 h 266"/>
                <a:gd name="T6" fmla="*/ 668 w 521"/>
                <a:gd name="T7" fmla="*/ 342 h 2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1" h="266">
                  <a:moveTo>
                    <a:pt x="0" y="37"/>
                  </a:moveTo>
                  <a:lnTo>
                    <a:pt x="0" y="0"/>
                  </a:lnTo>
                  <a:lnTo>
                    <a:pt x="521" y="0"/>
                  </a:lnTo>
                  <a:lnTo>
                    <a:pt x="521" y="266"/>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3" name="Freeform 185">
              <a:extLst>
                <a:ext uri="{FF2B5EF4-FFF2-40B4-BE49-F238E27FC236}">
                  <a16:creationId xmlns:a16="http://schemas.microsoft.com/office/drawing/2014/main" id="{F15EEA6B-F29F-4235-3565-5511435CD6B9}"/>
                </a:ext>
              </a:extLst>
            </p:cNvPr>
            <p:cNvSpPr>
              <a:spLocks/>
            </p:cNvSpPr>
            <p:nvPr/>
          </p:nvSpPr>
          <p:spPr bwMode="auto">
            <a:xfrm>
              <a:off x="4102" y="3582"/>
              <a:ext cx="567" cy="416"/>
            </a:xfrm>
            <a:custGeom>
              <a:avLst/>
              <a:gdLst>
                <a:gd name="T0" fmla="*/ 0 w 442"/>
                <a:gd name="T1" fmla="*/ 171 h 324"/>
                <a:gd name="T2" fmla="*/ 0 w 442"/>
                <a:gd name="T3" fmla="*/ 0 h 324"/>
                <a:gd name="T4" fmla="*/ 567 w 442"/>
                <a:gd name="T5" fmla="*/ 0 h 324"/>
                <a:gd name="T6" fmla="*/ 567 w 442"/>
                <a:gd name="T7" fmla="*/ 416 h 3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2" h="324">
                  <a:moveTo>
                    <a:pt x="0" y="133"/>
                  </a:moveTo>
                  <a:lnTo>
                    <a:pt x="0" y="0"/>
                  </a:lnTo>
                  <a:lnTo>
                    <a:pt x="442" y="0"/>
                  </a:lnTo>
                  <a:lnTo>
                    <a:pt x="442" y="324"/>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4" name="Freeform 186">
              <a:extLst>
                <a:ext uri="{FF2B5EF4-FFF2-40B4-BE49-F238E27FC236}">
                  <a16:creationId xmlns:a16="http://schemas.microsoft.com/office/drawing/2014/main" id="{98CE40B3-FEB9-68E7-D843-A345DEA1CD41}"/>
                </a:ext>
              </a:extLst>
            </p:cNvPr>
            <p:cNvSpPr>
              <a:spLocks/>
            </p:cNvSpPr>
            <p:nvPr/>
          </p:nvSpPr>
          <p:spPr bwMode="auto">
            <a:xfrm>
              <a:off x="2152" y="3506"/>
              <a:ext cx="480" cy="492"/>
            </a:xfrm>
            <a:custGeom>
              <a:avLst/>
              <a:gdLst>
                <a:gd name="T0" fmla="*/ 0 w 374"/>
                <a:gd name="T1" fmla="*/ 150 h 383"/>
                <a:gd name="T2" fmla="*/ 0 w 374"/>
                <a:gd name="T3" fmla="*/ 0 h 383"/>
                <a:gd name="T4" fmla="*/ 480 w 374"/>
                <a:gd name="T5" fmla="*/ 0 h 383"/>
                <a:gd name="T6" fmla="*/ 480 w 374"/>
                <a:gd name="T7" fmla="*/ 492 h 3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4" h="383">
                  <a:moveTo>
                    <a:pt x="0" y="117"/>
                  </a:moveTo>
                  <a:lnTo>
                    <a:pt x="0" y="0"/>
                  </a:lnTo>
                  <a:lnTo>
                    <a:pt x="374" y="0"/>
                  </a:lnTo>
                  <a:lnTo>
                    <a:pt x="374" y="383"/>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5" name="Freeform 187">
              <a:extLst>
                <a:ext uri="{FF2B5EF4-FFF2-40B4-BE49-F238E27FC236}">
                  <a16:creationId xmlns:a16="http://schemas.microsoft.com/office/drawing/2014/main" id="{76BBC724-EFB2-E3A5-034F-5DAD0788594B}"/>
                </a:ext>
              </a:extLst>
            </p:cNvPr>
            <p:cNvSpPr>
              <a:spLocks/>
            </p:cNvSpPr>
            <p:nvPr/>
          </p:nvSpPr>
          <p:spPr bwMode="auto">
            <a:xfrm>
              <a:off x="2392" y="3377"/>
              <a:ext cx="385" cy="621"/>
            </a:xfrm>
            <a:custGeom>
              <a:avLst/>
              <a:gdLst>
                <a:gd name="T0" fmla="*/ 0 w 300"/>
                <a:gd name="T1" fmla="*/ 130 h 484"/>
                <a:gd name="T2" fmla="*/ 0 w 300"/>
                <a:gd name="T3" fmla="*/ 0 h 484"/>
                <a:gd name="T4" fmla="*/ 385 w 300"/>
                <a:gd name="T5" fmla="*/ 0 h 484"/>
                <a:gd name="T6" fmla="*/ 385 w 300"/>
                <a:gd name="T7" fmla="*/ 621 h 4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0" h="484">
                  <a:moveTo>
                    <a:pt x="0" y="101"/>
                  </a:moveTo>
                  <a:lnTo>
                    <a:pt x="0" y="0"/>
                  </a:lnTo>
                  <a:lnTo>
                    <a:pt x="300" y="0"/>
                  </a:lnTo>
                  <a:lnTo>
                    <a:pt x="300" y="484"/>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6" name="Freeform 188">
              <a:extLst>
                <a:ext uri="{FF2B5EF4-FFF2-40B4-BE49-F238E27FC236}">
                  <a16:creationId xmlns:a16="http://schemas.microsoft.com/office/drawing/2014/main" id="{22F935A3-30C7-7C73-7FDD-EA462B447CF6}"/>
                </a:ext>
              </a:extLst>
            </p:cNvPr>
            <p:cNvSpPr>
              <a:spLocks/>
            </p:cNvSpPr>
            <p:nvPr/>
          </p:nvSpPr>
          <p:spPr bwMode="auto">
            <a:xfrm>
              <a:off x="4385" y="3315"/>
              <a:ext cx="429" cy="683"/>
            </a:xfrm>
            <a:custGeom>
              <a:avLst/>
              <a:gdLst>
                <a:gd name="T0" fmla="*/ 0 w 334"/>
                <a:gd name="T1" fmla="*/ 267 h 532"/>
                <a:gd name="T2" fmla="*/ 0 w 334"/>
                <a:gd name="T3" fmla="*/ 0 h 532"/>
                <a:gd name="T4" fmla="*/ 429 w 334"/>
                <a:gd name="T5" fmla="*/ 0 h 532"/>
                <a:gd name="T6" fmla="*/ 429 w 334"/>
                <a:gd name="T7" fmla="*/ 683 h 5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4" h="532">
                  <a:moveTo>
                    <a:pt x="0" y="208"/>
                  </a:moveTo>
                  <a:lnTo>
                    <a:pt x="0" y="0"/>
                  </a:lnTo>
                  <a:lnTo>
                    <a:pt x="334" y="0"/>
                  </a:lnTo>
                  <a:lnTo>
                    <a:pt x="334" y="53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7" name="Freeform 189">
              <a:extLst>
                <a:ext uri="{FF2B5EF4-FFF2-40B4-BE49-F238E27FC236}">
                  <a16:creationId xmlns:a16="http://schemas.microsoft.com/office/drawing/2014/main" id="{7C633CC1-E917-7730-FE0A-23C763AAF113}"/>
                </a:ext>
              </a:extLst>
            </p:cNvPr>
            <p:cNvSpPr>
              <a:spLocks/>
            </p:cNvSpPr>
            <p:nvPr/>
          </p:nvSpPr>
          <p:spPr bwMode="auto">
            <a:xfrm>
              <a:off x="2581" y="1809"/>
              <a:ext cx="2015" cy="1568"/>
            </a:xfrm>
            <a:custGeom>
              <a:avLst/>
              <a:gdLst>
                <a:gd name="T0" fmla="*/ 2015 w 1570"/>
                <a:gd name="T1" fmla="*/ 1506 h 1222"/>
                <a:gd name="T2" fmla="*/ 2015 w 1570"/>
                <a:gd name="T3" fmla="*/ 0 h 1222"/>
                <a:gd name="T4" fmla="*/ 0 w 1570"/>
                <a:gd name="T5" fmla="*/ 0 h 1222"/>
                <a:gd name="T6" fmla="*/ 0 w 1570"/>
                <a:gd name="T7" fmla="*/ 1568 h 12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70" h="1222">
                  <a:moveTo>
                    <a:pt x="1570" y="1174"/>
                  </a:moveTo>
                  <a:lnTo>
                    <a:pt x="1570" y="0"/>
                  </a:lnTo>
                  <a:lnTo>
                    <a:pt x="0" y="0"/>
                  </a:lnTo>
                  <a:lnTo>
                    <a:pt x="0" y="122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8" name="Freeform 190">
              <a:extLst>
                <a:ext uri="{FF2B5EF4-FFF2-40B4-BE49-F238E27FC236}">
                  <a16:creationId xmlns:a16="http://schemas.microsoft.com/office/drawing/2014/main" id="{6240F884-4EEF-D131-EBF3-34223D202036}"/>
                </a:ext>
              </a:extLst>
            </p:cNvPr>
            <p:cNvSpPr>
              <a:spLocks/>
            </p:cNvSpPr>
            <p:nvPr/>
          </p:nvSpPr>
          <p:spPr bwMode="auto">
            <a:xfrm>
              <a:off x="3592" y="1338"/>
              <a:ext cx="1368" cy="2660"/>
            </a:xfrm>
            <a:custGeom>
              <a:avLst/>
              <a:gdLst>
                <a:gd name="T0" fmla="*/ 0 w 1066"/>
                <a:gd name="T1" fmla="*/ 471 h 2073"/>
                <a:gd name="T2" fmla="*/ 0 w 1066"/>
                <a:gd name="T3" fmla="*/ 0 h 2073"/>
                <a:gd name="T4" fmla="*/ 1368 w 1066"/>
                <a:gd name="T5" fmla="*/ 0 h 2073"/>
                <a:gd name="T6" fmla="*/ 1368 w 1066"/>
                <a:gd name="T7" fmla="*/ 2660 h 20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66" h="2073">
                  <a:moveTo>
                    <a:pt x="0" y="367"/>
                  </a:moveTo>
                  <a:lnTo>
                    <a:pt x="0" y="0"/>
                  </a:lnTo>
                  <a:lnTo>
                    <a:pt x="1066" y="0"/>
                  </a:lnTo>
                  <a:lnTo>
                    <a:pt x="1066" y="2073"/>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9" name="Line 191">
              <a:extLst>
                <a:ext uri="{FF2B5EF4-FFF2-40B4-BE49-F238E27FC236}">
                  <a16:creationId xmlns:a16="http://schemas.microsoft.com/office/drawing/2014/main" id="{4BDD8A11-7721-726B-1B36-24ADDC6B1760}"/>
                </a:ext>
              </a:extLst>
            </p:cNvPr>
            <p:cNvSpPr>
              <a:spLocks noChangeShapeType="1"/>
            </p:cNvSpPr>
            <p:nvPr/>
          </p:nvSpPr>
          <p:spPr bwMode="auto">
            <a:xfrm>
              <a:off x="717" y="4008"/>
              <a:ext cx="4288" cy="0"/>
            </a:xfrm>
            <a:prstGeom prst="line">
              <a:avLst/>
            </a:prstGeom>
            <a:noFill/>
            <a:ln w="603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0484" name="Text Box 192">
            <a:extLst>
              <a:ext uri="{FF2B5EF4-FFF2-40B4-BE49-F238E27FC236}">
                <a16:creationId xmlns:a16="http://schemas.microsoft.com/office/drawing/2014/main" id="{3A814305-68CF-E914-78B7-86031C6D3B76}"/>
              </a:ext>
            </a:extLst>
          </p:cNvPr>
          <p:cNvSpPr txBox="1">
            <a:spLocks noChangeArrowheads="1"/>
          </p:cNvSpPr>
          <p:nvPr/>
        </p:nvSpPr>
        <p:spPr bwMode="auto">
          <a:xfrm>
            <a:off x="744538" y="5318125"/>
            <a:ext cx="10461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Outlier</a:t>
            </a:r>
          </a:p>
        </p:txBody>
      </p:sp>
      <p:sp>
        <p:nvSpPr>
          <p:cNvPr id="203969" name="Text Box 193">
            <a:extLst>
              <a:ext uri="{FF2B5EF4-FFF2-40B4-BE49-F238E27FC236}">
                <a16:creationId xmlns:a16="http://schemas.microsoft.com/office/drawing/2014/main" id="{90286FE9-DC68-2370-FE68-D470E829E58C}"/>
              </a:ext>
            </a:extLst>
          </p:cNvPr>
          <p:cNvSpPr txBox="1">
            <a:spLocks noChangeArrowheads="1"/>
          </p:cNvSpPr>
          <p:nvPr/>
        </p:nvSpPr>
        <p:spPr bwMode="auto">
          <a:xfrm>
            <a:off x="141288" y="219075"/>
            <a:ext cx="9002712" cy="579438"/>
          </a:xfrm>
          <a:prstGeom prst="rect">
            <a:avLst/>
          </a:prstGeom>
          <a:noFill/>
          <a:ln>
            <a:noFill/>
          </a:ln>
          <a:effectLst/>
        </p:spPr>
        <p:txBody>
          <a:bodyPr wrap="none">
            <a:spAutoFit/>
          </a:bodyPr>
          <a:lstStyle/>
          <a:p>
            <a:pPr eaLnBrk="1" hangingPunct="1">
              <a:defRPr/>
            </a:pPr>
            <a:r>
              <a:rPr lang="en-US" altLang="en-US" sz="3200">
                <a:effectLst>
                  <a:outerShdw blurRad="38100" dist="38100" dir="2700000" algn="tl">
                    <a:srgbClr val="C0C0C0"/>
                  </a:outerShdw>
                </a:effectLst>
              </a:rPr>
              <a:t>One potential use of a dendrogram is to detect outliers</a:t>
            </a:r>
          </a:p>
        </p:txBody>
      </p:sp>
      <p:sp>
        <p:nvSpPr>
          <p:cNvPr id="20486" name="Text Box 194">
            <a:extLst>
              <a:ext uri="{FF2B5EF4-FFF2-40B4-BE49-F238E27FC236}">
                <a16:creationId xmlns:a16="http://schemas.microsoft.com/office/drawing/2014/main" id="{ECC326DF-68DF-78F6-99E1-0C988758EDAE}"/>
              </a:ext>
            </a:extLst>
          </p:cNvPr>
          <p:cNvSpPr txBox="1">
            <a:spLocks noChangeArrowheads="1"/>
          </p:cNvSpPr>
          <p:nvPr/>
        </p:nvSpPr>
        <p:spPr bwMode="auto">
          <a:xfrm>
            <a:off x="425450" y="1098550"/>
            <a:ext cx="608171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The single isolated branch is suggestive of a data point that is very different to all others</a:t>
            </a:r>
          </a:p>
        </p:txBody>
      </p:sp>
      <p:sp>
        <p:nvSpPr>
          <p:cNvPr id="20487" name="Line 195">
            <a:extLst>
              <a:ext uri="{FF2B5EF4-FFF2-40B4-BE49-F238E27FC236}">
                <a16:creationId xmlns:a16="http://schemas.microsoft.com/office/drawing/2014/main" id="{0C1FD0F7-62CF-D037-B9DE-AFDB7A69827A}"/>
              </a:ext>
            </a:extLst>
          </p:cNvPr>
          <p:cNvSpPr>
            <a:spLocks noChangeShapeType="1"/>
          </p:cNvSpPr>
          <p:nvPr/>
        </p:nvSpPr>
        <p:spPr bwMode="auto">
          <a:xfrm>
            <a:off x="6096000" y="1790700"/>
            <a:ext cx="685800" cy="60960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488" name="Line 196">
            <a:extLst>
              <a:ext uri="{FF2B5EF4-FFF2-40B4-BE49-F238E27FC236}">
                <a16:creationId xmlns:a16="http://schemas.microsoft.com/office/drawing/2014/main" id="{0D3C0C9E-719A-9558-3477-3EB2996DE811}"/>
              </a:ext>
            </a:extLst>
          </p:cNvPr>
          <p:cNvSpPr>
            <a:spLocks noChangeShapeType="1"/>
          </p:cNvSpPr>
          <p:nvPr/>
        </p:nvSpPr>
        <p:spPr bwMode="auto">
          <a:xfrm flipV="1">
            <a:off x="1800225" y="5114925"/>
            <a:ext cx="647700" cy="45720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03950155-038B-C2F9-D763-F17A96E97257}"/>
              </a:ext>
            </a:extLst>
          </p:cNvPr>
          <p:cNvSpPr>
            <a:spLocks noGrp="1" noChangeArrowheads="1"/>
          </p:cNvSpPr>
          <p:nvPr>
            <p:ph type="title"/>
          </p:nvPr>
        </p:nvSpPr>
        <p:spPr>
          <a:xfrm>
            <a:off x="76200" y="0"/>
            <a:ext cx="8915400" cy="1143000"/>
          </a:xfrm>
        </p:spPr>
        <p:txBody>
          <a:bodyPr/>
          <a:lstStyle/>
          <a:p>
            <a:pPr eaLnBrk="1" hangingPunct="1"/>
            <a:r>
              <a:rPr lang="en-US" altLang="en-US" sz="4800"/>
              <a:t>(How-to) Hierarchical Clustering</a:t>
            </a:r>
          </a:p>
        </p:txBody>
      </p:sp>
      <p:grpSp>
        <p:nvGrpSpPr>
          <p:cNvPr id="21507" name="Group 1027">
            <a:extLst>
              <a:ext uri="{FF2B5EF4-FFF2-40B4-BE49-F238E27FC236}">
                <a16:creationId xmlns:a16="http://schemas.microsoft.com/office/drawing/2014/main" id="{7ADDD1FD-BCF7-812E-1FE9-52E80C879077}"/>
              </a:ext>
            </a:extLst>
          </p:cNvPr>
          <p:cNvGrpSpPr>
            <a:grpSpLocks/>
          </p:cNvGrpSpPr>
          <p:nvPr/>
        </p:nvGrpSpPr>
        <p:grpSpPr bwMode="auto">
          <a:xfrm>
            <a:off x="565150" y="4041775"/>
            <a:ext cx="3587750" cy="2549525"/>
            <a:chOff x="98" y="300"/>
            <a:chExt cx="3214" cy="2284"/>
          </a:xfrm>
        </p:grpSpPr>
        <p:pic>
          <p:nvPicPr>
            <p:cNvPr id="21510" name="Picture 1028" descr="Edna Krabappel">
              <a:extLst>
                <a:ext uri="{FF2B5EF4-FFF2-40B4-BE49-F238E27FC236}">
                  <a16:creationId xmlns:a16="http://schemas.microsoft.com/office/drawing/2014/main" id="{E12BD47D-35D8-C5C7-8FCC-23BFD91D22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 y="1440"/>
              <a:ext cx="504" cy="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1" name="Picture 1029">
              <a:extLst>
                <a:ext uri="{FF2B5EF4-FFF2-40B4-BE49-F238E27FC236}">
                  <a16:creationId xmlns:a16="http://schemas.microsoft.com/office/drawing/2014/main" id="{8B5DE694-5ED4-D7BF-0ACA-AE32AFEE3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 y="1824"/>
              <a:ext cx="308" cy="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12" name="Picture 1030">
              <a:extLst>
                <a:ext uri="{FF2B5EF4-FFF2-40B4-BE49-F238E27FC236}">
                  <a16:creationId xmlns:a16="http://schemas.microsoft.com/office/drawing/2014/main" id="{F6DF219A-C1E4-4DBD-5A2D-7990C15CAF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278"/>
              <a:ext cx="424"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513" name="Group 1031">
              <a:extLst>
                <a:ext uri="{FF2B5EF4-FFF2-40B4-BE49-F238E27FC236}">
                  <a16:creationId xmlns:a16="http://schemas.microsoft.com/office/drawing/2014/main" id="{BE83A44A-3C8F-1765-7D72-6008DC9D1394}"/>
                </a:ext>
              </a:extLst>
            </p:cNvPr>
            <p:cNvGrpSpPr>
              <a:grpSpLocks/>
            </p:cNvGrpSpPr>
            <p:nvPr/>
          </p:nvGrpSpPr>
          <p:grpSpPr bwMode="auto">
            <a:xfrm>
              <a:off x="1865" y="1505"/>
              <a:ext cx="1447" cy="1031"/>
              <a:chOff x="252" y="2364"/>
              <a:chExt cx="2258" cy="1608"/>
            </a:xfrm>
          </p:grpSpPr>
          <p:pic>
            <p:nvPicPr>
              <p:cNvPr id="21528" name="Picture 1032">
                <a:extLst>
                  <a:ext uri="{FF2B5EF4-FFF2-40B4-BE49-F238E27FC236}">
                    <a16:creationId xmlns:a16="http://schemas.microsoft.com/office/drawing/2014/main" id="{90369843-31F3-6408-5AFD-5E0A1BF440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29" name="Picture 1033">
                <a:extLst>
                  <a:ext uri="{FF2B5EF4-FFF2-40B4-BE49-F238E27FC236}">
                    <a16:creationId xmlns:a16="http://schemas.microsoft.com/office/drawing/2014/main" id="{A54AD81B-728B-A035-E78B-F24EA79B99B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1514" name="Line 1034">
              <a:extLst>
                <a:ext uri="{FF2B5EF4-FFF2-40B4-BE49-F238E27FC236}">
                  <a16:creationId xmlns:a16="http://schemas.microsoft.com/office/drawing/2014/main" id="{5BEAFE29-9990-143F-3386-5B9D2B12442F}"/>
                </a:ext>
              </a:extLst>
            </p:cNvPr>
            <p:cNvSpPr>
              <a:spLocks noChangeShapeType="1"/>
            </p:cNvSpPr>
            <p:nvPr/>
          </p:nvSpPr>
          <p:spPr bwMode="auto">
            <a:xfrm flipH="1" flipV="1">
              <a:off x="255" y="444"/>
              <a:ext cx="0" cy="90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5" name="Line 1035">
              <a:extLst>
                <a:ext uri="{FF2B5EF4-FFF2-40B4-BE49-F238E27FC236}">
                  <a16:creationId xmlns:a16="http://schemas.microsoft.com/office/drawing/2014/main" id="{72119406-CAD6-20AF-4A49-AEC4290EA91E}"/>
                </a:ext>
              </a:extLst>
            </p:cNvPr>
            <p:cNvSpPr>
              <a:spLocks noChangeShapeType="1"/>
            </p:cNvSpPr>
            <p:nvPr/>
          </p:nvSpPr>
          <p:spPr bwMode="auto">
            <a:xfrm flipH="1" flipV="1">
              <a:off x="2919" y="1167"/>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6" name="Line 1036">
              <a:extLst>
                <a:ext uri="{FF2B5EF4-FFF2-40B4-BE49-F238E27FC236}">
                  <a16:creationId xmlns:a16="http://schemas.microsoft.com/office/drawing/2014/main" id="{6545ED9D-1A68-A029-C025-DA5ACC90DF57}"/>
                </a:ext>
              </a:extLst>
            </p:cNvPr>
            <p:cNvSpPr>
              <a:spLocks noChangeShapeType="1"/>
            </p:cNvSpPr>
            <p:nvPr/>
          </p:nvSpPr>
          <p:spPr bwMode="auto">
            <a:xfrm flipH="1" flipV="1">
              <a:off x="2227" y="1167"/>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7" name="Line 1037">
              <a:extLst>
                <a:ext uri="{FF2B5EF4-FFF2-40B4-BE49-F238E27FC236}">
                  <a16:creationId xmlns:a16="http://schemas.microsoft.com/office/drawing/2014/main" id="{DB6343BB-8375-D4CE-DEB8-7D193FB45726}"/>
                </a:ext>
              </a:extLst>
            </p:cNvPr>
            <p:cNvSpPr>
              <a:spLocks noChangeShapeType="1"/>
            </p:cNvSpPr>
            <p:nvPr/>
          </p:nvSpPr>
          <p:spPr bwMode="auto">
            <a:xfrm flipH="1">
              <a:off x="2221" y="1167"/>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8" name="Line 1038">
              <a:extLst>
                <a:ext uri="{FF2B5EF4-FFF2-40B4-BE49-F238E27FC236}">
                  <a16:creationId xmlns:a16="http://schemas.microsoft.com/office/drawing/2014/main" id="{4248FD9C-704B-6E3A-975E-FE74A7631DE2}"/>
                </a:ext>
              </a:extLst>
            </p:cNvPr>
            <p:cNvSpPr>
              <a:spLocks noChangeShapeType="1"/>
            </p:cNvSpPr>
            <p:nvPr/>
          </p:nvSpPr>
          <p:spPr bwMode="auto">
            <a:xfrm flipH="1">
              <a:off x="1193" y="710"/>
              <a:ext cx="1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9" name="Line 1039">
              <a:extLst>
                <a:ext uri="{FF2B5EF4-FFF2-40B4-BE49-F238E27FC236}">
                  <a16:creationId xmlns:a16="http://schemas.microsoft.com/office/drawing/2014/main" id="{EC437D65-07EC-BBCE-038D-5D31C13550B1}"/>
                </a:ext>
              </a:extLst>
            </p:cNvPr>
            <p:cNvSpPr>
              <a:spLocks noChangeShapeType="1"/>
            </p:cNvSpPr>
            <p:nvPr/>
          </p:nvSpPr>
          <p:spPr bwMode="auto">
            <a:xfrm rot="5400000" flipH="1">
              <a:off x="2343" y="943"/>
              <a:ext cx="457"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0" name="Line 1040">
              <a:extLst>
                <a:ext uri="{FF2B5EF4-FFF2-40B4-BE49-F238E27FC236}">
                  <a16:creationId xmlns:a16="http://schemas.microsoft.com/office/drawing/2014/main" id="{F1DCA46B-39B8-FF6D-F028-7D609E8EE063}"/>
                </a:ext>
              </a:extLst>
            </p:cNvPr>
            <p:cNvSpPr>
              <a:spLocks noChangeShapeType="1"/>
            </p:cNvSpPr>
            <p:nvPr/>
          </p:nvSpPr>
          <p:spPr bwMode="auto">
            <a:xfrm rot="5400000" flipH="1">
              <a:off x="1712" y="574"/>
              <a:ext cx="26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1521" name="Group 1041">
              <a:extLst>
                <a:ext uri="{FF2B5EF4-FFF2-40B4-BE49-F238E27FC236}">
                  <a16:creationId xmlns:a16="http://schemas.microsoft.com/office/drawing/2014/main" id="{352CABE5-8657-D632-2A7D-2B09BDF51D82}"/>
                </a:ext>
              </a:extLst>
            </p:cNvPr>
            <p:cNvGrpSpPr>
              <a:grpSpLocks/>
            </p:cNvGrpSpPr>
            <p:nvPr/>
          </p:nvGrpSpPr>
          <p:grpSpPr bwMode="auto">
            <a:xfrm>
              <a:off x="859" y="969"/>
              <a:ext cx="703" cy="377"/>
              <a:chOff x="2112" y="2976"/>
              <a:chExt cx="703" cy="377"/>
            </a:xfrm>
          </p:grpSpPr>
          <p:sp>
            <p:nvSpPr>
              <p:cNvPr id="21525" name="Line 1042">
                <a:extLst>
                  <a:ext uri="{FF2B5EF4-FFF2-40B4-BE49-F238E27FC236}">
                    <a16:creationId xmlns:a16="http://schemas.microsoft.com/office/drawing/2014/main" id="{54D7A96E-ADC2-A55D-7FF7-9183BE815563}"/>
                  </a:ext>
                </a:extLst>
              </p:cNvPr>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6" name="Line 1043">
                <a:extLst>
                  <a:ext uri="{FF2B5EF4-FFF2-40B4-BE49-F238E27FC236}">
                    <a16:creationId xmlns:a16="http://schemas.microsoft.com/office/drawing/2014/main" id="{0C66B0E7-FE10-CDD1-61C5-34821D8B901F}"/>
                  </a:ext>
                </a:extLst>
              </p:cNvPr>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7" name="Line 1044">
                <a:extLst>
                  <a:ext uri="{FF2B5EF4-FFF2-40B4-BE49-F238E27FC236}">
                    <a16:creationId xmlns:a16="http://schemas.microsoft.com/office/drawing/2014/main" id="{B910D542-70C3-8E5D-1979-5A539ED99EB5}"/>
                  </a:ext>
                </a:extLst>
              </p:cNvPr>
              <p:cNvSpPr>
                <a:spLocks noChangeShapeType="1"/>
              </p:cNvSpPr>
              <p:nvPr/>
            </p:nvSpPr>
            <p:spPr bwMode="auto">
              <a:xfrm flipH="1">
                <a:off x="2112" y="2976"/>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1522" name="Line 1045">
              <a:extLst>
                <a:ext uri="{FF2B5EF4-FFF2-40B4-BE49-F238E27FC236}">
                  <a16:creationId xmlns:a16="http://schemas.microsoft.com/office/drawing/2014/main" id="{3A8A15A5-3917-664D-B718-4814506EF8A4}"/>
                </a:ext>
              </a:extLst>
            </p:cNvPr>
            <p:cNvSpPr>
              <a:spLocks noChangeShapeType="1"/>
            </p:cNvSpPr>
            <p:nvPr/>
          </p:nvSpPr>
          <p:spPr bwMode="auto">
            <a:xfrm rot="5400000" flipH="1">
              <a:off x="1065" y="844"/>
              <a:ext cx="25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3" name="Line 1046">
              <a:extLst>
                <a:ext uri="{FF2B5EF4-FFF2-40B4-BE49-F238E27FC236}">
                  <a16:creationId xmlns:a16="http://schemas.microsoft.com/office/drawing/2014/main" id="{FD55E15B-DDE1-066B-002D-C3FCACFE0A5F}"/>
                </a:ext>
              </a:extLst>
            </p:cNvPr>
            <p:cNvSpPr>
              <a:spLocks noChangeShapeType="1"/>
            </p:cNvSpPr>
            <p:nvPr/>
          </p:nvSpPr>
          <p:spPr bwMode="auto">
            <a:xfrm flipH="1">
              <a:off x="253" y="446"/>
              <a:ext cx="158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4" name="Line 1047">
              <a:extLst>
                <a:ext uri="{FF2B5EF4-FFF2-40B4-BE49-F238E27FC236}">
                  <a16:creationId xmlns:a16="http://schemas.microsoft.com/office/drawing/2014/main" id="{08CDA6CB-276F-A104-C035-855C1819C1ED}"/>
                </a:ext>
              </a:extLst>
            </p:cNvPr>
            <p:cNvSpPr>
              <a:spLocks noChangeShapeType="1"/>
            </p:cNvSpPr>
            <p:nvPr/>
          </p:nvSpPr>
          <p:spPr bwMode="auto">
            <a:xfrm rot="5400000" flipH="1">
              <a:off x="989" y="370"/>
              <a:ext cx="139"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1508" name="Text Box 1048">
            <a:extLst>
              <a:ext uri="{FF2B5EF4-FFF2-40B4-BE49-F238E27FC236}">
                <a16:creationId xmlns:a16="http://schemas.microsoft.com/office/drawing/2014/main" id="{B1206050-BBC6-B7CC-EE73-5E7B3CDD9491}"/>
              </a:ext>
            </a:extLst>
          </p:cNvPr>
          <p:cNvSpPr txBox="1">
            <a:spLocks noChangeArrowheads="1"/>
          </p:cNvSpPr>
          <p:nvPr/>
        </p:nvSpPr>
        <p:spPr bwMode="auto">
          <a:xfrm>
            <a:off x="201613" y="1303338"/>
            <a:ext cx="3851275" cy="283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914400" indent="-457200">
              <a:spcBef>
                <a:spcPct val="20000"/>
              </a:spcBef>
              <a:buChar char="–"/>
              <a:defRPr sz="2800">
                <a:solidFill>
                  <a:schemeClr val="tx1"/>
                </a:solidFill>
                <a:latin typeface="Times New Roman" panose="02020603050405020304" pitchFamily="18" charset="0"/>
              </a:defRPr>
            </a:lvl2pPr>
            <a:lvl3pPr marL="1371600" indent="-457200">
              <a:spcBef>
                <a:spcPct val="20000"/>
              </a:spcBef>
              <a:buChar char="•"/>
              <a:defRPr sz="2400">
                <a:solidFill>
                  <a:schemeClr val="tx1"/>
                </a:solidFill>
                <a:latin typeface="Times New Roman" panose="02020603050405020304" pitchFamily="18" charset="0"/>
              </a:defRPr>
            </a:lvl3pPr>
            <a:lvl4pPr marL="1828800" indent="-457200">
              <a:spcBef>
                <a:spcPct val="20000"/>
              </a:spcBef>
              <a:buChar char="–"/>
              <a:defRPr sz="2000">
                <a:solidFill>
                  <a:schemeClr val="tx1"/>
                </a:solidFill>
                <a:latin typeface="Times New Roman" panose="02020603050405020304" pitchFamily="18" charset="0"/>
              </a:defRPr>
            </a:lvl4pPr>
            <a:lvl5pPr marL="2286000" indent="-457200">
              <a:spcBef>
                <a:spcPct val="20000"/>
              </a:spcBef>
              <a:buChar char="»"/>
              <a:defRPr sz="2000">
                <a:solidFill>
                  <a:schemeClr val="tx1"/>
                </a:solidFill>
                <a:latin typeface="Times New Roman" panose="02020603050405020304" pitchFamily="18" charset="0"/>
              </a:defRPr>
            </a:lvl5pPr>
            <a:lvl6pPr marL="2743200" indent="-4572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200400" indent="-4572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657600" indent="-4572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114800" indent="-4572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a:latin typeface="Times" panose="02020603050405020304" pitchFamily="18" charset="0"/>
              </a:rPr>
              <a:t>The number of dendrograms with </a:t>
            </a:r>
            <a:r>
              <a:rPr lang="en-US" altLang="en-US" sz="1800" i="1">
                <a:latin typeface="Times" panose="02020603050405020304" pitchFamily="18" charset="0"/>
              </a:rPr>
              <a:t>n</a:t>
            </a:r>
            <a:r>
              <a:rPr lang="en-US" altLang="en-US" sz="1800">
                <a:latin typeface="Times" panose="02020603050405020304" pitchFamily="18" charset="0"/>
              </a:rPr>
              <a:t> leafs  = (2</a:t>
            </a:r>
            <a:r>
              <a:rPr lang="en-US" altLang="en-US" sz="1800" i="1">
                <a:latin typeface="Times" panose="02020603050405020304" pitchFamily="18" charset="0"/>
              </a:rPr>
              <a:t>n</a:t>
            </a:r>
            <a:r>
              <a:rPr lang="en-US" altLang="en-US" sz="1800">
                <a:latin typeface="Times" panose="02020603050405020304" pitchFamily="18" charset="0"/>
              </a:rPr>
              <a:t> -3)!/[(2</a:t>
            </a:r>
            <a:r>
              <a:rPr lang="en-US" altLang="en-US" sz="1800" baseline="30000">
                <a:latin typeface="Times" panose="02020603050405020304" pitchFamily="18" charset="0"/>
              </a:rPr>
              <a:t>(</a:t>
            </a:r>
            <a:r>
              <a:rPr lang="en-US" altLang="en-US" sz="1800" i="1" baseline="30000">
                <a:latin typeface="Times" panose="02020603050405020304" pitchFamily="18" charset="0"/>
              </a:rPr>
              <a:t>n </a:t>
            </a:r>
            <a:r>
              <a:rPr lang="en-US" altLang="en-US" sz="1800" baseline="30000">
                <a:latin typeface="Times" panose="02020603050405020304" pitchFamily="18" charset="0"/>
              </a:rPr>
              <a:t>-2)</a:t>
            </a:r>
            <a:r>
              <a:rPr lang="en-US" altLang="en-US" sz="1800">
                <a:latin typeface="Times" panose="02020603050405020304" pitchFamily="18" charset="0"/>
              </a:rPr>
              <a:t>) (</a:t>
            </a:r>
            <a:r>
              <a:rPr lang="en-US" altLang="en-US" sz="1800" i="1">
                <a:latin typeface="Times" panose="02020603050405020304" pitchFamily="18" charset="0"/>
              </a:rPr>
              <a:t>n </a:t>
            </a:r>
            <a:r>
              <a:rPr lang="en-US" altLang="en-US" sz="1800">
                <a:latin typeface="Times" panose="02020603050405020304" pitchFamily="18" charset="0"/>
              </a:rPr>
              <a:t>-2)!]</a:t>
            </a:r>
          </a:p>
          <a:p>
            <a:pPr>
              <a:spcBef>
                <a:spcPct val="0"/>
              </a:spcBef>
              <a:buFontTx/>
              <a:buNone/>
            </a:pPr>
            <a:endParaRPr lang="en-US" altLang="en-US" sz="1800">
              <a:latin typeface="Times" panose="02020603050405020304" pitchFamily="18" charset="0"/>
            </a:endParaRPr>
          </a:p>
          <a:p>
            <a:pPr>
              <a:spcBef>
                <a:spcPct val="0"/>
              </a:spcBef>
              <a:buFontTx/>
              <a:buNone/>
            </a:pPr>
            <a:r>
              <a:rPr lang="en-US" altLang="en-US" sz="1400">
                <a:latin typeface="Times" panose="02020603050405020304" pitchFamily="18" charset="0"/>
              </a:rPr>
              <a:t>Number 	Number of Possible</a:t>
            </a:r>
          </a:p>
          <a:p>
            <a:pPr>
              <a:spcBef>
                <a:spcPct val="0"/>
              </a:spcBef>
              <a:buFontTx/>
              <a:buNone/>
            </a:pPr>
            <a:r>
              <a:rPr lang="en-US" altLang="en-US" sz="1400">
                <a:latin typeface="Times" panose="02020603050405020304" pitchFamily="18" charset="0"/>
              </a:rPr>
              <a:t>of Leafs	Dendrograms </a:t>
            </a:r>
          </a:p>
          <a:p>
            <a:pPr>
              <a:spcBef>
                <a:spcPct val="0"/>
              </a:spcBef>
              <a:buFontTx/>
              <a:buNone/>
            </a:pPr>
            <a:r>
              <a:rPr lang="en-US" altLang="en-US" sz="1400">
                <a:latin typeface="Times" panose="02020603050405020304" pitchFamily="18" charset="0"/>
              </a:rPr>
              <a:t>2		1</a:t>
            </a:r>
          </a:p>
          <a:p>
            <a:pPr>
              <a:spcBef>
                <a:spcPct val="0"/>
              </a:spcBef>
              <a:buFontTx/>
              <a:buNone/>
            </a:pPr>
            <a:r>
              <a:rPr lang="en-US" altLang="en-US" sz="1400">
                <a:latin typeface="Times" panose="02020603050405020304" pitchFamily="18" charset="0"/>
              </a:rPr>
              <a:t>3		3</a:t>
            </a:r>
          </a:p>
          <a:p>
            <a:pPr>
              <a:spcBef>
                <a:spcPct val="0"/>
              </a:spcBef>
              <a:buFontTx/>
              <a:buNone/>
            </a:pPr>
            <a:r>
              <a:rPr lang="en-US" altLang="en-US" sz="1400">
                <a:latin typeface="Times" panose="02020603050405020304" pitchFamily="18" charset="0"/>
              </a:rPr>
              <a:t>4		15</a:t>
            </a:r>
          </a:p>
          <a:p>
            <a:pPr>
              <a:spcBef>
                <a:spcPct val="0"/>
              </a:spcBef>
              <a:buFontTx/>
              <a:buNone/>
            </a:pPr>
            <a:r>
              <a:rPr lang="en-US" altLang="en-US" sz="1400">
                <a:latin typeface="Times" panose="02020603050405020304" pitchFamily="18" charset="0"/>
              </a:rPr>
              <a:t>5		105</a:t>
            </a:r>
          </a:p>
          <a:p>
            <a:pPr>
              <a:spcBef>
                <a:spcPct val="0"/>
              </a:spcBef>
              <a:buFontTx/>
              <a:buNone/>
            </a:pPr>
            <a:r>
              <a:rPr lang="en-US" altLang="en-US" sz="1400">
                <a:latin typeface="Times" panose="02020603050405020304" pitchFamily="18" charset="0"/>
              </a:rPr>
              <a:t>...		…</a:t>
            </a:r>
          </a:p>
          <a:p>
            <a:pPr>
              <a:spcBef>
                <a:spcPct val="0"/>
              </a:spcBef>
              <a:buFontTx/>
              <a:buAutoNum type="arabicPlain" startAt="10"/>
            </a:pPr>
            <a:r>
              <a:rPr lang="en-US" altLang="en-US" sz="1400">
                <a:latin typeface="Times" panose="02020603050405020304" pitchFamily="18" charset="0"/>
              </a:rPr>
              <a:t> 	34,459,425</a:t>
            </a:r>
          </a:p>
          <a:p>
            <a:pPr>
              <a:spcBef>
                <a:spcPct val="0"/>
              </a:spcBef>
              <a:buFontTx/>
              <a:buNone/>
            </a:pPr>
            <a:endParaRPr lang="en-US" altLang="en-US" sz="1400">
              <a:latin typeface="Times" panose="02020603050405020304" pitchFamily="18" charset="0"/>
            </a:endParaRPr>
          </a:p>
        </p:txBody>
      </p:sp>
      <p:sp>
        <p:nvSpPr>
          <p:cNvPr id="21509" name="Text Box 1049">
            <a:extLst>
              <a:ext uri="{FF2B5EF4-FFF2-40B4-BE49-F238E27FC236}">
                <a16:creationId xmlns:a16="http://schemas.microsoft.com/office/drawing/2014/main" id="{07842E06-9979-1C87-46FC-B44507C4E10C}"/>
              </a:ext>
            </a:extLst>
          </p:cNvPr>
          <p:cNvSpPr txBox="1">
            <a:spLocks noChangeArrowheads="1"/>
          </p:cNvSpPr>
          <p:nvPr/>
        </p:nvSpPr>
        <p:spPr bwMode="auto">
          <a:xfrm>
            <a:off x="4422775" y="1289050"/>
            <a:ext cx="4241800" cy="527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000"/>
              <a:t>Since we cannot test all possible trees we will have to heuristic search of all possible trees. We could do this..</a:t>
            </a:r>
          </a:p>
          <a:p>
            <a:pPr algn="l" eaLnBrk="1" hangingPunct="1"/>
            <a:endParaRPr lang="en-US" altLang="en-US" sz="2000"/>
          </a:p>
          <a:p>
            <a:pPr algn="l" eaLnBrk="1" hangingPunct="1"/>
            <a:r>
              <a:rPr lang="en-US" altLang="en-US" sz="2000" b="1"/>
              <a:t>Bottom-Up (</a:t>
            </a:r>
            <a:r>
              <a:rPr lang="en-US" altLang="zh-CN" sz="2000" b="1">
                <a:ea typeface="SimSun" panose="02010600030101010101" pitchFamily="2" charset="-122"/>
              </a:rPr>
              <a:t>agglomerative</a:t>
            </a:r>
            <a:r>
              <a:rPr lang="en-US" altLang="en-US" sz="2000" b="1"/>
              <a:t>):</a:t>
            </a:r>
            <a:r>
              <a:rPr lang="en-US" altLang="en-US" sz="2000"/>
              <a:t> Starting with each item in its own cluster, find the best pair to merge into a new cluster. Repeat until all clusters are fused together. </a:t>
            </a:r>
          </a:p>
          <a:p>
            <a:pPr algn="l" eaLnBrk="1" hangingPunct="1"/>
            <a:endParaRPr lang="en-US" altLang="en-US" sz="2000" b="1"/>
          </a:p>
          <a:p>
            <a:pPr algn="l" eaLnBrk="1" hangingPunct="1"/>
            <a:r>
              <a:rPr lang="en-US" altLang="en-US" sz="2000" b="1"/>
              <a:t>Top-Down (</a:t>
            </a:r>
            <a:r>
              <a:rPr lang="en-US" altLang="zh-CN" sz="2000" b="1">
                <a:ea typeface="SimSun" panose="02010600030101010101" pitchFamily="2" charset="-122"/>
              </a:rPr>
              <a:t>divisive</a:t>
            </a:r>
            <a:r>
              <a:rPr lang="en-US" altLang="en-US" sz="2000" b="1"/>
              <a:t>):</a:t>
            </a:r>
            <a:r>
              <a:rPr lang="en-US" altLang="en-US" sz="2000"/>
              <a:t> Starting with all the data in a single cluster, consider every possible way to divide the cluster into two. Choose the best division and recursively operate on both sides.</a:t>
            </a:r>
          </a:p>
          <a:p>
            <a:pPr algn="l" eaLnBrk="1" hangingPunct="1"/>
            <a:endParaRPr lang="en-US" altLang="en-US" sz="2000"/>
          </a:p>
          <a:p>
            <a:pPr algn="l" eaLnBrk="1" hangingPunct="1"/>
            <a:endParaRPr lang="en-US" altLang="en-US"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pic>
        <p:nvPicPr>
          <p:cNvPr id="22530" name="Picture 1026">
            <a:extLst>
              <a:ext uri="{FF2B5EF4-FFF2-40B4-BE49-F238E27FC236}">
                <a16:creationId xmlns:a16="http://schemas.microsoft.com/office/drawing/2014/main" id="{9EDA9B06-EBEA-0B3E-D6F9-C47EEDC7E8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5791200"/>
            <a:ext cx="409575"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1027">
            <a:extLst>
              <a:ext uri="{FF2B5EF4-FFF2-40B4-BE49-F238E27FC236}">
                <a16:creationId xmlns:a16="http://schemas.microsoft.com/office/drawing/2014/main" id="{9FABD6D3-7F00-D2A0-60E3-C6D1FD34DA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5791200"/>
            <a:ext cx="466725"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532" name="Group 1028">
            <a:extLst>
              <a:ext uri="{FF2B5EF4-FFF2-40B4-BE49-F238E27FC236}">
                <a16:creationId xmlns:a16="http://schemas.microsoft.com/office/drawing/2014/main" id="{7F9BBE4B-1B9F-941E-1B10-D281F262F689}"/>
              </a:ext>
            </a:extLst>
          </p:cNvPr>
          <p:cNvGrpSpPr>
            <a:grpSpLocks/>
          </p:cNvGrpSpPr>
          <p:nvPr/>
        </p:nvGrpSpPr>
        <p:grpSpPr bwMode="auto">
          <a:xfrm>
            <a:off x="4343400" y="1979613"/>
            <a:ext cx="4343400" cy="4754562"/>
            <a:chOff x="2736" y="1247"/>
            <a:chExt cx="2736" cy="2995"/>
          </a:xfrm>
        </p:grpSpPr>
        <p:grpSp>
          <p:nvGrpSpPr>
            <p:cNvPr id="22537" name="Group 1029">
              <a:extLst>
                <a:ext uri="{FF2B5EF4-FFF2-40B4-BE49-F238E27FC236}">
                  <a16:creationId xmlns:a16="http://schemas.microsoft.com/office/drawing/2014/main" id="{96BEA390-7FFA-2127-DFFF-1EAEF49FCE00}"/>
                </a:ext>
              </a:extLst>
            </p:cNvPr>
            <p:cNvGrpSpPr>
              <a:grpSpLocks/>
            </p:cNvGrpSpPr>
            <p:nvPr/>
          </p:nvGrpSpPr>
          <p:grpSpPr bwMode="auto">
            <a:xfrm>
              <a:off x="3312" y="2016"/>
              <a:ext cx="2160" cy="2160"/>
              <a:chOff x="1632" y="1248"/>
              <a:chExt cx="2160" cy="2160"/>
            </a:xfrm>
          </p:grpSpPr>
          <p:grpSp>
            <p:nvGrpSpPr>
              <p:cNvPr id="22548" name="Group 1030">
                <a:extLst>
                  <a:ext uri="{FF2B5EF4-FFF2-40B4-BE49-F238E27FC236}">
                    <a16:creationId xmlns:a16="http://schemas.microsoft.com/office/drawing/2014/main" id="{E7E032ED-6D94-E3B0-1456-F5154FFAD76D}"/>
                  </a:ext>
                </a:extLst>
              </p:cNvPr>
              <p:cNvGrpSpPr>
                <a:grpSpLocks/>
              </p:cNvGrpSpPr>
              <p:nvPr/>
            </p:nvGrpSpPr>
            <p:grpSpPr bwMode="auto">
              <a:xfrm>
                <a:off x="1632" y="1248"/>
                <a:ext cx="432" cy="432"/>
                <a:chOff x="1776" y="1920"/>
                <a:chExt cx="432" cy="432"/>
              </a:xfrm>
            </p:grpSpPr>
            <p:sp>
              <p:nvSpPr>
                <p:cNvPr id="22621" name="Rectangle 1031">
                  <a:extLst>
                    <a:ext uri="{FF2B5EF4-FFF2-40B4-BE49-F238E27FC236}">
                      <a16:creationId xmlns:a16="http://schemas.microsoft.com/office/drawing/2014/main" id="{49B82480-3A40-B893-C627-4F4B7FDDA46E}"/>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622" name="Text Box 1032">
                  <a:extLst>
                    <a:ext uri="{FF2B5EF4-FFF2-40B4-BE49-F238E27FC236}">
                      <a16:creationId xmlns:a16="http://schemas.microsoft.com/office/drawing/2014/main" id="{92124976-C2E7-D831-2152-F30BDFBC7477}"/>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0</a:t>
                  </a:r>
                </a:p>
              </p:txBody>
            </p:sp>
          </p:grpSp>
          <p:grpSp>
            <p:nvGrpSpPr>
              <p:cNvPr id="22549" name="Group 1033">
                <a:extLst>
                  <a:ext uri="{FF2B5EF4-FFF2-40B4-BE49-F238E27FC236}">
                    <a16:creationId xmlns:a16="http://schemas.microsoft.com/office/drawing/2014/main" id="{9C1514C6-6E7E-066D-9C25-F75A1811C264}"/>
                  </a:ext>
                </a:extLst>
              </p:cNvPr>
              <p:cNvGrpSpPr>
                <a:grpSpLocks/>
              </p:cNvGrpSpPr>
              <p:nvPr/>
            </p:nvGrpSpPr>
            <p:grpSpPr bwMode="auto">
              <a:xfrm>
                <a:off x="2064" y="1248"/>
                <a:ext cx="432" cy="432"/>
                <a:chOff x="1776" y="1920"/>
                <a:chExt cx="432" cy="432"/>
              </a:xfrm>
            </p:grpSpPr>
            <p:sp>
              <p:nvSpPr>
                <p:cNvPr id="22619" name="Rectangle 1034">
                  <a:extLst>
                    <a:ext uri="{FF2B5EF4-FFF2-40B4-BE49-F238E27FC236}">
                      <a16:creationId xmlns:a16="http://schemas.microsoft.com/office/drawing/2014/main" id="{50A47DA0-B1CA-C104-6151-DC31727C2236}"/>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620" name="Text Box 1035">
                  <a:extLst>
                    <a:ext uri="{FF2B5EF4-FFF2-40B4-BE49-F238E27FC236}">
                      <a16:creationId xmlns:a16="http://schemas.microsoft.com/office/drawing/2014/main" id="{C01904A3-22F0-9890-041A-999ADCAFE3C8}"/>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8</a:t>
                  </a:r>
                </a:p>
              </p:txBody>
            </p:sp>
          </p:grpSp>
          <p:grpSp>
            <p:nvGrpSpPr>
              <p:cNvPr id="22550" name="Group 1036">
                <a:extLst>
                  <a:ext uri="{FF2B5EF4-FFF2-40B4-BE49-F238E27FC236}">
                    <a16:creationId xmlns:a16="http://schemas.microsoft.com/office/drawing/2014/main" id="{8AC88655-7778-7141-6310-58F4848FD35E}"/>
                  </a:ext>
                </a:extLst>
              </p:cNvPr>
              <p:cNvGrpSpPr>
                <a:grpSpLocks/>
              </p:cNvGrpSpPr>
              <p:nvPr/>
            </p:nvGrpSpPr>
            <p:grpSpPr bwMode="auto">
              <a:xfrm>
                <a:off x="2496" y="1248"/>
                <a:ext cx="432" cy="432"/>
                <a:chOff x="1776" y="1920"/>
                <a:chExt cx="432" cy="432"/>
              </a:xfrm>
            </p:grpSpPr>
            <p:sp>
              <p:nvSpPr>
                <p:cNvPr id="22617" name="Rectangle 1037">
                  <a:extLst>
                    <a:ext uri="{FF2B5EF4-FFF2-40B4-BE49-F238E27FC236}">
                      <a16:creationId xmlns:a16="http://schemas.microsoft.com/office/drawing/2014/main" id="{76A1F7F3-7F7E-6334-4B9C-DB2D175C5F1A}"/>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618" name="Text Box 1038">
                  <a:extLst>
                    <a:ext uri="{FF2B5EF4-FFF2-40B4-BE49-F238E27FC236}">
                      <a16:creationId xmlns:a16="http://schemas.microsoft.com/office/drawing/2014/main" id="{0445D3C4-8823-3568-E255-6D2F0D6E19F0}"/>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8</a:t>
                  </a:r>
                </a:p>
              </p:txBody>
            </p:sp>
          </p:grpSp>
          <p:grpSp>
            <p:nvGrpSpPr>
              <p:cNvPr id="22551" name="Group 1039">
                <a:extLst>
                  <a:ext uri="{FF2B5EF4-FFF2-40B4-BE49-F238E27FC236}">
                    <a16:creationId xmlns:a16="http://schemas.microsoft.com/office/drawing/2014/main" id="{49B7EC49-5A5D-99DC-8FDE-F6F302690957}"/>
                  </a:ext>
                </a:extLst>
              </p:cNvPr>
              <p:cNvGrpSpPr>
                <a:grpSpLocks/>
              </p:cNvGrpSpPr>
              <p:nvPr/>
            </p:nvGrpSpPr>
            <p:grpSpPr bwMode="auto">
              <a:xfrm>
                <a:off x="2928" y="1248"/>
                <a:ext cx="432" cy="432"/>
                <a:chOff x="1776" y="1920"/>
                <a:chExt cx="432" cy="432"/>
              </a:xfrm>
            </p:grpSpPr>
            <p:sp>
              <p:nvSpPr>
                <p:cNvPr id="22615" name="Rectangle 1040">
                  <a:extLst>
                    <a:ext uri="{FF2B5EF4-FFF2-40B4-BE49-F238E27FC236}">
                      <a16:creationId xmlns:a16="http://schemas.microsoft.com/office/drawing/2014/main" id="{3A824381-7062-7403-61E5-195E7652E130}"/>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616" name="Text Box 1041">
                  <a:extLst>
                    <a:ext uri="{FF2B5EF4-FFF2-40B4-BE49-F238E27FC236}">
                      <a16:creationId xmlns:a16="http://schemas.microsoft.com/office/drawing/2014/main" id="{877E5747-252E-AC37-6131-33B0A5017456}"/>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7</a:t>
                  </a:r>
                </a:p>
              </p:txBody>
            </p:sp>
          </p:grpSp>
          <p:grpSp>
            <p:nvGrpSpPr>
              <p:cNvPr id="22552" name="Group 1042">
                <a:extLst>
                  <a:ext uri="{FF2B5EF4-FFF2-40B4-BE49-F238E27FC236}">
                    <a16:creationId xmlns:a16="http://schemas.microsoft.com/office/drawing/2014/main" id="{F9B76866-F9B1-36B3-4777-C39441328E95}"/>
                  </a:ext>
                </a:extLst>
              </p:cNvPr>
              <p:cNvGrpSpPr>
                <a:grpSpLocks/>
              </p:cNvGrpSpPr>
              <p:nvPr/>
            </p:nvGrpSpPr>
            <p:grpSpPr bwMode="auto">
              <a:xfrm>
                <a:off x="3360" y="1248"/>
                <a:ext cx="432" cy="432"/>
                <a:chOff x="1776" y="1920"/>
                <a:chExt cx="432" cy="432"/>
              </a:xfrm>
            </p:grpSpPr>
            <p:sp>
              <p:nvSpPr>
                <p:cNvPr id="22613" name="Rectangle 1043">
                  <a:extLst>
                    <a:ext uri="{FF2B5EF4-FFF2-40B4-BE49-F238E27FC236}">
                      <a16:creationId xmlns:a16="http://schemas.microsoft.com/office/drawing/2014/main" id="{67D6D6B2-BEF9-E399-88EB-12FDBAEBF991}"/>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614" name="Text Box 1044">
                  <a:extLst>
                    <a:ext uri="{FF2B5EF4-FFF2-40B4-BE49-F238E27FC236}">
                      <a16:creationId xmlns:a16="http://schemas.microsoft.com/office/drawing/2014/main" id="{27C1145E-62E2-4801-8A14-8FF4ECC95C14}"/>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7</a:t>
                  </a:r>
                </a:p>
              </p:txBody>
            </p:sp>
          </p:grpSp>
          <p:grpSp>
            <p:nvGrpSpPr>
              <p:cNvPr id="22553" name="Group 1045">
                <a:extLst>
                  <a:ext uri="{FF2B5EF4-FFF2-40B4-BE49-F238E27FC236}">
                    <a16:creationId xmlns:a16="http://schemas.microsoft.com/office/drawing/2014/main" id="{0D3DE73E-AD6C-07D1-A79A-ECB3CD380D9C}"/>
                  </a:ext>
                </a:extLst>
              </p:cNvPr>
              <p:cNvGrpSpPr>
                <a:grpSpLocks/>
              </p:cNvGrpSpPr>
              <p:nvPr/>
            </p:nvGrpSpPr>
            <p:grpSpPr bwMode="auto">
              <a:xfrm>
                <a:off x="1632" y="1680"/>
                <a:ext cx="432" cy="432"/>
                <a:chOff x="1776" y="1920"/>
                <a:chExt cx="432" cy="432"/>
              </a:xfrm>
            </p:grpSpPr>
            <p:sp>
              <p:nvSpPr>
                <p:cNvPr id="22611" name="Rectangle 1046">
                  <a:extLst>
                    <a:ext uri="{FF2B5EF4-FFF2-40B4-BE49-F238E27FC236}">
                      <a16:creationId xmlns:a16="http://schemas.microsoft.com/office/drawing/2014/main" id="{C74411E9-EE35-F239-2708-6DBD51073A57}"/>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612" name="Text Box 1047">
                  <a:extLst>
                    <a:ext uri="{FF2B5EF4-FFF2-40B4-BE49-F238E27FC236}">
                      <a16:creationId xmlns:a16="http://schemas.microsoft.com/office/drawing/2014/main" id="{F4541A7A-4F5F-9CDB-F91D-A6D04634C764}"/>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altLang="en-US"/>
                </a:p>
              </p:txBody>
            </p:sp>
          </p:grpSp>
          <p:grpSp>
            <p:nvGrpSpPr>
              <p:cNvPr id="22554" name="Group 1048">
                <a:extLst>
                  <a:ext uri="{FF2B5EF4-FFF2-40B4-BE49-F238E27FC236}">
                    <a16:creationId xmlns:a16="http://schemas.microsoft.com/office/drawing/2014/main" id="{B37D30E1-B7FF-A8F5-37F9-995D40A7F335}"/>
                  </a:ext>
                </a:extLst>
              </p:cNvPr>
              <p:cNvGrpSpPr>
                <a:grpSpLocks/>
              </p:cNvGrpSpPr>
              <p:nvPr/>
            </p:nvGrpSpPr>
            <p:grpSpPr bwMode="auto">
              <a:xfrm>
                <a:off x="2064" y="1680"/>
                <a:ext cx="432" cy="432"/>
                <a:chOff x="1776" y="1920"/>
                <a:chExt cx="432" cy="432"/>
              </a:xfrm>
            </p:grpSpPr>
            <p:sp>
              <p:nvSpPr>
                <p:cNvPr id="22609" name="Rectangle 1049">
                  <a:extLst>
                    <a:ext uri="{FF2B5EF4-FFF2-40B4-BE49-F238E27FC236}">
                      <a16:creationId xmlns:a16="http://schemas.microsoft.com/office/drawing/2014/main" id="{DA78E708-4056-B5FE-FE17-21A5BBEF5FAA}"/>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610" name="Text Box 1050">
                  <a:extLst>
                    <a:ext uri="{FF2B5EF4-FFF2-40B4-BE49-F238E27FC236}">
                      <a16:creationId xmlns:a16="http://schemas.microsoft.com/office/drawing/2014/main" id="{0223522D-E183-3B22-1B4A-B5E7E373330A}"/>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0</a:t>
                  </a:r>
                </a:p>
              </p:txBody>
            </p:sp>
          </p:grpSp>
          <p:grpSp>
            <p:nvGrpSpPr>
              <p:cNvPr id="22555" name="Group 1051">
                <a:extLst>
                  <a:ext uri="{FF2B5EF4-FFF2-40B4-BE49-F238E27FC236}">
                    <a16:creationId xmlns:a16="http://schemas.microsoft.com/office/drawing/2014/main" id="{08F13D85-9B95-0125-CEDB-CCC632623F00}"/>
                  </a:ext>
                </a:extLst>
              </p:cNvPr>
              <p:cNvGrpSpPr>
                <a:grpSpLocks/>
              </p:cNvGrpSpPr>
              <p:nvPr/>
            </p:nvGrpSpPr>
            <p:grpSpPr bwMode="auto">
              <a:xfrm>
                <a:off x="2496" y="1680"/>
                <a:ext cx="432" cy="432"/>
                <a:chOff x="1776" y="1920"/>
                <a:chExt cx="432" cy="432"/>
              </a:xfrm>
            </p:grpSpPr>
            <p:sp>
              <p:nvSpPr>
                <p:cNvPr id="22607" name="Rectangle 1052">
                  <a:extLst>
                    <a:ext uri="{FF2B5EF4-FFF2-40B4-BE49-F238E27FC236}">
                      <a16:creationId xmlns:a16="http://schemas.microsoft.com/office/drawing/2014/main" id="{7E6E5A07-9657-AFDA-9905-912247D6AF09}"/>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608" name="Text Box 1053">
                  <a:extLst>
                    <a:ext uri="{FF2B5EF4-FFF2-40B4-BE49-F238E27FC236}">
                      <a16:creationId xmlns:a16="http://schemas.microsoft.com/office/drawing/2014/main" id="{4CF9D0DB-DB80-B1A6-A468-59704EF70E76}"/>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2</a:t>
                  </a:r>
                </a:p>
              </p:txBody>
            </p:sp>
          </p:grpSp>
          <p:grpSp>
            <p:nvGrpSpPr>
              <p:cNvPr id="22556" name="Group 1054">
                <a:extLst>
                  <a:ext uri="{FF2B5EF4-FFF2-40B4-BE49-F238E27FC236}">
                    <a16:creationId xmlns:a16="http://schemas.microsoft.com/office/drawing/2014/main" id="{6ABD2138-57DC-0405-7D62-95C21DD4D912}"/>
                  </a:ext>
                </a:extLst>
              </p:cNvPr>
              <p:cNvGrpSpPr>
                <a:grpSpLocks/>
              </p:cNvGrpSpPr>
              <p:nvPr/>
            </p:nvGrpSpPr>
            <p:grpSpPr bwMode="auto">
              <a:xfrm>
                <a:off x="2928" y="1680"/>
                <a:ext cx="432" cy="432"/>
                <a:chOff x="1776" y="1920"/>
                <a:chExt cx="432" cy="432"/>
              </a:xfrm>
            </p:grpSpPr>
            <p:sp>
              <p:nvSpPr>
                <p:cNvPr id="22605" name="Rectangle 1055">
                  <a:extLst>
                    <a:ext uri="{FF2B5EF4-FFF2-40B4-BE49-F238E27FC236}">
                      <a16:creationId xmlns:a16="http://schemas.microsoft.com/office/drawing/2014/main" id="{C02C483B-AD46-3399-BBD9-07B81D6896D9}"/>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606" name="Text Box 1056">
                  <a:extLst>
                    <a:ext uri="{FF2B5EF4-FFF2-40B4-BE49-F238E27FC236}">
                      <a16:creationId xmlns:a16="http://schemas.microsoft.com/office/drawing/2014/main" id="{088AC5B2-C321-39F1-38AB-3FEB0A7EDBB7}"/>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4</a:t>
                  </a:r>
                </a:p>
              </p:txBody>
            </p:sp>
          </p:grpSp>
          <p:grpSp>
            <p:nvGrpSpPr>
              <p:cNvPr id="22557" name="Group 1057">
                <a:extLst>
                  <a:ext uri="{FF2B5EF4-FFF2-40B4-BE49-F238E27FC236}">
                    <a16:creationId xmlns:a16="http://schemas.microsoft.com/office/drawing/2014/main" id="{8C92F16B-001C-0AF6-CD0A-A1BE2C469843}"/>
                  </a:ext>
                </a:extLst>
              </p:cNvPr>
              <p:cNvGrpSpPr>
                <a:grpSpLocks/>
              </p:cNvGrpSpPr>
              <p:nvPr/>
            </p:nvGrpSpPr>
            <p:grpSpPr bwMode="auto">
              <a:xfrm>
                <a:off x="3360" y="1680"/>
                <a:ext cx="432" cy="432"/>
                <a:chOff x="1776" y="1920"/>
                <a:chExt cx="432" cy="432"/>
              </a:xfrm>
            </p:grpSpPr>
            <p:sp>
              <p:nvSpPr>
                <p:cNvPr id="22603" name="Rectangle 1058">
                  <a:extLst>
                    <a:ext uri="{FF2B5EF4-FFF2-40B4-BE49-F238E27FC236}">
                      <a16:creationId xmlns:a16="http://schemas.microsoft.com/office/drawing/2014/main" id="{080EAD11-BF09-B043-2D30-920810576C99}"/>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604" name="Text Box 1059">
                  <a:extLst>
                    <a:ext uri="{FF2B5EF4-FFF2-40B4-BE49-F238E27FC236}">
                      <a16:creationId xmlns:a16="http://schemas.microsoft.com/office/drawing/2014/main" id="{E65A154C-F94E-283C-6B15-3E147251EBB6}"/>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4</a:t>
                  </a:r>
                </a:p>
              </p:txBody>
            </p:sp>
          </p:grpSp>
          <p:grpSp>
            <p:nvGrpSpPr>
              <p:cNvPr id="22558" name="Group 1060">
                <a:extLst>
                  <a:ext uri="{FF2B5EF4-FFF2-40B4-BE49-F238E27FC236}">
                    <a16:creationId xmlns:a16="http://schemas.microsoft.com/office/drawing/2014/main" id="{ABFB2CD0-0866-1DA9-D7E5-495099A0A2D6}"/>
                  </a:ext>
                </a:extLst>
              </p:cNvPr>
              <p:cNvGrpSpPr>
                <a:grpSpLocks/>
              </p:cNvGrpSpPr>
              <p:nvPr/>
            </p:nvGrpSpPr>
            <p:grpSpPr bwMode="auto">
              <a:xfrm>
                <a:off x="1632" y="2112"/>
                <a:ext cx="432" cy="432"/>
                <a:chOff x="1776" y="1920"/>
                <a:chExt cx="432" cy="432"/>
              </a:xfrm>
            </p:grpSpPr>
            <p:sp>
              <p:nvSpPr>
                <p:cNvPr id="22601" name="Rectangle 1061">
                  <a:extLst>
                    <a:ext uri="{FF2B5EF4-FFF2-40B4-BE49-F238E27FC236}">
                      <a16:creationId xmlns:a16="http://schemas.microsoft.com/office/drawing/2014/main" id="{810B1C5D-168D-342C-EF0A-DCCEB6234A12}"/>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602" name="Text Box 1062">
                  <a:extLst>
                    <a:ext uri="{FF2B5EF4-FFF2-40B4-BE49-F238E27FC236}">
                      <a16:creationId xmlns:a16="http://schemas.microsoft.com/office/drawing/2014/main" id="{582920D1-46E3-48D2-AAE2-655F88BE0CB2}"/>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altLang="en-US"/>
                </a:p>
              </p:txBody>
            </p:sp>
          </p:grpSp>
          <p:grpSp>
            <p:nvGrpSpPr>
              <p:cNvPr id="22559" name="Group 1063">
                <a:extLst>
                  <a:ext uri="{FF2B5EF4-FFF2-40B4-BE49-F238E27FC236}">
                    <a16:creationId xmlns:a16="http://schemas.microsoft.com/office/drawing/2014/main" id="{1D6B15EC-DE33-37C1-EA03-A9FB2EDE3DF8}"/>
                  </a:ext>
                </a:extLst>
              </p:cNvPr>
              <p:cNvGrpSpPr>
                <a:grpSpLocks/>
              </p:cNvGrpSpPr>
              <p:nvPr/>
            </p:nvGrpSpPr>
            <p:grpSpPr bwMode="auto">
              <a:xfrm>
                <a:off x="2064" y="2112"/>
                <a:ext cx="432" cy="432"/>
                <a:chOff x="1776" y="1920"/>
                <a:chExt cx="432" cy="432"/>
              </a:xfrm>
            </p:grpSpPr>
            <p:sp>
              <p:nvSpPr>
                <p:cNvPr id="22599" name="Rectangle 1064">
                  <a:extLst>
                    <a:ext uri="{FF2B5EF4-FFF2-40B4-BE49-F238E27FC236}">
                      <a16:creationId xmlns:a16="http://schemas.microsoft.com/office/drawing/2014/main" id="{B9356CF7-6789-352B-E63D-649B9A984EA9}"/>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600" name="Text Box 1065">
                  <a:extLst>
                    <a:ext uri="{FF2B5EF4-FFF2-40B4-BE49-F238E27FC236}">
                      <a16:creationId xmlns:a16="http://schemas.microsoft.com/office/drawing/2014/main" id="{94FA7323-055C-6A27-3352-66BFAA598788}"/>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altLang="en-US"/>
                </a:p>
              </p:txBody>
            </p:sp>
          </p:grpSp>
          <p:grpSp>
            <p:nvGrpSpPr>
              <p:cNvPr id="22560" name="Group 1066">
                <a:extLst>
                  <a:ext uri="{FF2B5EF4-FFF2-40B4-BE49-F238E27FC236}">
                    <a16:creationId xmlns:a16="http://schemas.microsoft.com/office/drawing/2014/main" id="{EA6AF1F8-63FD-DD67-CA57-930B421807ED}"/>
                  </a:ext>
                </a:extLst>
              </p:cNvPr>
              <p:cNvGrpSpPr>
                <a:grpSpLocks/>
              </p:cNvGrpSpPr>
              <p:nvPr/>
            </p:nvGrpSpPr>
            <p:grpSpPr bwMode="auto">
              <a:xfrm>
                <a:off x="2496" y="2112"/>
                <a:ext cx="432" cy="432"/>
                <a:chOff x="1776" y="1920"/>
                <a:chExt cx="432" cy="432"/>
              </a:xfrm>
            </p:grpSpPr>
            <p:sp>
              <p:nvSpPr>
                <p:cNvPr id="22597" name="Rectangle 1067">
                  <a:extLst>
                    <a:ext uri="{FF2B5EF4-FFF2-40B4-BE49-F238E27FC236}">
                      <a16:creationId xmlns:a16="http://schemas.microsoft.com/office/drawing/2014/main" id="{A87EA699-E26E-D454-0E18-47A9C3802792}"/>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98" name="Text Box 1068">
                  <a:extLst>
                    <a:ext uri="{FF2B5EF4-FFF2-40B4-BE49-F238E27FC236}">
                      <a16:creationId xmlns:a16="http://schemas.microsoft.com/office/drawing/2014/main" id="{E7C393C1-28BF-861E-E17D-FC2D212F7BE2}"/>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0</a:t>
                  </a:r>
                </a:p>
              </p:txBody>
            </p:sp>
          </p:grpSp>
          <p:grpSp>
            <p:nvGrpSpPr>
              <p:cNvPr id="22561" name="Group 1069">
                <a:extLst>
                  <a:ext uri="{FF2B5EF4-FFF2-40B4-BE49-F238E27FC236}">
                    <a16:creationId xmlns:a16="http://schemas.microsoft.com/office/drawing/2014/main" id="{9B6895A4-F031-1964-92A6-3E83B01E4B89}"/>
                  </a:ext>
                </a:extLst>
              </p:cNvPr>
              <p:cNvGrpSpPr>
                <a:grpSpLocks/>
              </p:cNvGrpSpPr>
              <p:nvPr/>
            </p:nvGrpSpPr>
            <p:grpSpPr bwMode="auto">
              <a:xfrm>
                <a:off x="2928" y="2112"/>
                <a:ext cx="432" cy="432"/>
                <a:chOff x="1776" y="1920"/>
                <a:chExt cx="432" cy="432"/>
              </a:xfrm>
            </p:grpSpPr>
            <p:sp>
              <p:nvSpPr>
                <p:cNvPr id="22595" name="Rectangle 1070">
                  <a:extLst>
                    <a:ext uri="{FF2B5EF4-FFF2-40B4-BE49-F238E27FC236}">
                      <a16:creationId xmlns:a16="http://schemas.microsoft.com/office/drawing/2014/main" id="{D03E95EA-54A1-B4DF-C4A1-720F78A3622D}"/>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96" name="Text Box 1071">
                  <a:extLst>
                    <a:ext uri="{FF2B5EF4-FFF2-40B4-BE49-F238E27FC236}">
                      <a16:creationId xmlns:a16="http://schemas.microsoft.com/office/drawing/2014/main" id="{B5EB6A21-C999-57CF-B309-A748C84F56A9}"/>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3</a:t>
                  </a:r>
                </a:p>
              </p:txBody>
            </p:sp>
          </p:grpSp>
          <p:grpSp>
            <p:nvGrpSpPr>
              <p:cNvPr id="22562" name="Group 1072">
                <a:extLst>
                  <a:ext uri="{FF2B5EF4-FFF2-40B4-BE49-F238E27FC236}">
                    <a16:creationId xmlns:a16="http://schemas.microsoft.com/office/drawing/2014/main" id="{95F60B39-2052-4CC4-7F3A-5981F8370C90}"/>
                  </a:ext>
                </a:extLst>
              </p:cNvPr>
              <p:cNvGrpSpPr>
                <a:grpSpLocks/>
              </p:cNvGrpSpPr>
              <p:nvPr/>
            </p:nvGrpSpPr>
            <p:grpSpPr bwMode="auto">
              <a:xfrm>
                <a:off x="3360" y="2112"/>
                <a:ext cx="432" cy="432"/>
                <a:chOff x="1776" y="1920"/>
                <a:chExt cx="432" cy="432"/>
              </a:xfrm>
            </p:grpSpPr>
            <p:sp>
              <p:nvSpPr>
                <p:cNvPr id="22593" name="Rectangle 1073">
                  <a:extLst>
                    <a:ext uri="{FF2B5EF4-FFF2-40B4-BE49-F238E27FC236}">
                      <a16:creationId xmlns:a16="http://schemas.microsoft.com/office/drawing/2014/main" id="{50EC637D-FE82-08CC-8791-DF9FDCA6BA6A}"/>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94" name="Text Box 1074">
                  <a:extLst>
                    <a:ext uri="{FF2B5EF4-FFF2-40B4-BE49-F238E27FC236}">
                      <a16:creationId xmlns:a16="http://schemas.microsoft.com/office/drawing/2014/main" id="{461A2247-C145-E25A-7707-6C17E05E91CD}"/>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3</a:t>
                  </a:r>
                </a:p>
              </p:txBody>
            </p:sp>
          </p:grpSp>
          <p:grpSp>
            <p:nvGrpSpPr>
              <p:cNvPr id="22563" name="Group 1075">
                <a:extLst>
                  <a:ext uri="{FF2B5EF4-FFF2-40B4-BE49-F238E27FC236}">
                    <a16:creationId xmlns:a16="http://schemas.microsoft.com/office/drawing/2014/main" id="{FD1CE084-3E18-5EB1-B03E-E88EE4404746}"/>
                  </a:ext>
                </a:extLst>
              </p:cNvPr>
              <p:cNvGrpSpPr>
                <a:grpSpLocks/>
              </p:cNvGrpSpPr>
              <p:nvPr/>
            </p:nvGrpSpPr>
            <p:grpSpPr bwMode="auto">
              <a:xfrm>
                <a:off x="1632" y="2544"/>
                <a:ext cx="432" cy="432"/>
                <a:chOff x="1776" y="1920"/>
                <a:chExt cx="432" cy="432"/>
              </a:xfrm>
            </p:grpSpPr>
            <p:sp>
              <p:nvSpPr>
                <p:cNvPr id="22591" name="Rectangle 1076">
                  <a:extLst>
                    <a:ext uri="{FF2B5EF4-FFF2-40B4-BE49-F238E27FC236}">
                      <a16:creationId xmlns:a16="http://schemas.microsoft.com/office/drawing/2014/main" id="{2828B7A7-0E78-D209-A433-88C234BBB3AC}"/>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92" name="Text Box 1077">
                  <a:extLst>
                    <a:ext uri="{FF2B5EF4-FFF2-40B4-BE49-F238E27FC236}">
                      <a16:creationId xmlns:a16="http://schemas.microsoft.com/office/drawing/2014/main" id="{8F942BD6-31D6-D21F-074D-0F5A088A9598}"/>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altLang="en-US"/>
                </a:p>
              </p:txBody>
            </p:sp>
          </p:grpSp>
          <p:grpSp>
            <p:nvGrpSpPr>
              <p:cNvPr id="22564" name="Group 1078">
                <a:extLst>
                  <a:ext uri="{FF2B5EF4-FFF2-40B4-BE49-F238E27FC236}">
                    <a16:creationId xmlns:a16="http://schemas.microsoft.com/office/drawing/2014/main" id="{1BC5E679-AD76-2454-347C-6B271BBFDC0D}"/>
                  </a:ext>
                </a:extLst>
              </p:cNvPr>
              <p:cNvGrpSpPr>
                <a:grpSpLocks/>
              </p:cNvGrpSpPr>
              <p:nvPr/>
            </p:nvGrpSpPr>
            <p:grpSpPr bwMode="auto">
              <a:xfrm>
                <a:off x="2064" y="2544"/>
                <a:ext cx="432" cy="432"/>
                <a:chOff x="1776" y="1920"/>
                <a:chExt cx="432" cy="432"/>
              </a:xfrm>
            </p:grpSpPr>
            <p:sp>
              <p:nvSpPr>
                <p:cNvPr id="22589" name="Rectangle 1079">
                  <a:extLst>
                    <a:ext uri="{FF2B5EF4-FFF2-40B4-BE49-F238E27FC236}">
                      <a16:creationId xmlns:a16="http://schemas.microsoft.com/office/drawing/2014/main" id="{B6F3A048-91F6-B5CE-1A30-9EA1E269EFCF}"/>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90" name="Text Box 1080">
                  <a:extLst>
                    <a:ext uri="{FF2B5EF4-FFF2-40B4-BE49-F238E27FC236}">
                      <a16:creationId xmlns:a16="http://schemas.microsoft.com/office/drawing/2014/main" id="{00D850A3-9E1D-4AAC-B9BF-777BFC4CBB5E}"/>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altLang="en-US"/>
                </a:p>
              </p:txBody>
            </p:sp>
          </p:grpSp>
          <p:grpSp>
            <p:nvGrpSpPr>
              <p:cNvPr id="22565" name="Group 1081">
                <a:extLst>
                  <a:ext uri="{FF2B5EF4-FFF2-40B4-BE49-F238E27FC236}">
                    <a16:creationId xmlns:a16="http://schemas.microsoft.com/office/drawing/2014/main" id="{1767A65C-B475-AE28-FE9B-8FE7C085B327}"/>
                  </a:ext>
                </a:extLst>
              </p:cNvPr>
              <p:cNvGrpSpPr>
                <a:grpSpLocks/>
              </p:cNvGrpSpPr>
              <p:nvPr/>
            </p:nvGrpSpPr>
            <p:grpSpPr bwMode="auto">
              <a:xfrm>
                <a:off x="2496" y="2544"/>
                <a:ext cx="432" cy="432"/>
                <a:chOff x="1776" y="1920"/>
                <a:chExt cx="432" cy="432"/>
              </a:xfrm>
            </p:grpSpPr>
            <p:sp>
              <p:nvSpPr>
                <p:cNvPr id="22587" name="Rectangle 1082">
                  <a:extLst>
                    <a:ext uri="{FF2B5EF4-FFF2-40B4-BE49-F238E27FC236}">
                      <a16:creationId xmlns:a16="http://schemas.microsoft.com/office/drawing/2014/main" id="{BE8D911B-7E25-C412-E319-9EF62E608D95}"/>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88" name="Text Box 1083">
                  <a:extLst>
                    <a:ext uri="{FF2B5EF4-FFF2-40B4-BE49-F238E27FC236}">
                      <a16:creationId xmlns:a16="http://schemas.microsoft.com/office/drawing/2014/main" id="{0BCC0767-D5E2-5313-6C7E-4910CB0AB5F7}"/>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altLang="en-US"/>
                </a:p>
              </p:txBody>
            </p:sp>
          </p:grpSp>
          <p:grpSp>
            <p:nvGrpSpPr>
              <p:cNvPr id="22566" name="Group 1084">
                <a:extLst>
                  <a:ext uri="{FF2B5EF4-FFF2-40B4-BE49-F238E27FC236}">
                    <a16:creationId xmlns:a16="http://schemas.microsoft.com/office/drawing/2014/main" id="{58664175-50B6-0A00-4E9B-BA4FBE27D584}"/>
                  </a:ext>
                </a:extLst>
              </p:cNvPr>
              <p:cNvGrpSpPr>
                <a:grpSpLocks/>
              </p:cNvGrpSpPr>
              <p:nvPr/>
            </p:nvGrpSpPr>
            <p:grpSpPr bwMode="auto">
              <a:xfrm>
                <a:off x="2928" y="2544"/>
                <a:ext cx="432" cy="432"/>
                <a:chOff x="1776" y="1920"/>
                <a:chExt cx="432" cy="432"/>
              </a:xfrm>
            </p:grpSpPr>
            <p:sp>
              <p:nvSpPr>
                <p:cNvPr id="22585" name="Rectangle 1085">
                  <a:extLst>
                    <a:ext uri="{FF2B5EF4-FFF2-40B4-BE49-F238E27FC236}">
                      <a16:creationId xmlns:a16="http://schemas.microsoft.com/office/drawing/2014/main" id="{48664B84-3610-22E9-8E34-0C5E650629A3}"/>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86" name="Text Box 1086">
                  <a:extLst>
                    <a:ext uri="{FF2B5EF4-FFF2-40B4-BE49-F238E27FC236}">
                      <a16:creationId xmlns:a16="http://schemas.microsoft.com/office/drawing/2014/main" id="{0EE7B0A4-4FA5-D344-A7B3-496495108801}"/>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0</a:t>
                  </a:r>
                </a:p>
              </p:txBody>
            </p:sp>
          </p:grpSp>
          <p:grpSp>
            <p:nvGrpSpPr>
              <p:cNvPr id="22567" name="Group 1087">
                <a:extLst>
                  <a:ext uri="{FF2B5EF4-FFF2-40B4-BE49-F238E27FC236}">
                    <a16:creationId xmlns:a16="http://schemas.microsoft.com/office/drawing/2014/main" id="{8C4416D5-AB37-6270-B2C7-D3F41EB6FC4E}"/>
                  </a:ext>
                </a:extLst>
              </p:cNvPr>
              <p:cNvGrpSpPr>
                <a:grpSpLocks/>
              </p:cNvGrpSpPr>
              <p:nvPr/>
            </p:nvGrpSpPr>
            <p:grpSpPr bwMode="auto">
              <a:xfrm>
                <a:off x="3360" y="2544"/>
                <a:ext cx="432" cy="432"/>
                <a:chOff x="1776" y="1920"/>
                <a:chExt cx="432" cy="432"/>
              </a:xfrm>
            </p:grpSpPr>
            <p:sp>
              <p:nvSpPr>
                <p:cNvPr id="22583" name="Rectangle 1088">
                  <a:extLst>
                    <a:ext uri="{FF2B5EF4-FFF2-40B4-BE49-F238E27FC236}">
                      <a16:creationId xmlns:a16="http://schemas.microsoft.com/office/drawing/2014/main" id="{E521A733-5426-558D-7C6E-3A785C34D935}"/>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84" name="Text Box 1089">
                  <a:extLst>
                    <a:ext uri="{FF2B5EF4-FFF2-40B4-BE49-F238E27FC236}">
                      <a16:creationId xmlns:a16="http://schemas.microsoft.com/office/drawing/2014/main" id="{F9DD58B2-DF1C-5C1D-6C26-1CBFB32056A2}"/>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1</a:t>
                  </a:r>
                </a:p>
              </p:txBody>
            </p:sp>
          </p:grpSp>
          <p:grpSp>
            <p:nvGrpSpPr>
              <p:cNvPr id="22568" name="Group 1090">
                <a:extLst>
                  <a:ext uri="{FF2B5EF4-FFF2-40B4-BE49-F238E27FC236}">
                    <a16:creationId xmlns:a16="http://schemas.microsoft.com/office/drawing/2014/main" id="{AA86D264-80B9-D6D5-9576-61B8AAC6D897}"/>
                  </a:ext>
                </a:extLst>
              </p:cNvPr>
              <p:cNvGrpSpPr>
                <a:grpSpLocks/>
              </p:cNvGrpSpPr>
              <p:nvPr/>
            </p:nvGrpSpPr>
            <p:grpSpPr bwMode="auto">
              <a:xfrm>
                <a:off x="1632" y="2976"/>
                <a:ext cx="432" cy="432"/>
                <a:chOff x="1776" y="1920"/>
                <a:chExt cx="432" cy="432"/>
              </a:xfrm>
            </p:grpSpPr>
            <p:sp>
              <p:nvSpPr>
                <p:cNvPr id="22581" name="Rectangle 1091">
                  <a:extLst>
                    <a:ext uri="{FF2B5EF4-FFF2-40B4-BE49-F238E27FC236}">
                      <a16:creationId xmlns:a16="http://schemas.microsoft.com/office/drawing/2014/main" id="{E8F2ED31-6874-2B9D-2A8A-BF5DC490ECE7}"/>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82" name="Text Box 1092">
                  <a:extLst>
                    <a:ext uri="{FF2B5EF4-FFF2-40B4-BE49-F238E27FC236}">
                      <a16:creationId xmlns:a16="http://schemas.microsoft.com/office/drawing/2014/main" id="{93C0DA4F-B1B4-08FC-8E5E-E575A2F905FD}"/>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altLang="en-US"/>
                </a:p>
              </p:txBody>
            </p:sp>
          </p:grpSp>
          <p:grpSp>
            <p:nvGrpSpPr>
              <p:cNvPr id="22569" name="Group 1093">
                <a:extLst>
                  <a:ext uri="{FF2B5EF4-FFF2-40B4-BE49-F238E27FC236}">
                    <a16:creationId xmlns:a16="http://schemas.microsoft.com/office/drawing/2014/main" id="{52BF3BC3-68F4-478E-98C8-8327FE5E1BCD}"/>
                  </a:ext>
                </a:extLst>
              </p:cNvPr>
              <p:cNvGrpSpPr>
                <a:grpSpLocks/>
              </p:cNvGrpSpPr>
              <p:nvPr/>
            </p:nvGrpSpPr>
            <p:grpSpPr bwMode="auto">
              <a:xfrm>
                <a:off x="2064" y="2976"/>
                <a:ext cx="432" cy="432"/>
                <a:chOff x="1776" y="1920"/>
                <a:chExt cx="432" cy="432"/>
              </a:xfrm>
            </p:grpSpPr>
            <p:sp>
              <p:nvSpPr>
                <p:cNvPr id="22579" name="Rectangle 1094">
                  <a:extLst>
                    <a:ext uri="{FF2B5EF4-FFF2-40B4-BE49-F238E27FC236}">
                      <a16:creationId xmlns:a16="http://schemas.microsoft.com/office/drawing/2014/main" id="{3846DC08-C031-0349-A491-836155408F6B}"/>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80" name="Text Box 1095">
                  <a:extLst>
                    <a:ext uri="{FF2B5EF4-FFF2-40B4-BE49-F238E27FC236}">
                      <a16:creationId xmlns:a16="http://schemas.microsoft.com/office/drawing/2014/main" id="{0BBC8484-E73B-6A60-B128-B6064AE1B0C7}"/>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altLang="en-US"/>
                </a:p>
              </p:txBody>
            </p:sp>
          </p:grpSp>
          <p:grpSp>
            <p:nvGrpSpPr>
              <p:cNvPr id="22570" name="Group 1096">
                <a:extLst>
                  <a:ext uri="{FF2B5EF4-FFF2-40B4-BE49-F238E27FC236}">
                    <a16:creationId xmlns:a16="http://schemas.microsoft.com/office/drawing/2014/main" id="{0BFE98ED-FB58-AFE4-7A74-74BD53DB2925}"/>
                  </a:ext>
                </a:extLst>
              </p:cNvPr>
              <p:cNvGrpSpPr>
                <a:grpSpLocks/>
              </p:cNvGrpSpPr>
              <p:nvPr/>
            </p:nvGrpSpPr>
            <p:grpSpPr bwMode="auto">
              <a:xfrm>
                <a:off x="2496" y="2976"/>
                <a:ext cx="432" cy="432"/>
                <a:chOff x="1776" y="1920"/>
                <a:chExt cx="432" cy="432"/>
              </a:xfrm>
            </p:grpSpPr>
            <p:sp>
              <p:nvSpPr>
                <p:cNvPr id="22577" name="Rectangle 1097">
                  <a:extLst>
                    <a:ext uri="{FF2B5EF4-FFF2-40B4-BE49-F238E27FC236}">
                      <a16:creationId xmlns:a16="http://schemas.microsoft.com/office/drawing/2014/main" id="{DC865BE4-E92E-68BB-4581-38B43148BB3A}"/>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78" name="Text Box 1098">
                  <a:extLst>
                    <a:ext uri="{FF2B5EF4-FFF2-40B4-BE49-F238E27FC236}">
                      <a16:creationId xmlns:a16="http://schemas.microsoft.com/office/drawing/2014/main" id="{095A0107-5715-FE0D-310D-13013E6E83BC}"/>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altLang="en-US"/>
                </a:p>
              </p:txBody>
            </p:sp>
          </p:grpSp>
          <p:grpSp>
            <p:nvGrpSpPr>
              <p:cNvPr id="22571" name="Group 1099">
                <a:extLst>
                  <a:ext uri="{FF2B5EF4-FFF2-40B4-BE49-F238E27FC236}">
                    <a16:creationId xmlns:a16="http://schemas.microsoft.com/office/drawing/2014/main" id="{BAF14B2B-01A9-B176-CBDB-3AC19CC3FEFA}"/>
                  </a:ext>
                </a:extLst>
              </p:cNvPr>
              <p:cNvGrpSpPr>
                <a:grpSpLocks/>
              </p:cNvGrpSpPr>
              <p:nvPr/>
            </p:nvGrpSpPr>
            <p:grpSpPr bwMode="auto">
              <a:xfrm>
                <a:off x="2928" y="2976"/>
                <a:ext cx="432" cy="432"/>
                <a:chOff x="1776" y="1920"/>
                <a:chExt cx="432" cy="432"/>
              </a:xfrm>
            </p:grpSpPr>
            <p:sp>
              <p:nvSpPr>
                <p:cNvPr id="22575" name="Rectangle 1100">
                  <a:extLst>
                    <a:ext uri="{FF2B5EF4-FFF2-40B4-BE49-F238E27FC236}">
                      <a16:creationId xmlns:a16="http://schemas.microsoft.com/office/drawing/2014/main" id="{886B808A-9C68-903A-7AC8-0061E16DA62D}"/>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76" name="Text Box 1101">
                  <a:extLst>
                    <a:ext uri="{FF2B5EF4-FFF2-40B4-BE49-F238E27FC236}">
                      <a16:creationId xmlns:a16="http://schemas.microsoft.com/office/drawing/2014/main" id="{3CF2DC81-E017-B849-CC64-181F3BD8A97B}"/>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altLang="en-US"/>
                </a:p>
              </p:txBody>
            </p:sp>
          </p:grpSp>
          <p:grpSp>
            <p:nvGrpSpPr>
              <p:cNvPr id="22572" name="Group 1102">
                <a:extLst>
                  <a:ext uri="{FF2B5EF4-FFF2-40B4-BE49-F238E27FC236}">
                    <a16:creationId xmlns:a16="http://schemas.microsoft.com/office/drawing/2014/main" id="{169300C2-E06A-5F5A-E802-EF6651F2EF6E}"/>
                  </a:ext>
                </a:extLst>
              </p:cNvPr>
              <p:cNvGrpSpPr>
                <a:grpSpLocks/>
              </p:cNvGrpSpPr>
              <p:nvPr/>
            </p:nvGrpSpPr>
            <p:grpSpPr bwMode="auto">
              <a:xfrm>
                <a:off x="3360" y="2976"/>
                <a:ext cx="432" cy="432"/>
                <a:chOff x="1776" y="1920"/>
                <a:chExt cx="432" cy="432"/>
              </a:xfrm>
            </p:grpSpPr>
            <p:sp>
              <p:nvSpPr>
                <p:cNvPr id="22573" name="Rectangle 1103">
                  <a:extLst>
                    <a:ext uri="{FF2B5EF4-FFF2-40B4-BE49-F238E27FC236}">
                      <a16:creationId xmlns:a16="http://schemas.microsoft.com/office/drawing/2014/main" id="{B49496F0-9C6F-0A12-68B4-A38288694C0A}"/>
                    </a:ext>
                  </a:extLst>
                </p:cNvPr>
                <p:cNvSpPr>
                  <a:spLocks noChangeArrowheads="1"/>
                </p:cNvSpPr>
                <p:nvPr/>
              </p:nvSpPr>
              <p:spPr bwMode="auto">
                <a:xfrm>
                  <a:off x="1776" y="1920"/>
                  <a:ext cx="432"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2574" name="Text Box 1104">
                  <a:extLst>
                    <a:ext uri="{FF2B5EF4-FFF2-40B4-BE49-F238E27FC236}">
                      <a16:creationId xmlns:a16="http://schemas.microsoft.com/office/drawing/2014/main" id="{8947CAD3-868C-F7C9-07ED-78FFA57C15FA}"/>
                    </a:ext>
                  </a:extLst>
                </p:cNvPr>
                <p:cNvSpPr txBox="1">
                  <a:spLocks noChangeArrowheads="1"/>
                </p:cNvSpPr>
                <p:nvPr/>
              </p:nvSpPr>
              <p:spPr bwMode="auto">
                <a:xfrm>
                  <a:off x="1776" y="196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0</a:t>
                  </a:r>
                </a:p>
              </p:txBody>
            </p:sp>
          </p:grpSp>
        </p:grpSp>
        <p:pic>
          <p:nvPicPr>
            <p:cNvPr id="22538" name="Picture 1105" descr="Edna Krabappel">
              <a:extLst>
                <a:ext uri="{FF2B5EF4-FFF2-40B4-BE49-F238E27FC236}">
                  <a16:creationId xmlns:a16="http://schemas.microsoft.com/office/drawing/2014/main" id="{B00C238D-070F-9073-D840-4576175694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0" y="1360"/>
              <a:ext cx="280"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9" name="Picture 1106">
              <a:extLst>
                <a:ext uri="{FF2B5EF4-FFF2-40B4-BE49-F238E27FC236}">
                  <a16:creationId xmlns:a16="http://schemas.microsoft.com/office/drawing/2014/main" id="{7EC3E41A-5E67-D3EB-2077-13954DB9B3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0" y="1592"/>
              <a:ext cx="171" cy="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40" name="Picture 1107">
              <a:extLst>
                <a:ext uri="{FF2B5EF4-FFF2-40B4-BE49-F238E27FC236}">
                  <a16:creationId xmlns:a16="http://schemas.microsoft.com/office/drawing/2014/main" id="{F1FE1F27-8AAC-51FA-6BE4-EE5D4EC9CD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6" y="1247"/>
              <a:ext cx="236"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1" name="Picture 1108">
              <a:extLst>
                <a:ext uri="{FF2B5EF4-FFF2-40B4-BE49-F238E27FC236}">
                  <a16:creationId xmlns:a16="http://schemas.microsoft.com/office/drawing/2014/main" id="{DC0F7C89-AA68-2F7F-3840-BC8562DE4A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43" y="1425"/>
              <a:ext cx="320" cy="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42" name="Picture 1109">
              <a:extLst>
                <a:ext uri="{FF2B5EF4-FFF2-40B4-BE49-F238E27FC236}">
                  <a16:creationId xmlns:a16="http://schemas.microsoft.com/office/drawing/2014/main" id="{C88B28BA-16A5-CAD1-BDCF-3FA4DFD594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40" y="1440"/>
              <a:ext cx="411" cy="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43" name="Picture 1110" descr="Edna Krabappel">
              <a:extLst>
                <a:ext uri="{FF2B5EF4-FFF2-40B4-BE49-F238E27FC236}">
                  <a16:creationId xmlns:a16="http://schemas.microsoft.com/office/drawing/2014/main" id="{36C6D62C-72AD-4C15-A19E-37CBDA8B2A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0" y="1968"/>
              <a:ext cx="280"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4" name="Picture 1111">
              <a:extLst>
                <a:ext uri="{FF2B5EF4-FFF2-40B4-BE49-F238E27FC236}">
                  <a16:creationId xmlns:a16="http://schemas.microsoft.com/office/drawing/2014/main" id="{615E1DCD-B7F1-0B64-93CE-922B441FDA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2" y="2496"/>
              <a:ext cx="171" cy="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45" name="Picture 1112">
              <a:extLst>
                <a:ext uri="{FF2B5EF4-FFF2-40B4-BE49-F238E27FC236}">
                  <a16:creationId xmlns:a16="http://schemas.microsoft.com/office/drawing/2014/main" id="{88CDCB59-FEFF-7437-8CCA-7EE7D831F9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84" y="2736"/>
              <a:ext cx="236"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6" name="Picture 1113">
              <a:extLst>
                <a:ext uri="{FF2B5EF4-FFF2-40B4-BE49-F238E27FC236}">
                  <a16:creationId xmlns:a16="http://schemas.microsoft.com/office/drawing/2014/main" id="{6E903888-F667-88CB-490B-E9D8BE6FB8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6" y="3696"/>
              <a:ext cx="294" cy="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47" name="Picture 1114">
              <a:extLst>
                <a:ext uri="{FF2B5EF4-FFF2-40B4-BE49-F238E27FC236}">
                  <a16:creationId xmlns:a16="http://schemas.microsoft.com/office/drawing/2014/main" id="{F72EC701-54C6-61A4-4F7B-50CD7C450E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 y="3264"/>
              <a:ext cx="258"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2533" name="Text Box 1115">
            <a:extLst>
              <a:ext uri="{FF2B5EF4-FFF2-40B4-BE49-F238E27FC236}">
                <a16:creationId xmlns:a16="http://schemas.microsoft.com/office/drawing/2014/main" id="{7599A238-D6DC-AD44-8F21-16590F12F274}"/>
              </a:ext>
            </a:extLst>
          </p:cNvPr>
          <p:cNvSpPr txBox="1">
            <a:spLocks noChangeArrowheads="1"/>
          </p:cNvSpPr>
          <p:nvPr/>
        </p:nvSpPr>
        <p:spPr bwMode="auto">
          <a:xfrm>
            <a:off x="304800" y="4648200"/>
            <a:ext cx="3067050"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5400"/>
              <a:t>D(  ,  ) = 8</a:t>
            </a:r>
          </a:p>
          <a:p>
            <a:pPr algn="l" eaLnBrk="1" hangingPunct="1">
              <a:spcBef>
                <a:spcPct val="25000"/>
              </a:spcBef>
            </a:pPr>
            <a:r>
              <a:rPr lang="en-US" altLang="en-US" sz="5400"/>
              <a:t>D(  ,  ) = 1</a:t>
            </a:r>
          </a:p>
        </p:txBody>
      </p:sp>
      <p:pic>
        <p:nvPicPr>
          <p:cNvPr id="22534" name="Picture 1116" descr="Edna Krabappel">
            <a:extLst>
              <a:ext uri="{FF2B5EF4-FFF2-40B4-BE49-F238E27FC236}">
                <a16:creationId xmlns:a16="http://schemas.microsoft.com/office/drawing/2014/main" id="{594712D7-C3D3-A67F-1051-E1D7A52631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4648200"/>
            <a:ext cx="444500"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1117">
            <a:extLst>
              <a:ext uri="{FF2B5EF4-FFF2-40B4-BE49-F238E27FC236}">
                <a16:creationId xmlns:a16="http://schemas.microsoft.com/office/drawing/2014/main" id="{B68D0A19-6030-10BF-3BC6-075C865629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4876800"/>
            <a:ext cx="271463" cy="61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36" name="Text Box 1118">
            <a:extLst>
              <a:ext uri="{FF2B5EF4-FFF2-40B4-BE49-F238E27FC236}">
                <a16:creationId xmlns:a16="http://schemas.microsoft.com/office/drawing/2014/main" id="{11DC3EBC-99DC-328A-7FF9-FF4637B5BCA9}"/>
              </a:ext>
            </a:extLst>
          </p:cNvPr>
          <p:cNvSpPr txBox="1">
            <a:spLocks noChangeArrowheads="1"/>
          </p:cNvSpPr>
          <p:nvPr/>
        </p:nvSpPr>
        <p:spPr bwMode="auto">
          <a:xfrm>
            <a:off x="365125" y="346075"/>
            <a:ext cx="39782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We begin with a distance matrix which contains the distances between every pair of objects in our database.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15042" name="Text Box 1026">
            <a:extLst>
              <a:ext uri="{FF2B5EF4-FFF2-40B4-BE49-F238E27FC236}">
                <a16:creationId xmlns:a16="http://schemas.microsoft.com/office/drawing/2014/main" id="{5FFCB58A-338A-FE76-5BAA-7AF68995259F}"/>
              </a:ext>
            </a:extLst>
          </p:cNvPr>
          <p:cNvSpPr txBox="1">
            <a:spLocks noChangeArrowheads="1"/>
          </p:cNvSpPr>
          <p:nvPr/>
        </p:nvSpPr>
        <p:spPr bwMode="auto">
          <a:xfrm>
            <a:off x="133350" y="133350"/>
            <a:ext cx="4241800" cy="1676400"/>
          </a:xfrm>
          <a:prstGeom prst="rect">
            <a:avLst/>
          </a:prstGeom>
          <a:noFill/>
          <a:ln>
            <a:noFill/>
          </a:ln>
          <a:effectLst/>
        </p:spPr>
        <p:txBody>
          <a:bodyPr>
            <a:spAutoFit/>
          </a:bodyPr>
          <a:lstStyle/>
          <a:p>
            <a:pPr eaLnBrk="1" hangingPunct="1">
              <a:defRPr/>
            </a:pPr>
            <a:r>
              <a:rPr kumimoji="1" lang="en-US" altLang="en-US" b="1">
                <a:solidFill>
                  <a:schemeClr val="tx2"/>
                </a:solidFill>
                <a:effectLst>
                  <a:outerShdw blurRad="38100" dist="38100" dir="2700000" algn="tl">
                    <a:srgbClr val="C0C0C0"/>
                  </a:outerShdw>
                </a:effectLst>
                <a:latin typeface="Helvetica" panose="020B0604020202020204" pitchFamily="34" charset="0"/>
              </a:rPr>
              <a:t>Bottom-Up (</a:t>
            </a:r>
            <a:r>
              <a:rPr kumimoji="1" lang="en-US" altLang="zh-CN" b="1">
                <a:solidFill>
                  <a:schemeClr val="tx2"/>
                </a:solidFill>
                <a:effectLst>
                  <a:outerShdw blurRad="38100" dist="38100" dir="2700000" algn="tl">
                    <a:srgbClr val="C0C0C0"/>
                  </a:outerShdw>
                </a:effectLst>
                <a:latin typeface="Helvetica" panose="020B0604020202020204" pitchFamily="34" charset="0"/>
                <a:ea typeface="SimSun" panose="02010600030101010101" pitchFamily="2" charset="-122"/>
              </a:rPr>
              <a:t>agglomerative</a:t>
            </a:r>
            <a:r>
              <a:rPr kumimoji="1" lang="en-US" altLang="en-US" b="1">
                <a:solidFill>
                  <a:schemeClr val="tx2"/>
                </a:solidFill>
                <a:effectLst>
                  <a:outerShdw blurRad="38100" dist="38100" dir="2700000" algn="tl">
                    <a:srgbClr val="C0C0C0"/>
                  </a:outerShdw>
                </a:effectLst>
                <a:latin typeface="Helvetica" panose="020B0604020202020204" pitchFamily="34" charset="0"/>
              </a:rPr>
              <a:t>):</a:t>
            </a:r>
            <a:r>
              <a:rPr lang="en-US" altLang="en-US" sz="2000"/>
              <a:t> Starting with each item in its own cluster, find the best pair to merge into a new cluster. Repeat until all clusters are fused together. </a:t>
            </a:r>
          </a:p>
        </p:txBody>
      </p:sp>
      <p:grpSp>
        <p:nvGrpSpPr>
          <p:cNvPr id="23555" name="Group 1027">
            <a:extLst>
              <a:ext uri="{FF2B5EF4-FFF2-40B4-BE49-F238E27FC236}">
                <a16:creationId xmlns:a16="http://schemas.microsoft.com/office/drawing/2014/main" id="{3FD2D5EB-5F7C-F8DD-B2A5-9136B7FAFC24}"/>
              </a:ext>
            </a:extLst>
          </p:cNvPr>
          <p:cNvGrpSpPr>
            <a:grpSpLocks/>
          </p:cNvGrpSpPr>
          <p:nvPr/>
        </p:nvGrpSpPr>
        <p:grpSpPr bwMode="auto">
          <a:xfrm>
            <a:off x="8116888" y="5689600"/>
            <a:ext cx="1027112" cy="973138"/>
            <a:chOff x="1267" y="3584"/>
            <a:chExt cx="647" cy="613"/>
          </a:xfrm>
        </p:grpSpPr>
        <p:grpSp>
          <p:nvGrpSpPr>
            <p:cNvPr id="23589" name="Group 1028">
              <a:extLst>
                <a:ext uri="{FF2B5EF4-FFF2-40B4-BE49-F238E27FC236}">
                  <a16:creationId xmlns:a16="http://schemas.microsoft.com/office/drawing/2014/main" id="{CBCC9707-AB23-6246-5649-1C69F25CD368}"/>
                </a:ext>
              </a:extLst>
            </p:cNvPr>
            <p:cNvGrpSpPr>
              <a:grpSpLocks/>
            </p:cNvGrpSpPr>
            <p:nvPr/>
          </p:nvGrpSpPr>
          <p:grpSpPr bwMode="auto">
            <a:xfrm>
              <a:off x="1267" y="3735"/>
              <a:ext cx="647" cy="462"/>
              <a:chOff x="252" y="2364"/>
              <a:chExt cx="2258" cy="1608"/>
            </a:xfrm>
          </p:grpSpPr>
          <p:pic>
            <p:nvPicPr>
              <p:cNvPr id="23593" name="Picture 1029">
                <a:extLst>
                  <a:ext uri="{FF2B5EF4-FFF2-40B4-BE49-F238E27FC236}">
                    <a16:creationId xmlns:a16="http://schemas.microsoft.com/office/drawing/2014/main" id="{390C4F93-A2E5-1AB1-3066-6BFD8938B3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94" name="Picture 1030">
                <a:extLst>
                  <a:ext uri="{FF2B5EF4-FFF2-40B4-BE49-F238E27FC236}">
                    <a16:creationId xmlns:a16="http://schemas.microsoft.com/office/drawing/2014/main" id="{57905766-56DB-038C-747E-1EEDD1C11C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3590" name="Line 1031">
              <a:extLst>
                <a:ext uri="{FF2B5EF4-FFF2-40B4-BE49-F238E27FC236}">
                  <a16:creationId xmlns:a16="http://schemas.microsoft.com/office/drawing/2014/main" id="{2265CB3C-36F9-1CF6-4036-FA179C6C9F31}"/>
                </a:ext>
              </a:extLst>
            </p:cNvPr>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91" name="Line 1032">
              <a:extLst>
                <a:ext uri="{FF2B5EF4-FFF2-40B4-BE49-F238E27FC236}">
                  <a16:creationId xmlns:a16="http://schemas.microsoft.com/office/drawing/2014/main" id="{E9A4AB53-83B9-8EA3-18EA-863755607A6D}"/>
                </a:ext>
              </a:extLst>
            </p:cNvPr>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92" name="Line 1033">
              <a:extLst>
                <a:ext uri="{FF2B5EF4-FFF2-40B4-BE49-F238E27FC236}">
                  <a16:creationId xmlns:a16="http://schemas.microsoft.com/office/drawing/2014/main" id="{3BA3785E-641F-4351-4AA4-0E49020FD1D2}"/>
                </a:ext>
              </a:extLst>
            </p:cNvPr>
            <p:cNvSpPr>
              <a:spLocks noChangeShapeType="1"/>
            </p:cNvSpPr>
            <p:nvPr/>
          </p:nvSpPr>
          <p:spPr bwMode="auto">
            <a:xfrm flipH="1">
              <a:off x="1426" y="3584"/>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3556" name="Group 1034">
            <a:extLst>
              <a:ext uri="{FF2B5EF4-FFF2-40B4-BE49-F238E27FC236}">
                <a16:creationId xmlns:a16="http://schemas.microsoft.com/office/drawing/2014/main" id="{8548ACF8-1230-2E8D-76BC-F0E32D8CFE46}"/>
              </a:ext>
            </a:extLst>
          </p:cNvPr>
          <p:cNvGrpSpPr>
            <a:grpSpLocks/>
          </p:cNvGrpSpPr>
          <p:nvPr/>
        </p:nvGrpSpPr>
        <p:grpSpPr bwMode="auto">
          <a:xfrm>
            <a:off x="2182813" y="5770563"/>
            <a:ext cx="1027112" cy="973137"/>
            <a:chOff x="1165" y="3566"/>
            <a:chExt cx="647" cy="613"/>
          </a:xfrm>
        </p:grpSpPr>
        <p:grpSp>
          <p:nvGrpSpPr>
            <p:cNvPr id="23582" name="Group 1035">
              <a:extLst>
                <a:ext uri="{FF2B5EF4-FFF2-40B4-BE49-F238E27FC236}">
                  <a16:creationId xmlns:a16="http://schemas.microsoft.com/office/drawing/2014/main" id="{9EF15203-98ED-C1F0-D4C9-E00BF6939C09}"/>
                </a:ext>
              </a:extLst>
            </p:cNvPr>
            <p:cNvGrpSpPr>
              <a:grpSpLocks/>
            </p:cNvGrpSpPr>
            <p:nvPr/>
          </p:nvGrpSpPr>
          <p:grpSpPr bwMode="auto">
            <a:xfrm>
              <a:off x="1165" y="3717"/>
              <a:ext cx="647" cy="462"/>
              <a:chOff x="252" y="2364"/>
              <a:chExt cx="2258" cy="1608"/>
            </a:xfrm>
          </p:grpSpPr>
          <p:pic>
            <p:nvPicPr>
              <p:cNvPr id="23587" name="Picture 1036">
                <a:extLst>
                  <a:ext uri="{FF2B5EF4-FFF2-40B4-BE49-F238E27FC236}">
                    <a16:creationId xmlns:a16="http://schemas.microsoft.com/office/drawing/2014/main" id="{4B1AA268-637E-C8C1-012F-7C64264FEB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88" name="Picture 1037">
                <a:extLst>
                  <a:ext uri="{FF2B5EF4-FFF2-40B4-BE49-F238E27FC236}">
                    <a16:creationId xmlns:a16="http://schemas.microsoft.com/office/drawing/2014/main" id="{ACA117C6-9816-68F3-8E5A-4987D545D6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3583" name="Group 1038">
              <a:extLst>
                <a:ext uri="{FF2B5EF4-FFF2-40B4-BE49-F238E27FC236}">
                  <a16:creationId xmlns:a16="http://schemas.microsoft.com/office/drawing/2014/main" id="{DA78812D-2F47-6B26-9623-EDFD381E1881}"/>
                </a:ext>
              </a:extLst>
            </p:cNvPr>
            <p:cNvGrpSpPr>
              <a:grpSpLocks/>
            </p:cNvGrpSpPr>
            <p:nvPr/>
          </p:nvGrpSpPr>
          <p:grpSpPr bwMode="auto">
            <a:xfrm>
              <a:off x="1324" y="3566"/>
              <a:ext cx="314" cy="83"/>
              <a:chOff x="1324" y="3566"/>
              <a:chExt cx="314" cy="83"/>
            </a:xfrm>
          </p:grpSpPr>
          <p:sp>
            <p:nvSpPr>
              <p:cNvPr id="23584" name="Line 1039">
                <a:extLst>
                  <a:ext uri="{FF2B5EF4-FFF2-40B4-BE49-F238E27FC236}">
                    <a16:creationId xmlns:a16="http://schemas.microsoft.com/office/drawing/2014/main" id="{11889684-22BC-7811-A333-9F6B9582DBB2}"/>
                  </a:ext>
                </a:extLst>
              </p:cNvPr>
              <p:cNvSpPr>
                <a:spLocks noChangeShapeType="1"/>
              </p:cNvSpPr>
              <p:nvPr/>
            </p:nvSpPr>
            <p:spPr bwMode="auto">
              <a:xfrm flipH="1" flipV="1">
                <a:off x="1636" y="3566"/>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5" name="Line 1040">
                <a:extLst>
                  <a:ext uri="{FF2B5EF4-FFF2-40B4-BE49-F238E27FC236}">
                    <a16:creationId xmlns:a16="http://schemas.microsoft.com/office/drawing/2014/main" id="{E22205F1-425C-C7C7-1C3B-C0A1A4D8A8BD}"/>
                  </a:ext>
                </a:extLst>
              </p:cNvPr>
              <p:cNvSpPr>
                <a:spLocks noChangeShapeType="1"/>
              </p:cNvSpPr>
              <p:nvPr/>
            </p:nvSpPr>
            <p:spPr bwMode="auto">
              <a:xfrm flipH="1" flipV="1">
                <a:off x="1327" y="3566"/>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6" name="Line 1041">
                <a:extLst>
                  <a:ext uri="{FF2B5EF4-FFF2-40B4-BE49-F238E27FC236}">
                    <a16:creationId xmlns:a16="http://schemas.microsoft.com/office/drawing/2014/main" id="{F7C2D20E-80FB-09C0-E1BB-528F1BE1F140}"/>
                  </a:ext>
                </a:extLst>
              </p:cNvPr>
              <p:cNvSpPr>
                <a:spLocks noChangeShapeType="1"/>
              </p:cNvSpPr>
              <p:nvPr/>
            </p:nvSpPr>
            <p:spPr bwMode="auto">
              <a:xfrm flipH="1">
                <a:off x="1324" y="3566"/>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23557" name="Group 1042">
            <a:extLst>
              <a:ext uri="{FF2B5EF4-FFF2-40B4-BE49-F238E27FC236}">
                <a16:creationId xmlns:a16="http://schemas.microsoft.com/office/drawing/2014/main" id="{73C47947-4212-1138-F2C1-B1331A892588}"/>
              </a:ext>
            </a:extLst>
          </p:cNvPr>
          <p:cNvGrpSpPr>
            <a:grpSpLocks/>
          </p:cNvGrpSpPr>
          <p:nvPr/>
        </p:nvGrpSpPr>
        <p:grpSpPr bwMode="auto">
          <a:xfrm>
            <a:off x="3294063" y="5527675"/>
            <a:ext cx="760412" cy="1216025"/>
            <a:chOff x="2072" y="3380"/>
            <a:chExt cx="479" cy="802"/>
          </a:xfrm>
        </p:grpSpPr>
        <p:pic>
          <p:nvPicPr>
            <p:cNvPr id="23576" name="Picture 1043" descr="Edna Krabappel">
              <a:extLst>
                <a:ext uri="{FF2B5EF4-FFF2-40B4-BE49-F238E27FC236}">
                  <a16:creationId xmlns:a16="http://schemas.microsoft.com/office/drawing/2014/main" id="{4DC5F029-C731-4965-DDB0-974C97ACE6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7" name="Picture 1044">
              <a:extLst>
                <a:ext uri="{FF2B5EF4-FFF2-40B4-BE49-F238E27FC236}">
                  <a16:creationId xmlns:a16="http://schemas.microsoft.com/office/drawing/2014/main" id="{CEFC3FBC-57F5-14AF-62F6-E781224651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78" name="Group 1045">
              <a:extLst>
                <a:ext uri="{FF2B5EF4-FFF2-40B4-BE49-F238E27FC236}">
                  <a16:creationId xmlns:a16="http://schemas.microsoft.com/office/drawing/2014/main" id="{669F1092-2CC0-8410-EE0D-16F86D556C0A}"/>
                </a:ext>
              </a:extLst>
            </p:cNvPr>
            <p:cNvGrpSpPr>
              <a:grpSpLocks/>
            </p:cNvGrpSpPr>
            <p:nvPr/>
          </p:nvGrpSpPr>
          <p:grpSpPr bwMode="auto">
            <a:xfrm>
              <a:off x="2170" y="3380"/>
              <a:ext cx="314" cy="185"/>
              <a:chOff x="2170" y="3380"/>
              <a:chExt cx="314" cy="185"/>
            </a:xfrm>
          </p:grpSpPr>
          <p:sp>
            <p:nvSpPr>
              <p:cNvPr id="23579" name="Line 1046">
                <a:extLst>
                  <a:ext uri="{FF2B5EF4-FFF2-40B4-BE49-F238E27FC236}">
                    <a16:creationId xmlns:a16="http://schemas.microsoft.com/office/drawing/2014/main" id="{9C70BA8F-52BF-8AB0-2D21-99F344358821}"/>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0" name="Line 1047">
                <a:extLst>
                  <a:ext uri="{FF2B5EF4-FFF2-40B4-BE49-F238E27FC236}">
                    <a16:creationId xmlns:a16="http://schemas.microsoft.com/office/drawing/2014/main" id="{8A6988B0-5C61-9C9C-A2AC-912D59AE8FFC}"/>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1" name="Line 1048">
                <a:extLst>
                  <a:ext uri="{FF2B5EF4-FFF2-40B4-BE49-F238E27FC236}">
                    <a16:creationId xmlns:a16="http://schemas.microsoft.com/office/drawing/2014/main" id="{3BA5E572-011B-7342-E81E-287BBC3343D7}"/>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23558" name="Group 1049">
            <a:extLst>
              <a:ext uri="{FF2B5EF4-FFF2-40B4-BE49-F238E27FC236}">
                <a16:creationId xmlns:a16="http://schemas.microsoft.com/office/drawing/2014/main" id="{BCE0D978-F3F5-9CC0-5AA0-5889D46EC5E8}"/>
              </a:ext>
            </a:extLst>
          </p:cNvPr>
          <p:cNvGrpSpPr>
            <a:grpSpLocks/>
          </p:cNvGrpSpPr>
          <p:nvPr/>
        </p:nvGrpSpPr>
        <p:grpSpPr bwMode="auto">
          <a:xfrm>
            <a:off x="1293813" y="5491163"/>
            <a:ext cx="776287" cy="1252537"/>
            <a:chOff x="2663" y="3356"/>
            <a:chExt cx="489" cy="789"/>
          </a:xfrm>
        </p:grpSpPr>
        <p:pic>
          <p:nvPicPr>
            <p:cNvPr id="23570" name="Picture 1050">
              <a:extLst>
                <a:ext uri="{FF2B5EF4-FFF2-40B4-BE49-F238E27FC236}">
                  <a16:creationId xmlns:a16="http://schemas.microsoft.com/office/drawing/2014/main" id="{032B7FAE-7FCD-4682-7890-D26DC284C0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4" y="3800"/>
              <a:ext cx="13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71" name="Picture 1051">
              <a:extLst>
                <a:ext uri="{FF2B5EF4-FFF2-40B4-BE49-F238E27FC236}">
                  <a16:creationId xmlns:a16="http://schemas.microsoft.com/office/drawing/2014/main" id="{495EA9B4-C15D-2816-A437-5A329574FB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3" y="3707"/>
              <a:ext cx="331"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3572" name="Group 1052">
              <a:extLst>
                <a:ext uri="{FF2B5EF4-FFF2-40B4-BE49-F238E27FC236}">
                  <a16:creationId xmlns:a16="http://schemas.microsoft.com/office/drawing/2014/main" id="{EC3BEA8F-202C-E14B-0A8C-B231BD434AB1}"/>
                </a:ext>
              </a:extLst>
            </p:cNvPr>
            <p:cNvGrpSpPr>
              <a:grpSpLocks/>
            </p:cNvGrpSpPr>
            <p:nvPr/>
          </p:nvGrpSpPr>
          <p:grpSpPr bwMode="auto">
            <a:xfrm>
              <a:off x="2758" y="3356"/>
              <a:ext cx="314" cy="209"/>
              <a:chOff x="2170" y="3380"/>
              <a:chExt cx="314" cy="185"/>
            </a:xfrm>
          </p:grpSpPr>
          <p:sp>
            <p:nvSpPr>
              <p:cNvPr id="23573" name="Line 1053">
                <a:extLst>
                  <a:ext uri="{FF2B5EF4-FFF2-40B4-BE49-F238E27FC236}">
                    <a16:creationId xmlns:a16="http://schemas.microsoft.com/office/drawing/2014/main" id="{03272482-95A8-09C4-594D-9B188683707A}"/>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74" name="Line 1054">
                <a:extLst>
                  <a:ext uri="{FF2B5EF4-FFF2-40B4-BE49-F238E27FC236}">
                    <a16:creationId xmlns:a16="http://schemas.microsoft.com/office/drawing/2014/main" id="{7630E927-EDBC-902C-12ED-1E21E8BFB44E}"/>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75" name="Line 1055">
                <a:extLst>
                  <a:ext uri="{FF2B5EF4-FFF2-40B4-BE49-F238E27FC236}">
                    <a16:creationId xmlns:a16="http://schemas.microsoft.com/office/drawing/2014/main" id="{6D745BB6-FD3E-6DFD-CFE3-0A14ADB0606B}"/>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23559" name="Group 1056">
            <a:extLst>
              <a:ext uri="{FF2B5EF4-FFF2-40B4-BE49-F238E27FC236}">
                <a16:creationId xmlns:a16="http://schemas.microsoft.com/office/drawing/2014/main" id="{29A9737D-926C-1A04-50BB-C2574478D106}"/>
              </a:ext>
            </a:extLst>
          </p:cNvPr>
          <p:cNvGrpSpPr>
            <a:grpSpLocks/>
          </p:cNvGrpSpPr>
          <p:nvPr/>
        </p:nvGrpSpPr>
        <p:grpSpPr bwMode="auto">
          <a:xfrm>
            <a:off x="4586288" y="5518150"/>
            <a:ext cx="815975" cy="1206500"/>
            <a:chOff x="2889" y="3476"/>
            <a:chExt cx="514" cy="760"/>
          </a:xfrm>
        </p:grpSpPr>
        <p:pic>
          <p:nvPicPr>
            <p:cNvPr id="23564" name="Picture 1057">
              <a:extLst>
                <a:ext uri="{FF2B5EF4-FFF2-40B4-BE49-F238E27FC236}">
                  <a16:creationId xmlns:a16="http://schemas.microsoft.com/office/drawing/2014/main" id="{33E4C80E-8097-406B-A5BD-C3DBF2F204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9" y="3691"/>
              <a:ext cx="19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5" name="Picture 1058">
              <a:extLst>
                <a:ext uri="{FF2B5EF4-FFF2-40B4-BE49-F238E27FC236}">
                  <a16:creationId xmlns:a16="http://schemas.microsoft.com/office/drawing/2014/main" id="{D6FB2E42-7A71-A521-FA0A-BA35E6C244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5" y="3751"/>
              <a:ext cx="258"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3566" name="Group 1059">
              <a:extLst>
                <a:ext uri="{FF2B5EF4-FFF2-40B4-BE49-F238E27FC236}">
                  <a16:creationId xmlns:a16="http://schemas.microsoft.com/office/drawing/2014/main" id="{0C1C3AC2-FC3D-AFC9-DEB0-1706CB40493E}"/>
                </a:ext>
              </a:extLst>
            </p:cNvPr>
            <p:cNvGrpSpPr>
              <a:grpSpLocks/>
            </p:cNvGrpSpPr>
            <p:nvPr/>
          </p:nvGrpSpPr>
          <p:grpSpPr bwMode="auto">
            <a:xfrm>
              <a:off x="3010" y="3476"/>
              <a:ext cx="314" cy="195"/>
              <a:chOff x="2170" y="3380"/>
              <a:chExt cx="314" cy="185"/>
            </a:xfrm>
          </p:grpSpPr>
          <p:sp>
            <p:nvSpPr>
              <p:cNvPr id="23567" name="Line 1060">
                <a:extLst>
                  <a:ext uri="{FF2B5EF4-FFF2-40B4-BE49-F238E27FC236}">
                    <a16:creationId xmlns:a16="http://schemas.microsoft.com/office/drawing/2014/main" id="{C3AE2D06-C671-56E6-8923-0B18D81D9E22}"/>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68" name="Line 1061">
                <a:extLst>
                  <a:ext uri="{FF2B5EF4-FFF2-40B4-BE49-F238E27FC236}">
                    <a16:creationId xmlns:a16="http://schemas.microsoft.com/office/drawing/2014/main" id="{E5F4B404-32AA-2316-5A13-0F47DE81686F}"/>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69" name="Line 1062">
                <a:extLst>
                  <a:ext uri="{FF2B5EF4-FFF2-40B4-BE49-F238E27FC236}">
                    <a16:creationId xmlns:a16="http://schemas.microsoft.com/office/drawing/2014/main" id="{0792A4EF-E7A0-FCF0-76D7-274EFCF1E501}"/>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3560" name="Text Box 1063">
            <a:extLst>
              <a:ext uri="{FF2B5EF4-FFF2-40B4-BE49-F238E27FC236}">
                <a16:creationId xmlns:a16="http://schemas.microsoft.com/office/drawing/2014/main" id="{E5242EFD-1BBB-183E-5E57-2708F08506D5}"/>
              </a:ext>
            </a:extLst>
          </p:cNvPr>
          <p:cNvSpPr txBox="1">
            <a:spLocks noChangeArrowheads="1"/>
          </p:cNvSpPr>
          <p:nvPr/>
        </p:nvSpPr>
        <p:spPr bwMode="auto">
          <a:xfrm>
            <a:off x="4117975" y="594677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b="1"/>
              <a:t>…</a:t>
            </a:r>
          </a:p>
        </p:txBody>
      </p:sp>
      <p:sp>
        <p:nvSpPr>
          <p:cNvPr id="23561" name="Text Box 1064">
            <a:extLst>
              <a:ext uri="{FF2B5EF4-FFF2-40B4-BE49-F238E27FC236}">
                <a16:creationId xmlns:a16="http://schemas.microsoft.com/office/drawing/2014/main" id="{44A33BBC-60CD-F991-B169-2F5CF6F5B21E}"/>
              </a:ext>
            </a:extLst>
          </p:cNvPr>
          <p:cNvSpPr txBox="1">
            <a:spLocks noChangeArrowheads="1"/>
          </p:cNvSpPr>
          <p:nvPr/>
        </p:nvSpPr>
        <p:spPr bwMode="auto">
          <a:xfrm>
            <a:off x="0" y="5661025"/>
            <a:ext cx="149066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Consider all possible merges…</a:t>
            </a:r>
          </a:p>
        </p:txBody>
      </p:sp>
      <p:sp>
        <p:nvSpPr>
          <p:cNvPr id="23562" name="Text Box 1065">
            <a:extLst>
              <a:ext uri="{FF2B5EF4-FFF2-40B4-BE49-F238E27FC236}">
                <a16:creationId xmlns:a16="http://schemas.microsoft.com/office/drawing/2014/main" id="{748DA942-0796-9A7F-827C-8D556F7F4896}"/>
              </a:ext>
            </a:extLst>
          </p:cNvPr>
          <p:cNvSpPr txBox="1">
            <a:spLocks noChangeArrowheads="1"/>
          </p:cNvSpPr>
          <p:nvPr/>
        </p:nvSpPr>
        <p:spPr bwMode="auto">
          <a:xfrm>
            <a:off x="5686425" y="5699125"/>
            <a:ext cx="11096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Choose the best</a:t>
            </a:r>
          </a:p>
        </p:txBody>
      </p:sp>
      <p:sp>
        <p:nvSpPr>
          <p:cNvPr id="23563" name="Rectangle 1066">
            <a:extLst>
              <a:ext uri="{FF2B5EF4-FFF2-40B4-BE49-F238E27FC236}">
                <a16:creationId xmlns:a16="http://schemas.microsoft.com/office/drawing/2014/main" id="{CC91C062-8672-F922-44E2-E53ABEEBE944}"/>
              </a:ext>
            </a:extLst>
          </p:cNvPr>
          <p:cNvSpPr>
            <a:spLocks noChangeArrowheads="1"/>
          </p:cNvSpPr>
          <p:nvPr/>
        </p:nvSpPr>
        <p:spPr bwMode="auto">
          <a:xfrm>
            <a:off x="0" y="5257800"/>
            <a:ext cx="9144000" cy="1428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16066" name="Text Box 1026">
            <a:extLst>
              <a:ext uri="{FF2B5EF4-FFF2-40B4-BE49-F238E27FC236}">
                <a16:creationId xmlns:a16="http://schemas.microsoft.com/office/drawing/2014/main" id="{AD632540-0212-77CF-FF9F-74E156BE7E69}"/>
              </a:ext>
            </a:extLst>
          </p:cNvPr>
          <p:cNvSpPr txBox="1">
            <a:spLocks noChangeArrowheads="1"/>
          </p:cNvSpPr>
          <p:nvPr/>
        </p:nvSpPr>
        <p:spPr bwMode="auto">
          <a:xfrm>
            <a:off x="133350" y="133350"/>
            <a:ext cx="4241800" cy="1676400"/>
          </a:xfrm>
          <a:prstGeom prst="rect">
            <a:avLst/>
          </a:prstGeom>
          <a:noFill/>
          <a:ln>
            <a:noFill/>
          </a:ln>
          <a:effectLst/>
        </p:spPr>
        <p:txBody>
          <a:bodyPr>
            <a:spAutoFit/>
          </a:bodyPr>
          <a:lstStyle/>
          <a:p>
            <a:pPr eaLnBrk="1" hangingPunct="1">
              <a:defRPr/>
            </a:pPr>
            <a:r>
              <a:rPr kumimoji="1" lang="en-US" altLang="en-US" b="1">
                <a:solidFill>
                  <a:schemeClr val="tx2"/>
                </a:solidFill>
                <a:effectLst>
                  <a:outerShdw blurRad="38100" dist="38100" dir="2700000" algn="tl">
                    <a:srgbClr val="C0C0C0"/>
                  </a:outerShdw>
                </a:effectLst>
                <a:latin typeface="Helvetica" panose="020B0604020202020204" pitchFamily="34" charset="0"/>
              </a:rPr>
              <a:t>Bottom-Up (</a:t>
            </a:r>
            <a:r>
              <a:rPr kumimoji="1" lang="en-US" altLang="zh-CN" b="1">
                <a:solidFill>
                  <a:schemeClr val="tx2"/>
                </a:solidFill>
                <a:effectLst>
                  <a:outerShdw blurRad="38100" dist="38100" dir="2700000" algn="tl">
                    <a:srgbClr val="C0C0C0"/>
                  </a:outerShdw>
                </a:effectLst>
                <a:latin typeface="Helvetica" panose="020B0604020202020204" pitchFamily="34" charset="0"/>
                <a:ea typeface="SimSun" panose="02010600030101010101" pitchFamily="2" charset="-122"/>
              </a:rPr>
              <a:t>agglomerative</a:t>
            </a:r>
            <a:r>
              <a:rPr kumimoji="1" lang="en-US" altLang="en-US" b="1">
                <a:solidFill>
                  <a:schemeClr val="tx2"/>
                </a:solidFill>
                <a:effectLst>
                  <a:outerShdw blurRad="38100" dist="38100" dir="2700000" algn="tl">
                    <a:srgbClr val="C0C0C0"/>
                  </a:outerShdw>
                </a:effectLst>
                <a:latin typeface="Helvetica" panose="020B0604020202020204" pitchFamily="34" charset="0"/>
              </a:rPr>
              <a:t>):</a:t>
            </a:r>
            <a:r>
              <a:rPr lang="en-US" altLang="en-US" sz="2000"/>
              <a:t> Starting with each item in its own cluster, find the best pair to merge into a new cluster. Repeat until all clusters are fused together. </a:t>
            </a:r>
          </a:p>
        </p:txBody>
      </p:sp>
      <p:grpSp>
        <p:nvGrpSpPr>
          <p:cNvPr id="24579" name="Group 1027">
            <a:extLst>
              <a:ext uri="{FF2B5EF4-FFF2-40B4-BE49-F238E27FC236}">
                <a16:creationId xmlns:a16="http://schemas.microsoft.com/office/drawing/2014/main" id="{9CF2ED4F-7DD3-705A-948D-714767D9EFE2}"/>
              </a:ext>
            </a:extLst>
          </p:cNvPr>
          <p:cNvGrpSpPr>
            <a:grpSpLocks/>
          </p:cNvGrpSpPr>
          <p:nvPr/>
        </p:nvGrpSpPr>
        <p:grpSpPr bwMode="auto">
          <a:xfrm>
            <a:off x="8116888" y="5689600"/>
            <a:ext cx="1027112" cy="973138"/>
            <a:chOff x="1267" y="3584"/>
            <a:chExt cx="647" cy="613"/>
          </a:xfrm>
        </p:grpSpPr>
        <p:grpSp>
          <p:nvGrpSpPr>
            <p:cNvPr id="24654" name="Group 1028">
              <a:extLst>
                <a:ext uri="{FF2B5EF4-FFF2-40B4-BE49-F238E27FC236}">
                  <a16:creationId xmlns:a16="http://schemas.microsoft.com/office/drawing/2014/main" id="{4F70D487-4631-CBBA-587B-651CD61E260B}"/>
                </a:ext>
              </a:extLst>
            </p:cNvPr>
            <p:cNvGrpSpPr>
              <a:grpSpLocks/>
            </p:cNvGrpSpPr>
            <p:nvPr/>
          </p:nvGrpSpPr>
          <p:grpSpPr bwMode="auto">
            <a:xfrm>
              <a:off x="1267" y="3735"/>
              <a:ext cx="647" cy="462"/>
              <a:chOff x="252" y="2364"/>
              <a:chExt cx="2258" cy="1608"/>
            </a:xfrm>
          </p:grpSpPr>
          <p:pic>
            <p:nvPicPr>
              <p:cNvPr id="24658" name="Picture 1029">
                <a:extLst>
                  <a:ext uri="{FF2B5EF4-FFF2-40B4-BE49-F238E27FC236}">
                    <a16:creationId xmlns:a16="http://schemas.microsoft.com/office/drawing/2014/main" id="{631CA0D9-F10C-14F0-459F-340D4E2CB3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659" name="Picture 1030">
                <a:extLst>
                  <a:ext uri="{FF2B5EF4-FFF2-40B4-BE49-F238E27FC236}">
                    <a16:creationId xmlns:a16="http://schemas.microsoft.com/office/drawing/2014/main" id="{F2EC7A85-E45E-62FF-3DC7-229DD1CE08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4655" name="Line 1031">
              <a:extLst>
                <a:ext uri="{FF2B5EF4-FFF2-40B4-BE49-F238E27FC236}">
                  <a16:creationId xmlns:a16="http://schemas.microsoft.com/office/drawing/2014/main" id="{EC58AA95-A9F1-7099-C808-88C094B31D92}"/>
                </a:ext>
              </a:extLst>
            </p:cNvPr>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56" name="Line 1032">
              <a:extLst>
                <a:ext uri="{FF2B5EF4-FFF2-40B4-BE49-F238E27FC236}">
                  <a16:creationId xmlns:a16="http://schemas.microsoft.com/office/drawing/2014/main" id="{A4343BAE-C8DA-6858-6805-C7ED7A8D83F7}"/>
                </a:ext>
              </a:extLst>
            </p:cNvPr>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57" name="Line 1033">
              <a:extLst>
                <a:ext uri="{FF2B5EF4-FFF2-40B4-BE49-F238E27FC236}">
                  <a16:creationId xmlns:a16="http://schemas.microsoft.com/office/drawing/2014/main" id="{51922EFA-6D69-75C1-66BD-D8CD65285252}"/>
                </a:ext>
              </a:extLst>
            </p:cNvPr>
            <p:cNvSpPr>
              <a:spLocks noChangeShapeType="1"/>
            </p:cNvSpPr>
            <p:nvPr/>
          </p:nvSpPr>
          <p:spPr bwMode="auto">
            <a:xfrm flipH="1">
              <a:off x="1426" y="3584"/>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4580" name="Group 1034">
            <a:extLst>
              <a:ext uri="{FF2B5EF4-FFF2-40B4-BE49-F238E27FC236}">
                <a16:creationId xmlns:a16="http://schemas.microsoft.com/office/drawing/2014/main" id="{A45C1B52-305D-F95F-F019-62517182F321}"/>
              </a:ext>
            </a:extLst>
          </p:cNvPr>
          <p:cNvGrpSpPr>
            <a:grpSpLocks/>
          </p:cNvGrpSpPr>
          <p:nvPr/>
        </p:nvGrpSpPr>
        <p:grpSpPr bwMode="auto">
          <a:xfrm>
            <a:off x="8078788" y="4465638"/>
            <a:ext cx="1027112" cy="733425"/>
            <a:chOff x="252" y="2364"/>
            <a:chExt cx="2258" cy="1608"/>
          </a:xfrm>
        </p:grpSpPr>
        <p:pic>
          <p:nvPicPr>
            <p:cNvPr id="24652" name="Picture 1035">
              <a:extLst>
                <a:ext uri="{FF2B5EF4-FFF2-40B4-BE49-F238E27FC236}">
                  <a16:creationId xmlns:a16="http://schemas.microsoft.com/office/drawing/2014/main" id="{F1B8F763-CD8F-C13D-8484-C0F6FA026C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653" name="Picture 1036">
              <a:extLst>
                <a:ext uri="{FF2B5EF4-FFF2-40B4-BE49-F238E27FC236}">
                  <a16:creationId xmlns:a16="http://schemas.microsoft.com/office/drawing/2014/main" id="{C0AB19CA-FCF6-5782-01AF-403BEA8072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4581" name="Line 1037">
            <a:extLst>
              <a:ext uri="{FF2B5EF4-FFF2-40B4-BE49-F238E27FC236}">
                <a16:creationId xmlns:a16="http://schemas.microsoft.com/office/drawing/2014/main" id="{78987725-D8DD-9482-00C7-AF6912073509}"/>
              </a:ext>
            </a:extLst>
          </p:cNvPr>
          <p:cNvSpPr>
            <a:spLocks noChangeShapeType="1"/>
          </p:cNvSpPr>
          <p:nvPr/>
        </p:nvSpPr>
        <p:spPr bwMode="auto">
          <a:xfrm flipH="1" flipV="1">
            <a:off x="8826500" y="4225925"/>
            <a:ext cx="0" cy="13176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2" name="Line 1038">
            <a:extLst>
              <a:ext uri="{FF2B5EF4-FFF2-40B4-BE49-F238E27FC236}">
                <a16:creationId xmlns:a16="http://schemas.microsoft.com/office/drawing/2014/main" id="{CEB39CCC-65B4-CD83-F10A-BEEFD9E20EF3}"/>
              </a:ext>
            </a:extLst>
          </p:cNvPr>
          <p:cNvSpPr>
            <a:spLocks noChangeShapeType="1"/>
          </p:cNvSpPr>
          <p:nvPr/>
        </p:nvSpPr>
        <p:spPr bwMode="auto">
          <a:xfrm flipH="1" flipV="1">
            <a:off x="8335963" y="4225925"/>
            <a:ext cx="0" cy="13176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3" name="Line 1039">
            <a:extLst>
              <a:ext uri="{FF2B5EF4-FFF2-40B4-BE49-F238E27FC236}">
                <a16:creationId xmlns:a16="http://schemas.microsoft.com/office/drawing/2014/main" id="{FBCA1724-2031-1C7A-0153-8422E01E06FC}"/>
              </a:ext>
            </a:extLst>
          </p:cNvPr>
          <p:cNvSpPr>
            <a:spLocks noChangeShapeType="1"/>
          </p:cNvSpPr>
          <p:nvPr/>
        </p:nvSpPr>
        <p:spPr bwMode="auto">
          <a:xfrm flipH="1">
            <a:off x="8331200" y="4225925"/>
            <a:ext cx="49847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4584" name="Group 1040">
            <a:extLst>
              <a:ext uri="{FF2B5EF4-FFF2-40B4-BE49-F238E27FC236}">
                <a16:creationId xmlns:a16="http://schemas.microsoft.com/office/drawing/2014/main" id="{C77FB242-5F03-B247-B7CA-43883172273D}"/>
              </a:ext>
            </a:extLst>
          </p:cNvPr>
          <p:cNvGrpSpPr>
            <a:grpSpLocks/>
          </p:cNvGrpSpPr>
          <p:nvPr/>
        </p:nvGrpSpPr>
        <p:grpSpPr bwMode="auto">
          <a:xfrm>
            <a:off x="7299325" y="4084638"/>
            <a:ext cx="608013" cy="1147762"/>
            <a:chOff x="4598" y="2573"/>
            <a:chExt cx="383" cy="723"/>
          </a:xfrm>
        </p:grpSpPr>
        <p:pic>
          <p:nvPicPr>
            <p:cNvPr id="24646" name="Picture 1041">
              <a:extLst>
                <a:ext uri="{FF2B5EF4-FFF2-40B4-BE49-F238E27FC236}">
                  <a16:creationId xmlns:a16="http://schemas.microsoft.com/office/drawing/2014/main" id="{618272E2-BBD3-749D-82FA-B6425CABAC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8" y="2956"/>
              <a:ext cx="13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647" name="Picture 1042">
              <a:extLst>
                <a:ext uri="{FF2B5EF4-FFF2-40B4-BE49-F238E27FC236}">
                  <a16:creationId xmlns:a16="http://schemas.microsoft.com/office/drawing/2014/main" id="{D5BEF4E5-B188-7743-8063-5696978DD5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1" y="2712"/>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648" name="Group 1043">
              <a:extLst>
                <a:ext uri="{FF2B5EF4-FFF2-40B4-BE49-F238E27FC236}">
                  <a16:creationId xmlns:a16="http://schemas.microsoft.com/office/drawing/2014/main" id="{78ECF0B9-CA50-70D5-9060-5BBD85907767}"/>
                </a:ext>
              </a:extLst>
            </p:cNvPr>
            <p:cNvGrpSpPr>
              <a:grpSpLocks/>
            </p:cNvGrpSpPr>
            <p:nvPr/>
          </p:nvGrpSpPr>
          <p:grpSpPr bwMode="auto">
            <a:xfrm>
              <a:off x="4638" y="2573"/>
              <a:ext cx="315" cy="169"/>
              <a:chOff x="2112" y="2976"/>
              <a:chExt cx="703" cy="377"/>
            </a:xfrm>
          </p:grpSpPr>
          <p:sp>
            <p:nvSpPr>
              <p:cNvPr id="24649" name="Line 1044">
                <a:extLst>
                  <a:ext uri="{FF2B5EF4-FFF2-40B4-BE49-F238E27FC236}">
                    <a16:creationId xmlns:a16="http://schemas.microsoft.com/office/drawing/2014/main" id="{8AA7E0C7-FDB2-194D-94DC-2915007F89B5}"/>
                  </a:ext>
                </a:extLst>
              </p:cNvPr>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50" name="Line 1045">
                <a:extLst>
                  <a:ext uri="{FF2B5EF4-FFF2-40B4-BE49-F238E27FC236}">
                    <a16:creationId xmlns:a16="http://schemas.microsoft.com/office/drawing/2014/main" id="{CEE526CE-1FE7-EABE-8E84-B9C2196A4144}"/>
                  </a:ext>
                </a:extLst>
              </p:cNvPr>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51" name="Line 1046">
                <a:extLst>
                  <a:ext uri="{FF2B5EF4-FFF2-40B4-BE49-F238E27FC236}">
                    <a16:creationId xmlns:a16="http://schemas.microsoft.com/office/drawing/2014/main" id="{3BE19C3D-F099-88C5-2581-57113F495AAA}"/>
                  </a:ext>
                </a:extLst>
              </p:cNvPr>
              <p:cNvSpPr>
                <a:spLocks noChangeShapeType="1"/>
              </p:cNvSpPr>
              <p:nvPr/>
            </p:nvSpPr>
            <p:spPr bwMode="auto">
              <a:xfrm flipH="1">
                <a:off x="2112" y="2976"/>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24585" name="Group 1047">
            <a:extLst>
              <a:ext uri="{FF2B5EF4-FFF2-40B4-BE49-F238E27FC236}">
                <a16:creationId xmlns:a16="http://schemas.microsoft.com/office/drawing/2014/main" id="{8CEDD2C6-6F34-D346-3D2C-CD24DEDFC87D}"/>
              </a:ext>
            </a:extLst>
          </p:cNvPr>
          <p:cNvGrpSpPr>
            <a:grpSpLocks/>
          </p:cNvGrpSpPr>
          <p:nvPr/>
        </p:nvGrpSpPr>
        <p:grpSpPr bwMode="auto">
          <a:xfrm>
            <a:off x="2182813" y="5770563"/>
            <a:ext cx="1027112" cy="973137"/>
            <a:chOff x="1165" y="3566"/>
            <a:chExt cx="647" cy="613"/>
          </a:xfrm>
        </p:grpSpPr>
        <p:grpSp>
          <p:nvGrpSpPr>
            <p:cNvPr id="24639" name="Group 1048">
              <a:extLst>
                <a:ext uri="{FF2B5EF4-FFF2-40B4-BE49-F238E27FC236}">
                  <a16:creationId xmlns:a16="http://schemas.microsoft.com/office/drawing/2014/main" id="{D8A3BCCE-AD64-F9C2-355B-D3BD9C8B4F12}"/>
                </a:ext>
              </a:extLst>
            </p:cNvPr>
            <p:cNvGrpSpPr>
              <a:grpSpLocks/>
            </p:cNvGrpSpPr>
            <p:nvPr/>
          </p:nvGrpSpPr>
          <p:grpSpPr bwMode="auto">
            <a:xfrm>
              <a:off x="1165" y="3717"/>
              <a:ext cx="647" cy="462"/>
              <a:chOff x="252" y="2364"/>
              <a:chExt cx="2258" cy="1608"/>
            </a:xfrm>
          </p:grpSpPr>
          <p:pic>
            <p:nvPicPr>
              <p:cNvPr id="24644" name="Picture 1049">
                <a:extLst>
                  <a:ext uri="{FF2B5EF4-FFF2-40B4-BE49-F238E27FC236}">
                    <a16:creationId xmlns:a16="http://schemas.microsoft.com/office/drawing/2014/main" id="{A22FD37B-EF22-F777-EE90-C63B6A78B7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645" name="Picture 1050">
                <a:extLst>
                  <a:ext uri="{FF2B5EF4-FFF2-40B4-BE49-F238E27FC236}">
                    <a16:creationId xmlns:a16="http://schemas.microsoft.com/office/drawing/2014/main" id="{4E96A411-DFD7-F970-8AB0-E467F8843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4640" name="Group 1051">
              <a:extLst>
                <a:ext uri="{FF2B5EF4-FFF2-40B4-BE49-F238E27FC236}">
                  <a16:creationId xmlns:a16="http://schemas.microsoft.com/office/drawing/2014/main" id="{D28F1477-3B43-968C-E1C2-180C089DFE4B}"/>
                </a:ext>
              </a:extLst>
            </p:cNvPr>
            <p:cNvGrpSpPr>
              <a:grpSpLocks/>
            </p:cNvGrpSpPr>
            <p:nvPr/>
          </p:nvGrpSpPr>
          <p:grpSpPr bwMode="auto">
            <a:xfrm>
              <a:off x="1324" y="3566"/>
              <a:ext cx="314" cy="83"/>
              <a:chOff x="1324" y="3566"/>
              <a:chExt cx="314" cy="83"/>
            </a:xfrm>
          </p:grpSpPr>
          <p:sp>
            <p:nvSpPr>
              <p:cNvPr id="24641" name="Line 1052">
                <a:extLst>
                  <a:ext uri="{FF2B5EF4-FFF2-40B4-BE49-F238E27FC236}">
                    <a16:creationId xmlns:a16="http://schemas.microsoft.com/office/drawing/2014/main" id="{065A5329-A007-49F9-BF9A-89FD4A5606DD}"/>
                  </a:ext>
                </a:extLst>
              </p:cNvPr>
              <p:cNvSpPr>
                <a:spLocks noChangeShapeType="1"/>
              </p:cNvSpPr>
              <p:nvPr/>
            </p:nvSpPr>
            <p:spPr bwMode="auto">
              <a:xfrm flipH="1" flipV="1">
                <a:off x="1636" y="3566"/>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42" name="Line 1053">
                <a:extLst>
                  <a:ext uri="{FF2B5EF4-FFF2-40B4-BE49-F238E27FC236}">
                    <a16:creationId xmlns:a16="http://schemas.microsoft.com/office/drawing/2014/main" id="{43706BAF-93D6-D275-240E-F5D7FAE40407}"/>
                  </a:ext>
                </a:extLst>
              </p:cNvPr>
              <p:cNvSpPr>
                <a:spLocks noChangeShapeType="1"/>
              </p:cNvSpPr>
              <p:nvPr/>
            </p:nvSpPr>
            <p:spPr bwMode="auto">
              <a:xfrm flipH="1" flipV="1">
                <a:off x="1327" y="3566"/>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43" name="Line 1054">
                <a:extLst>
                  <a:ext uri="{FF2B5EF4-FFF2-40B4-BE49-F238E27FC236}">
                    <a16:creationId xmlns:a16="http://schemas.microsoft.com/office/drawing/2014/main" id="{05C90CE4-5EE9-3582-B2B5-BADD6F95F4DC}"/>
                  </a:ext>
                </a:extLst>
              </p:cNvPr>
              <p:cNvSpPr>
                <a:spLocks noChangeShapeType="1"/>
              </p:cNvSpPr>
              <p:nvPr/>
            </p:nvSpPr>
            <p:spPr bwMode="auto">
              <a:xfrm flipH="1">
                <a:off x="1324" y="3566"/>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24586" name="Picture 1055">
            <a:extLst>
              <a:ext uri="{FF2B5EF4-FFF2-40B4-BE49-F238E27FC236}">
                <a16:creationId xmlns:a16="http://schemas.microsoft.com/office/drawing/2014/main" id="{0ACCDE70-2E35-E1C3-39D8-A4D37AA0AB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5" y="4603750"/>
            <a:ext cx="2190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87" name="Line 1056">
            <a:extLst>
              <a:ext uri="{FF2B5EF4-FFF2-40B4-BE49-F238E27FC236}">
                <a16:creationId xmlns:a16="http://schemas.microsoft.com/office/drawing/2014/main" id="{2DE0AD58-7E4E-670C-A2F7-E93D3ED94BE2}"/>
              </a:ext>
            </a:extLst>
          </p:cNvPr>
          <p:cNvSpPr>
            <a:spLocks noChangeShapeType="1"/>
          </p:cNvSpPr>
          <p:nvPr/>
        </p:nvSpPr>
        <p:spPr bwMode="auto">
          <a:xfrm flipH="1" flipV="1">
            <a:off x="1847850" y="4108450"/>
            <a:ext cx="0" cy="279400"/>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8" name="Line 1057">
            <a:extLst>
              <a:ext uri="{FF2B5EF4-FFF2-40B4-BE49-F238E27FC236}">
                <a16:creationId xmlns:a16="http://schemas.microsoft.com/office/drawing/2014/main" id="{F19A6271-A064-9E37-EE19-D902BBE5E08F}"/>
              </a:ext>
            </a:extLst>
          </p:cNvPr>
          <p:cNvSpPr>
            <a:spLocks noChangeShapeType="1"/>
          </p:cNvSpPr>
          <p:nvPr/>
        </p:nvSpPr>
        <p:spPr bwMode="auto">
          <a:xfrm flipH="1">
            <a:off x="1836738" y="4100513"/>
            <a:ext cx="75247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9" name="Line 1058">
            <a:extLst>
              <a:ext uri="{FF2B5EF4-FFF2-40B4-BE49-F238E27FC236}">
                <a16:creationId xmlns:a16="http://schemas.microsoft.com/office/drawing/2014/main" id="{75AD3CF8-8333-98D9-AA29-4EE925691987}"/>
              </a:ext>
            </a:extLst>
          </p:cNvPr>
          <p:cNvSpPr>
            <a:spLocks noChangeShapeType="1"/>
          </p:cNvSpPr>
          <p:nvPr/>
        </p:nvSpPr>
        <p:spPr bwMode="auto">
          <a:xfrm rot="5400000" flipH="1">
            <a:off x="2541587" y="4132263"/>
            <a:ext cx="9842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4590" name="Group 1059">
            <a:extLst>
              <a:ext uri="{FF2B5EF4-FFF2-40B4-BE49-F238E27FC236}">
                <a16:creationId xmlns:a16="http://schemas.microsoft.com/office/drawing/2014/main" id="{81A10DE7-F7C3-F5B6-EC1F-0119EA123569}"/>
              </a:ext>
            </a:extLst>
          </p:cNvPr>
          <p:cNvGrpSpPr>
            <a:grpSpLocks/>
          </p:cNvGrpSpPr>
          <p:nvPr/>
        </p:nvGrpSpPr>
        <p:grpSpPr bwMode="auto">
          <a:xfrm>
            <a:off x="3294063" y="5527675"/>
            <a:ext cx="760412" cy="1216025"/>
            <a:chOff x="2072" y="3380"/>
            <a:chExt cx="479" cy="802"/>
          </a:xfrm>
        </p:grpSpPr>
        <p:pic>
          <p:nvPicPr>
            <p:cNvPr id="24633" name="Picture 1060" descr="Edna Krabappel">
              <a:extLst>
                <a:ext uri="{FF2B5EF4-FFF2-40B4-BE49-F238E27FC236}">
                  <a16:creationId xmlns:a16="http://schemas.microsoft.com/office/drawing/2014/main" id="{D37AABC6-7A85-D81C-8BFD-7BF3BCBAD0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34" name="Picture 1061">
              <a:extLst>
                <a:ext uri="{FF2B5EF4-FFF2-40B4-BE49-F238E27FC236}">
                  <a16:creationId xmlns:a16="http://schemas.microsoft.com/office/drawing/2014/main" id="{4268C958-A6B8-7791-27FD-836F74C377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635" name="Group 1062">
              <a:extLst>
                <a:ext uri="{FF2B5EF4-FFF2-40B4-BE49-F238E27FC236}">
                  <a16:creationId xmlns:a16="http://schemas.microsoft.com/office/drawing/2014/main" id="{30866066-CB8A-86EE-1B41-55A7484AF385}"/>
                </a:ext>
              </a:extLst>
            </p:cNvPr>
            <p:cNvGrpSpPr>
              <a:grpSpLocks/>
            </p:cNvGrpSpPr>
            <p:nvPr/>
          </p:nvGrpSpPr>
          <p:grpSpPr bwMode="auto">
            <a:xfrm>
              <a:off x="2170" y="3380"/>
              <a:ext cx="314" cy="185"/>
              <a:chOff x="2170" y="3380"/>
              <a:chExt cx="314" cy="185"/>
            </a:xfrm>
          </p:grpSpPr>
          <p:sp>
            <p:nvSpPr>
              <p:cNvPr id="24636" name="Line 1063">
                <a:extLst>
                  <a:ext uri="{FF2B5EF4-FFF2-40B4-BE49-F238E27FC236}">
                    <a16:creationId xmlns:a16="http://schemas.microsoft.com/office/drawing/2014/main" id="{56A86E4A-CCF1-2EE6-368A-83DE6507824C}"/>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37" name="Line 1064">
                <a:extLst>
                  <a:ext uri="{FF2B5EF4-FFF2-40B4-BE49-F238E27FC236}">
                    <a16:creationId xmlns:a16="http://schemas.microsoft.com/office/drawing/2014/main" id="{873BCA15-1D44-E8D1-C057-F149FF8D60FA}"/>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38" name="Line 1065">
                <a:extLst>
                  <a:ext uri="{FF2B5EF4-FFF2-40B4-BE49-F238E27FC236}">
                    <a16:creationId xmlns:a16="http://schemas.microsoft.com/office/drawing/2014/main" id="{64096516-53FB-A9D0-D197-27F77847206F}"/>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24591" name="Group 1066">
            <a:extLst>
              <a:ext uri="{FF2B5EF4-FFF2-40B4-BE49-F238E27FC236}">
                <a16:creationId xmlns:a16="http://schemas.microsoft.com/office/drawing/2014/main" id="{B1115F30-4351-EAE1-1603-C33EA10F1191}"/>
              </a:ext>
            </a:extLst>
          </p:cNvPr>
          <p:cNvGrpSpPr>
            <a:grpSpLocks/>
          </p:cNvGrpSpPr>
          <p:nvPr/>
        </p:nvGrpSpPr>
        <p:grpSpPr bwMode="auto">
          <a:xfrm>
            <a:off x="1293813" y="5491163"/>
            <a:ext cx="776287" cy="1252537"/>
            <a:chOff x="2663" y="3356"/>
            <a:chExt cx="489" cy="789"/>
          </a:xfrm>
        </p:grpSpPr>
        <p:pic>
          <p:nvPicPr>
            <p:cNvPr id="24627" name="Picture 1067">
              <a:extLst>
                <a:ext uri="{FF2B5EF4-FFF2-40B4-BE49-F238E27FC236}">
                  <a16:creationId xmlns:a16="http://schemas.microsoft.com/office/drawing/2014/main" id="{8C87C60F-FF8E-1C11-D20F-ACF0BCADCB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4" y="3800"/>
              <a:ext cx="13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628" name="Picture 1068">
              <a:extLst>
                <a:ext uri="{FF2B5EF4-FFF2-40B4-BE49-F238E27FC236}">
                  <a16:creationId xmlns:a16="http://schemas.microsoft.com/office/drawing/2014/main" id="{24816488-CEDF-E646-5696-3EF5AA8116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3" y="3707"/>
              <a:ext cx="331"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4629" name="Group 1069">
              <a:extLst>
                <a:ext uri="{FF2B5EF4-FFF2-40B4-BE49-F238E27FC236}">
                  <a16:creationId xmlns:a16="http://schemas.microsoft.com/office/drawing/2014/main" id="{C695E3A9-BA88-EC7F-5018-1ACB56B0491E}"/>
                </a:ext>
              </a:extLst>
            </p:cNvPr>
            <p:cNvGrpSpPr>
              <a:grpSpLocks/>
            </p:cNvGrpSpPr>
            <p:nvPr/>
          </p:nvGrpSpPr>
          <p:grpSpPr bwMode="auto">
            <a:xfrm>
              <a:off x="2758" y="3356"/>
              <a:ext cx="314" cy="209"/>
              <a:chOff x="2170" y="3380"/>
              <a:chExt cx="314" cy="185"/>
            </a:xfrm>
          </p:grpSpPr>
          <p:sp>
            <p:nvSpPr>
              <p:cNvPr id="24630" name="Line 1070">
                <a:extLst>
                  <a:ext uri="{FF2B5EF4-FFF2-40B4-BE49-F238E27FC236}">
                    <a16:creationId xmlns:a16="http://schemas.microsoft.com/office/drawing/2014/main" id="{C72A0DDE-E971-6B94-F9AB-E02F55F69C52}"/>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31" name="Line 1071">
                <a:extLst>
                  <a:ext uri="{FF2B5EF4-FFF2-40B4-BE49-F238E27FC236}">
                    <a16:creationId xmlns:a16="http://schemas.microsoft.com/office/drawing/2014/main" id="{69C70307-B2D4-3CFB-1E6F-38B2B938B83D}"/>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32" name="Line 1072">
                <a:extLst>
                  <a:ext uri="{FF2B5EF4-FFF2-40B4-BE49-F238E27FC236}">
                    <a16:creationId xmlns:a16="http://schemas.microsoft.com/office/drawing/2014/main" id="{26CC2AC7-13E9-9528-37CC-DD5665D954CB}"/>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24592" name="Group 1073">
            <a:extLst>
              <a:ext uri="{FF2B5EF4-FFF2-40B4-BE49-F238E27FC236}">
                <a16:creationId xmlns:a16="http://schemas.microsoft.com/office/drawing/2014/main" id="{B8143AD2-8719-4876-0539-E56DEA005D77}"/>
              </a:ext>
            </a:extLst>
          </p:cNvPr>
          <p:cNvGrpSpPr>
            <a:grpSpLocks/>
          </p:cNvGrpSpPr>
          <p:nvPr/>
        </p:nvGrpSpPr>
        <p:grpSpPr bwMode="auto">
          <a:xfrm>
            <a:off x="4586288" y="5518150"/>
            <a:ext cx="815975" cy="1206500"/>
            <a:chOff x="2889" y="3476"/>
            <a:chExt cx="514" cy="760"/>
          </a:xfrm>
        </p:grpSpPr>
        <p:pic>
          <p:nvPicPr>
            <p:cNvPr id="24621" name="Picture 1074">
              <a:extLst>
                <a:ext uri="{FF2B5EF4-FFF2-40B4-BE49-F238E27FC236}">
                  <a16:creationId xmlns:a16="http://schemas.microsoft.com/office/drawing/2014/main" id="{132602C7-D557-78B8-5780-DC06FD3A8B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9" y="3691"/>
              <a:ext cx="19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22" name="Picture 1075">
              <a:extLst>
                <a:ext uri="{FF2B5EF4-FFF2-40B4-BE49-F238E27FC236}">
                  <a16:creationId xmlns:a16="http://schemas.microsoft.com/office/drawing/2014/main" id="{B21EEF57-263C-822F-5E4B-B5ED78577E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5" y="3751"/>
              <a:ext cx="258"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4623" name="Group 1076">
              <a:extLst>
                <a:ext uri="{FF2B5EF4-FFF2-40B4-BE49-F238E27FC236}">
                  <a16:creationId xmlns:a16="http://schemas.microsoft.com/office/drawing/2014/main" id="{679E8A80-0B56-C06F-470A-5CA3AD8C57D9}"/>
                </a:ext>
              </a:extLst>
            </p:cNvPr>
            <p:cNvGrpSpPr>
              <a:grpSpLocks/>
            </p:cNvGrpSpPr>
            <p:nvPr/>
          </p:nvGrpSpPr>
          <p:grpSpPr bwMode="auto">
            <a:xfrm>
              <a:off x="3010" y="3476"/>
              <a:ext cx="314" cy="195"/>
              <a:chOff x="2170" y="3380"/>
              <a:chExt cx="314" cy="185"/>
            </a:xfrm>
          </p:grpSpPr>
          <p:sp>
            <p:nvSpPr>
              <p:cNvPr id="24624" name="Line 1077">
                <a:extLst>
                  <a:ext uri="{FF2B5EF4-FFF2-40B4-BE49-F238E27FC236}">
                    <a16:creationId xmlns:a16="http://schemas.microsoft.com/office/drawing/2014/main" id="{FE34909D-9747-7AAC-6929-6E415245A4D8}"/>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25" name="Line 1078">
                <a:extLst>
                  <a:ext uri="{FF2B5EF4-FFF2-40B4-BE49-F238E27FC236}">
                    <a16:creationId xmlns:a16="http://schemas.microsoft.com/office/drawing/2014/main" id="{2F5266A7-AFB2-8935-E9B4-8A198E012515}"/>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26" name="Line 1079">
                <a:extLst>
                  <a:ext uri="{FF2B5EF4-FFF2-40B4-BE49-F238E27FC236}">
                    <a16:creationId xmlns:a16="http://schemas.microsoft.com/office/drawing/2014/main" id="{920C3532-5BFA-9383-82C4-D6C0A8381D14}"/>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4593" name="Text Box 1080">
            <a:extLst>
              <a:ext uri="{FF2B5EF4-FFF2-40B4-BE49-F238E27FC236}">
                <a16:creationId xmlns:a16="http://schemas.microsoft.com/office/drawing/2014/main" id="{9FAF7D7E-4A6A-7B61-E380-E90E26831998}"/>
              </a:ext>
            </a:extLst>
          </p:cNvPr>
          <p:cNvSpPr txBox="1">
            <a:spLocks noChangeArrowheads="1"/>
          </p:cNvSpPr>
          <p:nvPr/>
        </p:nvSpPr>
        <p:spPr bwMode="auto">
          <a:xfrm>
            <a:off x="4117975" y="594677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b="1"/>
              <a:t>…</a:t>
            </a:r>
          </a:p>
        </p:txBody>
      </p:sp>
      <p:sp>
        <p:nvSpPr>
          <p:cNvPr id="24594" name="Text Box 1081">
            <a:extLst>
              <a:ext uri="{FF2B5EF4-FFF2-40B4-BE49-F238E27FC236}">
                <a16:creationId xmlns:a16="http://schemas.microsoft.com/office/drawing/2014/main" id="{0AE2177F-BF90-41FE-8736-8F8FEEBFDCC4}"/>
              </a:ext>
            </a:extLst>
          </p:cNvPr>
          <p:cNvSpPr txBox="1">
            <a:spLocks noChangeArrowheads="1"/>
          </p:cNvSpPr>
          <p:nvPr/>
        </p:nvSpPr>
        <p:spPr bwMode="auto">
          <a:xfrm>
            <a:off x="0" y="5661025"/>
            <a:ext cx="149066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Consider all possible merges…</a:t>
            </a:r>
          </a:p>
        </p:txBody>
      </p:sp>
      <p:sp>
        <p:nvSpPr>
          <p:cNvPr id="24595" name="Text Box 1082">
            <a:extLst>
              <a:ext uri="{FF2B5EF4-FFF2-40B4-BE49-F238E27FC236}">
                <a16:creationId xmlns:a16="http://schemas.microsoft.com/office/drawing/2014/main" id="{6F2C1EB4-7CAE-1194-5628-9B212F7FCF5D}"/>
              </a:ext>
            </a:extLst>
          </p:cNvPr>
          <p:cNvSpPr txBox="1">
            <a:spLocks noChangeArrowheads="1"/>
          </p:cNvSpPr>
          <p:nvPr/>
        </p:nvSpPr>
        <p:spPr bwMode="auto">
          <a:xfrm>
            <a:off x="5686425" y="5699125"/>
            <a:ext cx="11096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Choose the best</a:t>
            </a:r>
          </a:p>
        </p:txBody>
      </p:sp>
      <p:sp>
        <p:nvSpPr>
          <p:cNvPr id="24596" name="Rectangle 1083">
            <a:extLst>
              <a:ext uri="{FF2B5EF4-FFF2-40B4-BE49-F238E27FC236}">
                <a16:creationId xmlns:a16="http://schemas.microsoft.com/office/drawing/2014/main" id="{5824DADD-41CB-9373-0907-57177B543523}"/>
              </a:ext>
            </a:extLst>
          </p:cNvPr>
          <p:cNvSpPr>
            <a:spLocks noChangeArrowheads="1"/>
          </p:cNvSpPr>
          <p:nvPr/>
        </p:nvSpPr>
        <p:spPr bwMode="auto">
          <a:xfrm>
            <a:off x="0" y="5257800"/>
            <a:ext cx="9144000" cy="1428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4597" name="Rectangle 1084">
            <a:extLst>
              <a:ext uri="{FF2B5EF4-FFF2-40B4-BE49-F238E27FC236}">
                <a16:creationId xmlns:a16="http://schemas.microsoft.com/office/drawing/2014/main" id="{00729F6C-BFF9-EB3A-4C55-283952A40A72}"/>
              </a:ext>
            </a:extLst>
          </p:cNvPr>
          <p:cNvSpPr>
            <a:spLocks noChangeArrowheads="1"/>
          </p:cNvSpPr>
          <p:nvPr/>
        </p:nvSpPr>
        <p:spPr bwMode="auto">
          <a:xfrm>
            <a:off x="0" y="3790950"/>
            <a:ext cx="9144000" cy="1428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4598" name="Text Box 1085">
            <a:extLst>
              <a:ext uri="{FF2B5EF4-FFF2-40B4-BE49-F238E27FC236}">
                <a16:creationId xmlns:a16="http://schemas.microsoft.com/office/drawing/2014/main" id="{BD2764FD-F199-F096-118A-AD25E884DC74}"/>
              </a:ext>
            </a:extLst>
          </p:cNvPr>
          <p:cNvSpPr txBox="1">
            <a:spLocks noChangeArrowheads="1"/>
          </p:cNvSpPr>
          <p:nvPr/>
        </p:nvSpPr>
        <p:spPr bwMode="auto">
          <a:xfrm>
            <a:off x="0" y="4089400"/>
            <a:ext cx="149066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Consider all possible merges…</a:t>
            </a:r>
          </a:p>
        </p:txBody>
      </p:sp>
      <p:grpSp>
        <p:nvGrpSpPr>
          <p:cNvPr id="24599" name="Group 1086">
            <a:extLst>
              <a:ext uri="{FF2B5EF4-FFF2-40B4-BE49-F238E27FC236}">
                <a16:creationId xmlns:a16="http://schemas.microsoft.com/office/drawing/2014/main" id="{48F3C3FC-1BC6-193E-BDE1-57931D68D166}"/>
              </a:ext>
            </a:extLst>
          </p:cNvPr>
          <p:cNvGrpSpPr>
            <a:grpSpLocks/>
          </p:cNvGrpSpPr>
          <p:nvPr/>
        </p:nvGrpSpPr>
        <p:grpSpPr bwMode="auto">
          <a:xfrm>
            <a:off x="2116138" y="4184650"/>
            <a:ext cx="1027112" cy="973138"/>
            <a:chOff x="1267" y="3584"/>
            <a:chExt cx="647" cy="613"/>
          </a:xfrm>
        </p:grpSpPr>
        <p:grpSp>
          <p:nvGrpSpPr>
            <p:cNvPr id="24615" name="Group 1087">
              <a:extLst>
                <a:ext uri="{FF2B5EF4-FFF2-40B4-BE49-F238E27FC236}">
                  <a16:creationId xmlns:a16="http://schemas.microsoft.com/office/drawing/2014/main" id="{BEF966E6-5442-30F8-D6D1-045C2490B103}"/>
                </a:ext>
              </a:extLst>
            </p:cNvPr>
            <p:cNvGrpSpPr>
              <a:grpSpLocks/>
            </p:cNvGrpSpPr>
            <p:nvPr/>
          </p:nvGrpSpPr>
          <p:grpSpPr bwMode="auto">
            <a:xfrm>
              <a:off x="1267" y="3735"/>
              <a:ext cx="647" cy="462"/>
              <a:chOff x="252" y="2364"/>
              <a:chExt cx="2258" cy="1608"/>
            </a:xfrm>
          </p:grpSpPr>
          <p:pic>
            <p:nvPicPr>
              <p:cNvPr id="24619" name="Picture 1088">
                <a:extLst>
                  <a:ext uri="{FF2B5EF4-FFF2-40B4-BE49-F238E27FC236}">
                    <a16:creationId xmlns:a16="http://schemas.microsoft.com/office/drawing/2014/main" id="{1AD0E9FE-5552-3B99-A569-41D5FD4B17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620" name="Picture 1089">
                <a:extLst>
                  <a:ext uri="{FF2B5EF4-FFF2-40B4-BE49-F238E27FC236}">
                    <a16:creationId xmlns:a16="http://schemas.microsoft.com/office/drawing/2014/main" id="{CB181386-E36B-0ECD-A280-4F24424931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4616" name="Line 1090">
              <a:extLst>
                <a:ext uri="{FF2B5EF4-FFF2-40B4-BE49-F238E27FC236}">
                  <a16:creationId xmlns:a16="http://schemas.microsoft.com/office/drawing/2014/main" id="{337456B7-81EA-6489-7CF2-94160427C8BC}"/>
                </a:ext>
              </a:extLst>
            </p:cNvPr>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17" name="Line 1091">
              <a:extLst>
                <a:ext uri="{FF2B5EF4-FFF2-40B4-BE49-F238E27FC236}">
                  <a16:creationId xmlns:a16="http://schemas.microsoft.com/office/drawing/2014/main" id="{866A71FD-6A0F-CD4F-2665-8240015432D6}"/>
                </a:ext>
              </a:extLst>
            </p:cNvPr>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18" name="Line 1092">
              <a:extLst>
                <a:ext uri="{FF2B5EF4-FFF2-40B4-BE49-F238E27FC236}">
                  <a16:creationId xmlns:a16="http://schemas.microsoft.com/office/drawing/2014/main" id="{0E25AB52-B5CF-E041-1803-C8CB5C6AE055}"/>
                </a:ext>
              </a:extLst>
            </p:cNvPr>
            <p:cNvSpPr>
              <a:spLocks noChangeShapeType="1"/>
            </p:cNvSpPr>
            <p:nvPr/>
          </p:nvSpPr>
          <p:spPr bwMode="auto">
            <a:xfrm flipH="1">
              <a:off x="1426" y="3584"/>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24600" name="Picture 1093">
            <a:extLst>
              <a:ext uri="{FF2B5EF4-FFF2-40B4-BE49-F238E27FC236}">
                <a16:creationId xmlns:a16="http://schemas.microsoft.com/office/drawing/2014/main" id="{39520CAA-6E2A-CE6A-BFFA-F8F484F49A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7400" y="4606925"/>
            <a:ext cx="2190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601" name="Picture 1094">
            <a:extLst>
              <a:ext uri="{FF2B5EF4-FFF2-40B4-BE49-F238E27FC236}">
                <a16:creationId xmlns:a16="http://schemas.microsoft.com/office/drawing/2014/main" id="{AF56FF1B-051A-01D6-EF6F-F894F420F1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3788" y="4219575"/>
            <a:ext cx="301625"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602" name="Group 1095">
            <a:extLst>
              <a:ext uri="{FF2B5EF4-FFF2-40B4-BE49-F238E27FC236}">
                <a16:creationId xmlns:a16="http://schemas.microsoft.com/office/drawing/2014/main" id="{7C071583-AA01-528C-8EE6-351A61583092}"/>
              </a:ext>
            </a:extLst>
          </p:cNvPr>
          <p:cNvGrpSpPr>
            <a:grpSpLocks/>
          </p:cNvGrpSpPr>
          <p:nvPr/>
        </p:nvGrpSpPr>
        <p:grpSpPr bwMode="auto">
          <a:xfrm>
            <a:off x="3390900" y="3998913"/>
            <a:ext cx="500063" cy="268287"/>
            <a:chOff x="2112" y="2976"/>
            <a:chExt cx="703" cy="377"/>
          </a:xfrm>
        </p:grpSpPr>
        <p:sp>
          <p:nvSpPr>
            <p:cNvPr id="24612" name="Line 1096">
              <a:extLst>
                <a:ext uri="{FF2B5EF4-FFF2-40B4-BE49-F238E27FC236}">
                  <a16:creationId xmlns:a16="http://schemas.microsoft.com/office/drawing/2014/main" id="{5E286479-B934-DDF2-440D-7ADE8CCE5DC9}"/>
                </a:ext>
              </a:extLst>
            </p:cNvPr>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13" name="Line 1097">
              <a:extLst>
                <a:ext uri="{FF2B5EF4-FFF2-40B4-BE49-F238E27FC236}">
                  <a16:creationId xmlns:a16="http://schemas.microsoft.com/office/drawing/2014/main" id="{E0DD5CF0-D104-AEE1-44D6-0FB5B8D0E2A1}"/>
                </a:ext>
              </a:extLst>
            </p:cNvPr>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14" name="Line 1098">
              <a:extLst>
                <a:ext uri="{FF2B5EF4-FFF2-40B4-BE49-F238E27FC236}">
                  <a16:creationId xmlns:a16="http://schemas.microsoft.com/office/drawing/2014/main" id="{1AC8686B-EE75-FB99-925F-04BA417DB105}"/>
                </a:ext>
              </a:extLst>
            </p:cNvPr>
            <p:cNvSpPr>
              <a:spLocks noChangeShapeType="1"/>
            </p:cNvSpPr>
            <p:nvPr/>
          </p:nvSpPr>
          <p:spPr bwMode="auto">
            <a:xfrm flipH="1">
              <a:off x="2112" y="2976"/>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4603" name="Group 1099">
            <a:extLst>
              <a:ext uri="{FF2B5EF4-FFF2-40B4-BE49-F238E27FC236}">
                <a16:creationId xmlns:a16="http://schemas.microsoft.com/office/drawing/2014/main" id="{BAE23BAB-4FA5-B013-AC97-A0BDD6671AC3}"/>
              </a:ext>
            </a:extLst>
          </p:cNvPr>
          <p:cNvGrpSpPr>
            <a:grpSpLocks/>
          </p:cNvGrpSpPr>
          <p:nvPr/>
        </p:nvGrpSpPr>
        <p:grpSpPr bwMode="auto">
          <a:xfrm>
            <a:off x="4608513" y="3994150"/>
            <a:ext cx="760412" cy="1216025"/>
            <a:chOff x="2072" y="3380"/>
            <a:chExt cx="479" cy="802"/>
          </a:xfrm>
        </p:grpSpPr>
        <p:pic>
          <p:nvPicPr>
            <p:cNvPr id="24606" name="Picture 1100" descr="Edna Krabappel">
              <a:extLst>
                <a:ext uri="{FF2B5EF4-FFF2-40B4-BE49-F238E27FC236}">
                  <a16:creationId xmlns:a16="http://schemas.microsoft.com/office/drawing/2014/main" id="{9DD0B188-5E3B-CBCF-57C0-1D374D5597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7" name="Picture 1101">
              <a:extLst>
                <a:ext uri="{FF2B5EF4-FFF2-40B4-BE49-F238E27FC236}">
                  <a16:creationId xmlns:a16="http://schemas.microsoft.com/office/drawing/2014/main" id="{3D3BDFBF-C313-2C2C-6B27-B40929D366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608" name="Group 1102">
              <a:extLst>
                <a:ext uri="{FF2B5EF4-FFF2-40B4-BE49-F238E27FC236}">
                  <a16:creationId xmlns:a16="http://schemas.microsoft.com/office/drawing/2014/main" id="{9CC6A3ED-5FA4-6D64-055D-8CF6F0258C3E}"/>
                </a:ext>
              </a:extLst>
            </p:cNvPr>
            <p:cNvGrpSpPr>
              <a:grpSpLocks/>
            </p:cNvGrpSpPr>
            <p:nvPr/>
          </p:nvGrpSpPr>
          <p:grpSpPr bwMode="auto">
            <a:xfrm>
              <a:off x="2170" y="3380"/>
              <a:ext cx="314" cy="185"/>
              <a:chOff x="2170" y="3380"/>
              <a:chExt cx="314" cy="185"/>
            </a:xfrm>
          </p:grpSpPr>
          <p:sp>
            <p:nvSpPr>
              <p:cNvPr id="24609" name="Line 1103">
                <a:extLst>
                  <a:ext uri="{FF2B5EF4-FFF2-40B4-BE49-F238E27FC236}">
                    <a16:creationId xmlns:a16="http://schemas.microsoft.com/office/drawing/2014/main" id="{F560B931-2FBB-047E-44C6-0CC93E8DCE88}"/>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10" name="Line 1104">
                <a:extLst>
                  <a:ext uri="{FF2B5EF4-FFF2-40B4-BE49-F238E27FC236}">
                    <a16:creationId xmlns:a16="http://schemas.microsoft.com/office/drawing/2014/main" id="{B5D16D9B-AE56-1DB8-B472-3BF7E8B75A84}"/>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11" name="Line 1105">
                <a:extLst>
                  <a:ext uri="{FF2B5EF4-FFF2-40B4-BE49-F238E27FC236}">
                    <a16:creationId xmlns:a16="http://schemas.microsoft.com/office/drawing/2014/main" id="{4149E4A9-99F1-8CF3-E243-314E5165E88C}"/>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4604" name="Text Box 1106">
            <a:extLst>
              <a:ext uri="{FF2B5EF4-FFF2-40B4-BE49-F238E27FC236}">
                <a16:creationId xmlns:a16="http://schemas.microsoft.com/office/drawing/2014/main" id="{90E7615B-8511-4A5E-9D03-F92B89C41FA4}"/>
              </a:ext>
            </a:extLst>
          </p:cNvPr>
          <p:cNvSpPr txBox="1">
            <a:spLocks noChangeArrowheads="1"/>
          </p:cNvSpPr>
          <p:nvPr/>
        </p:nvSpPr>
        <p:spPr bwMode="auto">
          <a:xfrm>
            <a:off x="4051300" y="451802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b="1"/>
              <a:t>…</a:t>
            </a:r>
          </a:p>
        </p:txBody>
      </p:sp>
      <p:sp>
        <p:nvSpPr>
          <p:cNvPr id="24605" name="Text Box 1107">
            <a:extLst>
              <a:ext uri="{FF2B5EF4-FFF2-40B4-BE49-F238E27FC236}">
                <a16:creationId xmlns:a16="http://schemas.microsoft.com/office/drawing/2014/main" id="{2BA785FB-FEFD-0143-A099-5E2BCA417E20}"/>
              </a:ext>
            </a:extLst>
          </p:cNvPr>
          <p:cNvSpPr txBox="1">
            <a:spLocks noChangeArrowheads="1"/>
          </p:cNvSpPr>
          <p:nvPr/>
        </p:nvSpPr>
        <p:spPr bwMode="auto">
          <a:xfrm>
            <a:off x="5686425" y="4213225"/>
            <a:ext cx="11096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Choose the best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17090" name="Text Box 1026">
            <a:extLst>
              <a:ext uri="{FF2B5EF4-FFF2-40B4-BE49-F238E27FC236}">
                <a16:creationId xmlns:a16="http://schemas.microsoft.com/office/drawing/2014/main" id="{22E140E3-78FC-037F-C3DE-008E00E03F17}"/>
              </a:ext>
            </a:extLst>
          </p:cNvPr>
          <p:cNvSpPr txBox="1">
            <a:spLocks noChangeArrowheads="1"/>
          </p:cNvSpPr>
          <p:nvPr/>
        </p:nvSpPr>
        <p:spPr bwMode="auto">
          <a:xfrm>
            <a:off x="133350" y="133350"/>
            <a:ext cx="4241800" cy="1676400"/>
          </a:xfrm>
          <a:prstGeom prst="rect">
            <a:avLst/>
          </a:prstGeom>
          <a:noFill/>
          <a:ln>
            <a:noFill/>
          </a:ln>
          <a:effectLst/>
        </p:spPr>
        <p:txBody>
          <a:bodyPr>
            <a:spAutoFit/>
          </a:bodyPr>
          <a:lstStyle/>
          <a:p>
            <a:pPr eaLnBrk="1" hangingPunct="1">
              <a:defRPr/>
            </a:pPr>
            <a:r>
              <a:rPr kumimoji="1" lang="en-US" altLang="en-US" b="1">
                <a:solidFill>
                  <a:schemeClr val="tx2"/>
                </a:solidFill>
                <a:effectLst>
                  <a:outerShdw blurRad="38100" dist="38100" dir="2700000" algn="tl">
                    <a:srgbClr val="C0C0C0"/>
                  </a:outerShdw>
                </a:effectLst>
                <a:latin typeface="Helvetica" panose="020B0604020202020204" pitchFamily="34" charset="0"/>
              </a:rPr>
              <a:t>Bottom-Up (</a:t>
            </a:r>
            <a:r>
              <a:rPr kumimoji="1" lang="en-US" altLang="zh-CN" b="1">
                <a:solidFill>
                  <a:schemeClr val="tx2"/>
                </a:solidFill>
                <a:effectLst>
                  <a:outerShdw blurRad="38100" dist="38100" dir="2700000" algn="tl">
                    <a:srgbClr val="C0C0C0"/>
                  </a:outerShdw>
                </a:effectLst>
                <a:latin typeface="Helvetica" panose="020B0604020202020204" pitchFamily="34" charset="0"/>
                <a:ea typeface="SimSun" panose="02010600030101010101" pitchFamily="2" charset="-122"/>
              </a:rPr>
              <a:t>agglomerative</a:t>
            </a:r>
            <a:r>
              <a:rPr kumimoji="1" lang="en-US" altLang="en-US" b="1">
                <a:solidFill>
                  <a:schemeClr val="tx2"/>
                </a:solidFill>
                <a:effectLst>
                  <a:outerShdw blurRad="38100" dist="38100" dir="2700000" algn="tl">
                    <a:srgbClr val="C0C0C0"/>
                  </a:outerShdw>
                </a:effectLst>
                <a:latin typeface="Helvetica" panose="020B0604020202020204" pitchFamily="34" charset="0"/>
              </a:rPr>
              <a:t>):</a:t>
            </a:r>
            <a:r>
              <a:rPr lang="en-US" altLang="en-US" sz="2000"/>
              <a:t> Starting with each item in its own cluster, find the best pair to merge into a new cluster. Repeat until all clusters are fused together. </a:t>
            </a:r>
          </a:p>
        </p:txBody>
      </p:sp>
      <p:grpSp>
        <p:nvGrpSpPr>
          <p:cNvPr id="25603" name="Group 1027">
            <a:extLst>
              <a:ext uri="{FF2B5EF4-FFF2-40B4-BE49-F238E27FC236}">
                <a16:creationId xmlns:a16="http://schemas.microsoft.com/office/drawing/2014/main" id="{78ACCE0F-91E5-3BE9-2811-AC59226933FA}"/>
              </a:ext>
            </a:extLst>
          </p:cNvPr>
          <p:cNvGrpSpPr>
            <a:grpSpLocks/>
          </p:cNvGrpSpPr>
          <p:nvPr/>
        </p:nvGrpSpPr>
        <p:grpSpPr bwMode="auto">
          <a:xfrm>
            <a:off x="8116888" y="5689600"/>
            <a:ext cx="1027112" cy="973138"/>
            <a:chOff x="1267" y="3584"/>
            <a:chExt cx="647" cy="613"/>
          </a:xfrm>
        </p:grpSpPr>
        <p:grpSp>
          <p:nvGrpSpPr>
            <p:cNvPr id="25726" name="Group 1028">
              <a:extLst>
                <a:ext uri="{FF2B5EF4-FFF2-40B4-BE49-F238E27FC236}">
                  <a16:creationId xmlns:a16="http://schemas.microsoft.com/office/drawing/2014/main" id="{BDD34AA8-504A-867B-7327-8044BD9F5F80}"/>
                </a:ext>
              </a:extLst>
            </p:cNvPr>
            <p:cNvGrpSpPr>
              <a:grpSpLocks/>
            </p:cNvGrpSpPr>
            <p:nvPr/>
          </p:nvGrpSpPr>
          <p:grpSpPr bwMode="auto">
            <a:xfrm>
              <a:off x="1267" y="3735"/>
              <a:ext cx="647" cy="462"/>
              <a:chOff x="252" y="2364"/>
              <a:chExt cx="2258" cy="1608"/>
            </a:xfrm>
          </p:grpSpPr>
          <p:pic>
            <p:nvPicPr>
              <p:cNvPr id="25730" name="Picture 1029">
                <a:extLst>
                  <a:ext uri="{FF2B5EF4-FFF2-40B4-BE49-F238E27FC236}">
                    <a16:creationId xmlns:a16="http://schemas.microsoft.com/office/drawing/2014/main" id="{BFD4335D-FB23-0728-AE60-B4DD0CCD3A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731" name="Picture 1030">
                <a:extLst>
                  <a:ext uri="{FF2B5EF4-FFF2-40B4-BE49-F238E27FC236}">
                    <a16:creationId xmlns:a16="http://schemas.microsoft.com/office/drawing/2014/main" id="{C1779A77-6BD7-1704-6025-6D5531C3C3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5727" name="Line 1031">
              <a:extLst>
                <a:ext uri="{FF2B5EF4-FFF2-40B4-BE49-F238E27FC236}">
                  <a16:creationId xmlns:a16="http://schemas.microsoft.com/office/drawing/2014/main" id="{85683695-95A1-8FE1-18BF-326A7AF645E4}"/>
                </a:ext>
              </a:extLst>
            </p:cNvPr>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728" name="Line 1032">
              <a:extLst>
                <a:ext uri="{FF2B5EF4-FFF2-40B4-BE49-F238E27FC236}">
                  <a16:creationId xmlns:a16="http://schemas.microsoft.com/office/drawing/2014/main" id="{34F0CCFF-E070-EC43-78DC-5F0EE1B239F5}"/>
                </a:ext>
              </a:extLst>
            </p:cNvPr>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729" name="Line 1033">
              <a:extLst>
                <a:ext uri="{FF2B5EF4-FFF2-40B4-BE49-F238E27FC236}">
                  <a16:creationId xmlns:a16="http://schemas.microsoft.com/office/drawing/2014/main" id="{E18266EF-C767-8E14-B301-871B3A9C380F}"/>
                </a:ext>
              </a:extLst>
            </p:cNvPr>
            <p:cNvSpPr>
              <a:spLocks noChangeShapeType="1"/>
            </p:cNvSpPr>
            <p:nvPr/>
          </p:nvSpPr>
          <p:spPr bwMode="auto">
            <a:xfrm flipH="1">
              <a:off x="1426" y="3584"/>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5604" name="Group 1034">
            <a:extLst>
              <a:ext uri="{FF2B5EF4-FFF2-40B4-BE49-F238E27FC236}">
                <a16:creationId xmlns:a16="http://schemas.microsoft.com/office/drawing/2014/main" id="{4982503E-30AC-1FE5-B7A6-A21BD36FF681}"/>
              </a:ext>
            </a:extLst>
          </p:cNvPr>
          <p:cNvGrpSpPr>
            <a:grpSpLocks/>
          </p:cNvGrpSpPr>
          <p:nvPr/>
        </p:nvGrpSpPr>
        <p:grpSpPr bwMode="auto">
          <a:xfrm>
            <a:off x="8078788" y="4465638"/>
            <a:ext cx="1027112" cy="733425"/>
            <a:chOff x="252" y="2364"/>
            <a:chExt cx="2258" cy="1608"/>
          </a:xfrm>
        </p:grpSpPr>
        <p:pic>
          <p:nvPicPr>
            <p:cNvPr id="25724" name="Picture 1035">
              <a:extLst>
                <a:ext uri="{FF2B5EF4-FFF2-40B4-BE49-F238E27FC236}">
                  <a16:creationId xmlns:a16="http://schemas.microsoft.com/office/drawing/2014/main" id="{9C2601BD-9B16-73C8-8664-8832DB2054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725" name="Picture 1036">
              <a:extLst>
                <a:ext uri="{FF2B5EF4-FFF2-40B4-BE49-F238E27FC236}">
                  <a16:creationId xmlns:a16="http://schemas.microsoft.com/office/drawing/2014/main" id="{B65AB77C-D9A7-FC74-8A28-309D6FA256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5605" name="Line 1037">
            <a:extLst>
              <a:ext uri="{FF2B5EF4-FFF2-40B4-BE49-F238E27FC236}">
                <a16:creationId xmlns:a16="http://schemas.microsoft.com/office/drawing/2014/main" id="{E3C60A93-3867-68A8-A3C5-14380642F66D}"/>
              </a:ext>
            </a:extLst>
          </p:cNvPr>
          <p:cNvSpPr>
            <a:spLocks noChangeShapeType="1"/>
          </p:cNvSpPr>
          <p:nvPr/>
        </p:nvSpPr>
        <p:spPr bwMode="auto">
          <a:xfrm flipH="1" flipV="1">
            <a:off x="8826500" y="4225925"/>
            <a:ext cx="0" cy="13176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06" name="Line 1038">
            <a:extLst>
              <a:ext uri="{FF2B5EF4-FFF2-40B4-BE49-F238E27FC236}">
                <a16:creationId xmlns:a16="http://schemas.microsoft.com/office/drawing/2014/main" id="{C4654C8C-0652-8CCA-DDB8-A269A2EFD080}"/>
              </a:ext>
            </a:extLst>
          </p:cNvPr>
          <p:cNvSpPr>
            <a:spLocks noChangeShapeType="1"/>
          </p:cNvSpPr>
          <p:nvPr/>
        </p:nvSpPr>
        <p:spPr bwMode="auto">
          <a:xfrm flipH="1" flipV="1">
            <a:off x="8335963" y="4225925"/>
            <a:ext cx="0" cy="13176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07" name="Line 1039">
            <a:extLst>
              <a:ext uri="{FF2B5EF4-FFF2-40B4-BE49-F238E27FC236}">
                <a16:creationId xmlns:a16="http://schemas.microsoft.com/office/drawing/2014/main" id="{96BDD49C-7BA0-F4D0-0E13-769F1EFE8FBC}"/>
              </a:ext>
            </a:extLst>
          </p:cNvPr>
          <p:cNvSpPr>
            <a:spLocks noChangeShapeType="1"/>
          </p:cNvSpPr>
          <p:nvPr/>
        </p:nvSpPr>
        <p:spPr bwMode="auto">
          <a:xfrm flipH="1">
            <a:off x="8331200" y="4225925"/>
            <a:ext cx="49847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5608" name="Group 1040">
            <a:extLst>
              <a:ext uri="{FF2B5EF4-FFF2-40B4-BE49-F238E27FC236}">
                <a16:creationId xmlns:a16="http://schemas.microsoft.com/office/drawing/2014/main" id="{449661E8-2971-DF31-9F7F-D0B4992F394C}"/>
              </a:ext>
            </a:extLst>
          </p:cNvPr>
          <p:cNvGrpSpPr>
            <a:grpSpLocks/>
          </p:cNvGrpSpPr>
          <p:nvPr/>
        </p:nvGrpSpPr>
        <p:grpSpPr bwMode="auto">
          <a:xfrm>
            <a:off x="7299325" y="4084638"/>
            <a:ext cx="608013" cy="1147762"/>
            <a:chOff x="4598" y="2573"/>
            <a:chExt cx="383" cy="723"/>
          </a:xfrm>
        </p:grpSpPr>
        <p:pic>
          <p:nvPicPr>
            <p:cNvPr id="25718" name="Picture 1041">
              <a:extLst>
                <a:ext uri="{FF2B5EF4-FFF2-40B4-BE49-F238E27FC236}">
                  <a16:creationId xmlns:a16="http://schemas.microsoft.com/office/drawing/2014/main" id="{E6D76FD5-1766-1F98-E828-7A51D5728C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8" y="2956"/>
              <a:ext cx="13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719" name="Picture 1042">
              <a:extLst>
                <a:ext uri="{FF2B5EF4-FFF2-40B4-BE49-F238E27FC236}">
                  <a16:creationId xmlns:a16="http://schemas.microsoft.com/office/drawing/2014/main" id="{29F3D562-3E6D-EC83-4651-D5F6B5D224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1" y="2712"/>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720" name="Group 1043">
              <a:extLst>
                <a:ext uri="{FF2B5EF4-FFF2-40B4-BE49-F238E27FC236}">
                  <a16:creationId xmlns:a16="http://schemas.microsoft.com/office/drawing/2014/main" id="{2F9B8DDB-A67F-03F9-7912-74E01F24304E}"/>
                </a:ext>
              </a:extLst>
            </p:cNvPr>
            <p:cNvGrpSpPr>
              <a:grpSpLocks/>
            </p:cNvGrpSpPr>
            <p:nvPr/>
          </p:nvGrpSpPr>
          <p:grpSpPr bwMode="auto">
            <a:xfrm>
              <a:off x="4638" y="2573"/>
              <a:ext cx="315" cy="169"/>
              <a:chOff x="2112" y="2976"/>
              <a:chExt cx="703" cy="377"/>
            </a:xfrm>
          </p:grpSpPr>
          <p:sp>
            <p:nvSpPr>
              <p:cNvPr id="25721" name="Line 1044">
                <a:extLst>
                  <a:ext uri="{FF2B5EF4-FFF2-40B4-BE49-F238E27FC236}">
                    <a16:creationId xmlns:a16="http://schemas.microsoft.com/office/drawing/2014/main" id="{B8D73009-FC1A-2E27-B3D6-F2DBB66D9CB4}"/>
                  </a:ext>
                </a:extLst>
              </p:cNvPr>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722" name="Line 1045">
                <a:extLst>
                  <a:ext uri="{FF2B5EF4-FFF2-40B4-BE49-F238E27FC236}">
                    <a16:creationId xmlns:a16="http://schemas.microsoft.com/office/drawing/2014/main" id="{3D6A445B-3825-C28A-411F-769712DB1149}"/>
                  </a:ext>
                </a:extLst>
              </p:cNvPr>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723" name="Line 1046">
                <a:extLst>
                  <a:ext uri="{FF2B5EF4-FFF2-40B4-BE49-F238E27FC236}">
                    <a16:creationId xmlns:a16="http://schemas.microsoft.com/office/drawing/2014/main" id="{47B7E680-7F84-44C3-4B72-B7FBAE0A802F}"/>
                  </a:ext>
                </a:extLst>
              </p:cNvPr>
              <p:cNvSpPr>
                <a:spLocks noChangeShapeType="1"/>
              </p:cNvSpPr>
              <p:nvPr/>
            </p:nvSpPr>
            <p:spPr bwMode="auto">
              <a:xfrm flipH="1">
                <a:off x="2112" y="2976"/>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25609" name="Group 1047">
            <a:extLst>
              <a:ext uri="{FF2B5EF4-FFF2-40B4-BE49-F238E27FC236}">
                <a16:creationId xmlns:a16="http://schemas.microsoft.com/office/drawing/2014/main" id="{B2D79450-E6CB-BF02-746B-D8F2E8349034}"/>
              </a:ext>
            </a:extLst>
          </p:cNvPr>
          <p:cNvGrpSpPr>
            <a:grpSpLocks/>
          </p:cNvGrpSpPr>
          <p:nvPr/>
        </p:nvGrpSpPr>
        <p:grpSpPr bwMode="auto">
          <a:xfrm>
            <a:off x="7289800" y="2295525"/>
            <a:ext cx="1806575" cy="1331913"/>
            <a:chOff x="746" y="1753"/>
            <a:chExt cx="1138" cy="839"/>
          </a:xfrm>
        </p:grpSpPr>
        <p:pic>
          <p:nvPicPr>
            <p:cNvPr id="25703" name="Picture 1048">
              <a:extLst>
                <a:ext uri="{FF2B5EF4-FFF2-40B4-BE49-F238E27FC236}">
                  <a16:creationId xmlns:a16="http://schemas.microsoft.com/office/drawing/2014/main" id="{244526AF-07BB-C4B5-3283-6A2DD119B3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 y="2252"/>
              <a:ext cx="13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704" name="Picture 1049">
              <a:extLst>
                <a:ext uri="{FF2B5EF4-FFF2-40B4-BE49-F238E27FC236}">
                  <a16:creationId xmlns:a16="http://schemas.microsoft.com/office/drawing/2014/main" id="{EB8F096D-EF96-53E4-B95A-167806E231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9" y="200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705" name="Group 1050">
              <a:extLst>
                <a:ext uri="{FF2B5EF4-FFF2-40B4-BE49-F238E27FC236}">
                  <a16:creationId xmlns:a16="http://schemas.microsoft.com/office/drawing/2014/main" id="{3F5EF635-9418-1751-5C4C-BF96A26CA648}"/>
                </a:ext>
              </a:extLst>
            </p:cNvPr>
            <p:cNvGrpSpPr>
              <a:grpSpLocks/>
            </p:cNvGrpSpPr>
            <p:nvPr/>
          </p:nvGrpSpPr>
          <p:grpSpPr bwMode="auto">
            <a:xfrm>
              <a:off x="1237" y="2109"/>
              <a:ext cx="647" cy="462"/>
              <a:chOff x="252" y="2364"/>
              <a:chExt cx="2258" cy="1608"/>
            </a:xfrm>
          </p:grpSpPr>
          <p:pic>
            <p:nvPicPr>
              <p:cNvPr id="25716" name="Picture 1051">
                <a:extLst>
                  <a:ext uri="{FF2B5EF4-FFF2-40B4-BE49-F238E27FC236}">
                    <a16:creationId xmlns:a16="http://schemas.microsoft.com/office/drawing/2014/main" id="{A58104D0-AB21-7CD3-B0EC-8033C5717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717" name="Picture 1052">
                <a:extLst>
                  <a:ext uri="{FF2B5EF4-FFF2-40B4-BE49-F238E27FC236}">
                    <a16:creationId xmlns:a16="http://schemas.microsoft.com/office/drawing/2014/main" id="{7494FFA6-62AC-3376-7344-BDD8892823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5706" name="Line 1053">
              <a:extLst>
                <a:ext uri="{FF2B5EF4-FFF2-40B4-BE49-F238E27FC236}">
                  <a16:creationId xmlns:a16="http://schemas.microsoft.com/office/drawing/2014/main" id="{315EA313-C305-80AA-B171-62F69280BBC0}"/>
                </a:ext>
              </a:extLst>
            </p:cNvPr>
            <p:cNvSpPr>
              <a:spLocks noChangeShapeType="1"/>
            </p:cNvSpPr>
            <p:nvPr/>
          </p:nvSpPr>
          <p:spPr bwMode="auto">
            <a:xfrm flipH="1" flipV="1">
              <a:off x="1708" y="1958"/>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707" name="Line 1054">
              <a:extLst>
                <a:ext uri="{FF2B5EF4-FFF2-40B4-BE49-F238E27FC236}">
                  <a16:creationId xmlns:a16="http://schemas.microsoft.com/office/drawing/2014/main" id="{E6D6F882-A403-15A5-66C2-ADD2AA03A4B9}"/>
                </a:ext>
              </a:extLst>
            </p:cNvPr>
            <p:cNvSpPr>
              <a:spLocks noChangeShapeType="1"/>
            </p:cNvSpPr>
            <p:nvPr/>
          </p:nvSpPr>
          <p:spPr bwMode="auto">
            <a:xfrm flipH="1" flipV="1">
              <a:off x="1399" y="1958"/>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708" name="Line 1055">
              <a:extLst>
                <a:ext uri="{FF2B5EF4-FFF2-40B4-BE49-F238E27FC236}">
                  <a16:creationId xmlns:a16="http://schemas.microsoft.com/office/drawing/2014/main" id="{B759CE7C-F468-6D0A-C701-6F2B6ECCFAB1}"/>
                </a:ext>
              </a:extLst>
            </p:cNvPr>
            <p:cNvSpPr>
              <a:spLocks noChangeShapeType="1"/>
            </p:cNvSpPr>
            <p:nvPr/>
          </p:nvSpPr>
          <p:spPr bwMode="auto">
            <a:xfrm flipH="1">
              <a:off x="1396" y="1958"/>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709" name="Line 1056">
              <a:extLst>
                <a:ext uri="{FF2B5EF4-FFF2-40B4-BE49-F238E27FC236}">
                  <a16:creationId xmlns:a16="http://schemas.microsoft.com/office/drawing/2014/main" id="{4D72F654-9DC6-9AE6-3939-D4379FCE5B6B}"/>
                </a:ext>
              </a:extLst>
            </p:cNvPr>
            <p:cNvSpPr>
              <a:spLocks noChangeShapeType="1"/>
            </p:cNvSpPr>
            <p:nvPr/>
          </p:nvSpPr>
          <p:spPr bwMode="auto">
            <a:xfrm flipH="1">
              <a:off x="936" y="1753"/>
              <a:ext cx="619"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710" name="Line 1057">
              <a:extLst>
                <a:ext uri="{FF2B5EF4-FFF2-40B4-BE49-F238E27FC236}">
                  <a16:creationId xmlns:a16="http://schemas.microsoft.com/office/drawing/2014/main" id="{0C20D58F-CBFE-1703-7209-649882E0B883}"/>
                </a:ext>
              </a:extLst>
            </p:cNvPr>
            <p:cNvSpPr>
              <a:spLocks noChangeShapeType="1"/>
            </p:cNvSpPr>
            <p:nvPr/>
          </p:nvSpPr>
          <p:spPr bwMode="auto">
            <a:xfrm rot="5400000" flipH="1">
              <a:off x="1450" y="1858"/>
              <a:ext cx="20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5711" name="Group 1058">
              <a:extLst>
                <a:ext uri="{FF2B5EF4-FFF2-40B4-BE49-F238E27FC236}">
                  <a16:creationId xmlns:a16="http://schemas.microsoft.com/office/drawing/2014/main" id="{63C10C8D-AEDD-85CC-0817-7C93AA7B42AD}"/>
                </a:ext>
              </a:extLst>
            </p:cNvPr>
            <p:cNvGrpSpPr>
              <a:grpSpLocks/>
            </p:cNvGrpSpPr>
            <p:nvPr/>
          </p:nvGrpSpPr>
          <p:grpSpPr bwMode="auto">
            <a:xfrm>
              <a:off x="786" y="1869"/>
              <a:ext cx="315" cy="169"/>
              <a:chOff x="2112" y="2976"/>
              <a:chExt cx="703" cy="377"/>
            </a:xfrm>
          </p:grpSpPr>
          <p:sp>
            <p:nvSpPr>
              <p:cNvPr id="25713" name="Line 1059">
                <a:extLst>
                  <a:ext uri="{FF2B5EF4-FFF2-40B4-BE49-F238E27FC236}">
                    <a16:creationId xmlns:a16="http://schemas.microsoft.com/office/drawing/2014/main" id="{8A3F691B-B3DA-0790-EBBF-A83A7373547D}"/>
                  </a:ext>
                </a:extLst>
              </p:cNvPr>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714" name="Line 1060">
                <a:extLst>
                  <a:ext uri="{FF2B5EF4-FFF2-40B4-BE49-F238E27FC236}">
                    <a16:creationId xmlns:a16="http://schemas.microsoft.com/office/drawing/2014/main" id="{275B804A-498F-F025-32D4-998A741571F5}"/>
                  </a:ext>
                </a:extLst>
              </p:cNvPr>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715" name="Line 1061">
                <a:extLst>
                  <a:ext uri="{FF2B5EF4-FFF2-40B4-BE49-F238E27FC236}">
                    <a16:creationId xmlns:a16="http://schemas.microsoft.com/office/drawing/2014/main" id="{BE003C1F-812D-A705-A65B-E15094B81FA4}"/>
                  </a:ext>
                </a:extLst>
              </p:cNvPr>
              <p:cNvSpPr>
                <a:spLocks noChangeShapeType="1"/>
              </p:cNvSpPr>
              <p:nvPr/>
            </p:nvSpPr>
            <p:spPr bwMode="auto">
              <a:xfrm flipH="1">
                <a:off x="2112" y="2976"/>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5712" name="Line 1062">
              <a:extLst>
                <a:ext uri="{FF2B5EF4-FFF2-40B4-BE49-F238E27FC236}">
                  <a16:creationId xmlns:a16="http://schemas.microsoft.com/office/drawing/2014/main" id="{5238F2A6-8FAE-E9AB-5525-5D52DE4CC756}"/>
                </a:ext>
              </a:extLst>
            </p:cNvPr>
            <p:cNvSpPr>
              <a:spLocks noChangeShapeType="1"/>
            </p:cNvSpPr>
            <p:nvPr/>
          </p:nvSpPr>
          <p:spPr bwMode="auto">
            <a:xfrm rot="5400000" flipH="1">
              <a:off x="878" y="1814"/>
              <a:ext cx="11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5610" name="Group 1063">
            <a:extLst>
              <a:ext uri="{FF2B5EF4-FFF2-40B4-BE49-F238E27FC236}">
                <a16:creationId xmlns:a16="http://schemas.microsoft.com/office/drawing/2014/main" id="{75D096E3-3A73-32B6-6F3C-4EBD47C09C3B}"/>
              </a:ext>
            </a:extLst>
          </p:cNvPr>
          <p:cNvGrpSpPr>
            <a:grpSpLocks/>
          </p:cNvGrpSpPr>
          <p:nvPr/>
        </p:nvGrpSpPr>
        <p:grpSpPr bwMode="auto">
          <a:xfrm>
            <a:off x="2182813" y="5770563"/>
            <a:ext cx="1027112" cy="973137"/>
            <a:chOff x="1165" y="3566"/>
            <a:chExt cx="647" cy="613"/>
          </a:xfrm>
        </p:grpSpPr>
        <p:grpSp>
          <p:nvGrpSpPr>
            <p:cNvPr id="25696" name="Group 1064">
              <a:extLst>
                <a:ext uri="{FF2B5EF4-FFF2-40B4-BE49-F238E27FC236}">
                  <a16:creationId xmlns:a16="http://schemas.microsoft.com/office/drawing/2014/main" id="{30BD3DCD-DD5F-B330-A855-2BA5B917F1A0}"/>
                </a:ext>
              </a:extLst>
            </p:cNvPr>
            <p:cNvGrpSpPr>
              <a:grpSpLocks/>
            </p:cNvGrpSpPr>
            <p:nvPr/>
          </p:nvGrpSpPr>
          <p:grpSpPr bwMode="auto">
            <a:xfrm>
              <a:off x="1165" y="3717"/>
              <a:ext cx="647" cy="462"/>
              <a:chOff x="252" y="2364"/>
              <a:chExt cx="2258" cy="1608"/>
            </a:xfrm>
          </p:grpSpPr>
          <p:pic>
            <p:nvPicPr>
              <p:cNvPr id="25701" name="Picture 1065">
                <a:extLst>
                  <a:ext uri="{FF2B5EF4-FFF2-40B4-BE49-F238E27FC236}">
                    <a16:creationId xmlns:a16="http://schemas.microsoft.com/office/drawing/2014/main" id="{FB1A778D-864F-4754-7FDF-B4712ED3B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702" name="Picture 1066">
                <a:extLst>
                  <a:ext uri="{FF2B5EF4-FFF2-40B4-BE49-F238E27FC236}">
                    <a16:creationId xmlns:a16="http://schemas.microsoft.com/office/drawing/2014/main" id="{0786FE04-FA08-CC59-103F-35BD7B470D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5697" name="Group 1067">
              <a:extLst>
                <a:ext uri="{FF2B5EF4-FFF2-40B4-BE49-F238E27FC236}">
                  <a16:creationId xmlns:a16="http://schemas.microsoft.com/office/drawing/2014/main" id="{36D63AB4-B650-4FD8-62F7-02EBE929F520}"/>
                </a:ext>
              </a:extLst>
            </p:cNvPr>
            <p:cNvGrpSpPr>
              <a:grpSpLocks/>
            </p:cNvGrpSpPr>
            <p:nvPr/>
          </p:nvGrpSpPr>
          <p:grpSpPr bwMode="auto">
            <a:xfrm>
              <a:off x="1324" y="3566"/>
              <a:ext cx="314" cy="83"/>
              <a:chOff x="1324" y="3566"/>
              <a:chExt cx="314" cy="83"/>
            </a:xfrm>
          </p:grpSpPr>
          <p:sp>
            <p:nvSpPr>
              <p:cNvPr id="25698" name="Line 1068">
                <a:extLst>
                  <a:ext uri="{FF2B5EF4-FFF2-40B4-BE49-F238E27FC236}">
                    <a16:creationId xmlns:a16="http://schemas.microsoft.com/office/drawing/2014/main" id="{C6BCF270-AFD3-04C1-1ED6-6117892C176C}"/>
                  </a:ext>
                </a:extLst>
              </p:cNvPr>
              <p:cNvSpPr>
                <a:spLocks noChangeShapeType="1"/>
              </p:cNvSpPr>
              <p:nvPr/>
            </p:nvSpPr>
            <p:spPr bwMode="auto">
              <a:xfrm flipH="1" flipV="1">
                <a:off x="1636" y="3566"/>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99" name="Line 1069">
                <a:extLst>
                  <a:ext uri="{FF2B5EF4-FFF2-40B4-BE49-F238E27FC236}">
                    <a16:creationId xmlns:a16="http://schemas.microsoft.com/office/drawing/2014/main" id="{385BDED1-7E0A-2CAE-114C-E40AB405885D}"/>
                  </a:ext>
                </a:extLst>
              </p:cNvPr>
              <p:cNvSpPr>
                <a:spLocks noChangeShapeType="1"/>
              </p:cNvSpPr>
              <p:nvPr/>
            </p:nvSpPr>
            <p:spPr bwMode="auto">
              <a:xfrm flipH="1" flipV="1">
                <a:off x="1327" y="3566"/>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700" name="Line 1070">
                <a:extLst>
                  <a:ext uri="{FF2B5EF4-FFF2-40B4-BE49-F238E27FC236}">
                    <a16:creationId xmlns:a16="http://schemas.microsoft.com/office/drawing/2014/main" id="{01C77ABE-2C8E-B47A-0FB4-48FAA2880935}"/>
                  </a:ext>
                </a:extLst>
              </p:cNvPr>
              <p:cNvSpPr>
                <a:spLocks noChangeShapeType="1"/>
              </p:cNvSpPr>
              <p:nvPr/>
            </p:nvSpPr>
            <p:spPr bwMode="auto">
              <a:xfrm flipH="1">
                <a:off x="1324" y="3566"/>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25611" name="Picture 1071">
            <a:extLst>
              <a:ext uri="{FF2B5EF4-FFF2-40B4-BE49-F238E27FC236}">
                <a16:creationId xmlns:a16="http://schemas.microsoft.com/office/drawing/2014/main" id="{552A61D1-8DE2-B875-2ABF-90CB12443B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5" y="4603750"/>
            <a:ext cx="2190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12" name="Line 1072">
            <a:extLst>
              <a:ext uri="{FF2B5EF4-FFF2-40B4-BE49-F238E27FC236}">
                <a16:creationId xmlns:a16="http://schemas.microsoft.com/office/drawing/2014/main" id="{2AB216B0-F2F3-D239-7A51-1F86E11D98D2}"/>
              </a:ext>
            </a:extLst>
          </p:cNvPr>
          <p:cNvSpPr>
            <a:spLocks noChangeShapeType="1"/>
          </p:cNvSpPr>
          <p:nvPr/>
        </p:nvSpPr>
        <p:spPr bwMode="auto">
          <a:xfrm flipH="1" flipV="1">
            <a:off x="1847850" y="4108450"/>
            <a:ext cx="0" cy="279400"/>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3" name="Line 1073">
            <a:extLst>
              <a:ext uri="{FF2B5EF4-FFF2-40B4-BE49-F238E27FC236}">
                <a16:creationId xmlns:a16="http://schemas.microsoft.com/office/drawing/2014/main" id="{9B552A2A-589A-9EAC-3BBD-A2E281F6F4A0}"/>
              </a:ext>
            </a:extLst>
          </p:cNvPr>
          <p:cNvSpPr>
            <a:spLocks noChangeShapeType="1"/>
          </p:cNvSpPr>
          <p:nvPr/>
        </p:nvSpPr>
        <p:spPr bwMode="auto">
          <a:xfrm flipH="1">
            <a:off x="1836738" y="4100513"/>
            <a:ext cx="75247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4" name="Line 1074">
            <a:extLst>
              <a:ext uri="{FF2B5EF4-FFF2-40B4-BE49-F238E27FC236}">
                <a16:creationId xmlns:a16="http://schemas.microsoft.com/office/drawing/2014/main" id="{218C9858-F706-70EF-D038-3DE74FBDC4A2}"/>
              </a:ext>
            </a:extLst>
          </p:cNvPr>
          <p:cNvSpPr>
            <a:spLocks noChangeShapeType="1"/>
          </p:cNvSpPr>
          <p:nvPr/>
        </p:nvSpPr>
        <p:spPr bwMode="auto">
          <a:xfrm rot="5400000" flipH="1">
            <a:off x="2541587" y="4132263"/>
            <a:ext cx="9842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5615" name="Group 1075">
            <a:extLst>
              <a:ext uri="{FF2B5EF4-FFF2-40B4-BE49-F238E27FC236}">
                <a16:creationId xmlns:a16="http://schemas.microsoft.com/office/drawing/2014/main" id="{2CAA66AA-D0A0-540A-CFE6-404C2E7F4937}"/>
              </a:ext>
            </a:extLst>
          </p:cNvPr>
          <p:cNvGrpSpPr>
            <a:grpSpLocks/>
          </p:cNvGrpSpPr>
          <p:nvPr/>
        </p:nvGrpSpPr>
        <p:grpSpPr bwMode="auto">
          <a:xfrm>
            <a:off x="3294063" y="5527675"/>
            <a:ext cx="760412" cy="1216025"/>
            <a:chOff x="2072" y="3380"/>
            <a:chExt cx="479" cy="802"/>
          </a:xfrm>
        </p:grpSpPr>
        <p:pic>
          <p:nvPicPr>
            <p:cNvPr id="25690" name="Picture 1076" descr="Edna Krabappel">
              <a:extLst>
                <a:ext uri="{FF2B5EF4-FFF2-40B4-BE49-F238E27FC236}">
                  <a16:creationId xmlns:a16="http://schemas.microsoft.com/office/drawing/2014/main" id="{2AC59B02-DD2D-5705-9540-11B68D2872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91" name="Picture 1077">
              <a:extLst>
                <a:ext uri="{FF2B5EF4-FFF2-40B4-BE49-F238E27FC236}">
                  <a16:creationId xmlns:a16="http://schemas.microsoft.com/office/drawing/2014/main" id="{359199A8-49F1-A8EA-6911-F4F65C3AA8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92" name="Group 1078">
              <a:extLst>
                <a:ext uri="{FF2B5EF4-FFF2-40B4-BE49-F238E27FC236}">
                  <a16:creationId xmlns:a16="http://schemas.microsoft.com/office/drawing/2014/main" id="{AE4DD34E-C4BC-D373-F539-8DDAADD20055}"/>
                </a:ext>
              </a:extLst>
            </p:cNvPr>
            <p:cNvGrpSpPr>
              <a:grpSpLocks/>
            </p:cNvGrpSpPr>
            <p:nvPr/>
          </p:nvGrpSpPr>
          <p:grpSpPr bwMode="auto">
            <a:xfrm>
              <a:off x="2170" y="3380"/>
              <a:ext cx="314" cy="185"/>
              <a:chOff x="2170" y="3380"/>
              <a:chExt cx="314" cy="185"/>
            </a:xfrm>
          </p:grpSpPr>
          <p:sp>
            <p:nvSpPr>
              <p:cNvPr id="25693" name="Line 1079">
                <a:extLst>
                  <a:ext uri="{FF2B5EF4-FFF2-40B4-BE49-F238E27FC236}">
                    <a16:creationId xmlns:a16="http://schemas.microsoft.com/office/drawing/2014/main" id="{3C2BAB44-F621-9951-48D8-77BBD35A2C4B}"/>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94" name="Line 1080">
                <a:extLst>
                  <a:ext uri="{FF2B5EF4-FFF2-40B4-BE49-F238E27FC236}">
                    <a16:creationId xmlns:a16="http://schemas.microsoft.com/office/drawing/2014/main" id="{0FA0E7FC-A97F-5C79-2D3F-812EFBA3AC92}"/>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95" name="Line 1081">
                <a:extLst>
                  <a:ext uri="{FF2B5EF4-FFF2-40B4-BE49-F238E27FC236}">
                    <a16:creationId xmlns:a16="http://schemas.microsoft.com/office/drawing/2014/main" id="{FB2ACAAB-4CA8-2EA8-201F-794358B71E70}"/>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25616" name="Group 1082">
            <a:extLst>
              <a:ext uri="{FF2B5EF4-FFF2-40B4-BE49-F238E27FC236}">
                <a16:creationId xmlns:a16="http://schemas.microsoft.com/office/drawing/2014/main" id="{1CC9278B-B795-8FEC-DA47-C964E1D741E9}"/>
              </a:ext>
            </a:extLst>
          </p:cNvPr>
          <p:cNvGrpSpPr>
            <a:grpSpLocks/>
          </p:cNvGrpSpPr>
          <p:nvPr/>
        </p:nvGrpSpPr>
        <p:grpSpPr bwMode="auto">
          <a:xfrm>
            <a:off x="1293813" y="5491163"/>
            <a:ext cx="776287" cy="1252537"/>
            <a:chOff x="2663" y="3356"/>
            <a:chExt cx="489" cy="789"/>
          </a:xfrm>
        </p:grpSpPr>
        <p:pic>
          <p:nvPicPr>
            <p:cNvPr id="25684" name="Picture 1083">
              <a:extLst>
                <a:ext uri="{FF2B5EF4-FFF2-40B4-BE49-F238E27FC236}">
                  <a16:creationId xmlns:a16="http://schemas.microsoft.com/office/drawing/2014/main" id="{695831C4-9D59-C4A6-CE96-0AA2D70134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4" y="3800"/>
              <a:ext cx="13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85" name="Picture 1084">
              <a:extLst>
                <a:ext uri="{FF2B5EF4-FFF2-40B4-BE49-F238E27FC236}">
                  <a16:creationId xmlns:a16="http://schemas.microsoft.com/office/drawing/2014/main" id="{B8189A8B-EA17-2E67-7A3B-93DFC3C08D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3" y="3707"/>
              <a:ext cx="331"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5686" name="Group 1085">
              <a:extLst>
                <a:ext uri="{FF2B5EF4-FFF2-40B4-BE49-F238E27FC236}">
                  <a16:creationId xmlns:a16="http://schemas.microsoft.com/office/drawing/2014/main" id="{D03BD014-8BFD-76AC-8F07-C2A21E0FBE01}"/>
                </a:ext>
              </a:extLst>
            </p:cNvPr>
            <p:cNvGrpSpPr>
              <a:grpSpLocks/>
            </p:cNvGrpSpPr>
            <p:nvPr/>
          </p:nvGrpSpPr>
          <p:grpSpPr bwMode="auto">
            <a:xfrm>
              <a:off x="2758" y="3356"/>
              <a:ext cx="314" cy="209"/>
              <a:chOff x="2170" y="3380"/>
              <a:chExt cx="314" cy="185"/>
            </a:xfrm>
          </p:grpSpPr>
          <p:sp>
            <p:nvSpPr>
              <p:cNvPr id="25687" name="Line 1086">
                <a:extLst>
                  <a:ext uri="{FF2B5EF4-FFF2-40B4-BE49-F238E27FC236}">
                    <a16:creationId xmlns:a16="http://schemas.microsoft.com/office/drawing/2014/main" id="{AA594FA7-B54A-FB3D-E9DF-676F7797B397}"/>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88" name="Line 1087">
                <a:extLst>
                  <a:ext uri="{FF2B5EF4-FFF2-40B4-BE49-F238E27FC236}">
                    <a16:creationId xmlns:a16="http://schemas.microsoft.com/office/drawing/2014/main" id="{F81AD3B5-AFA7-84FC-C411-E603894E41E2}"/>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89" name="Line 1088">
                <a:extLst>
                  <a:ext uri="{FF2B5EF4-FFF2-40B4-BE49-F238E27FC236}">
                    <a16:creationId xmlns:a16="http://schemas.microsoft.com/office/drawing/2014/main" id="{99CBF2F9-AE4A-53AF-13F1-3FC8DA4C25B4}"/>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25617" name="Group 1089">
            <a:extLst>
              <a:ext uri="{FF2B5EF4-FFF2-40B4-BE49-F238E27FC236}">
                <a16:creationId xmlns:a16="http://schemas.microsoft.com/office/drawing/2014/main" id="{4E513F8B-B049-D8BE-5F0C-7D8E7932F52E}"/>
              </a:ext>
            </a:extLst>
          </p:cNvPr>
          <p:cNvGrpSpPr>
            <a:grpSpLocks/>
          </p:cNvGrpSpPr>
          <p:nvPr/>
        </p:nvGrpSpPr>
        <p:grpSpPr bwMode="auto">
          <a:xfrm>
            <a:off x="4586288" y="5518150"/>
            <a:ext cx="815975" cy="1206500"/>
            <a:chOff x="2889" y="3476"/>
            <a:chExt cx="514" cy="760"/>
          </a:xfrm>
        </p:grpSpPr>
        <p:pic>
          <p:nvPicPr>
            <p:cNvPr id="25678" name="Picture 1090">
              <a:extLst>
                <a:ext uri="{FF2B5EF4-FFF2-40B4-BE49-F238E27FC236}">
                  <a16:creationId xmlns:a16="http://schemas.microsoft.com/office/drawing/2014/main" id="{4A59FCB0-D2FB-983A-02B9-F5A1B3650C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9" y="3691"/>
              <a:ext cx="19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79" name="Picture 1091">
              <a:extLst>
                <a:ext uri="{FF2B5EF4-FFF2-40B4-BE49-F238E27FC236}">
                  <a16:creationId xmlns:a16="http://schemas.microsoft.com/office/drawing/2014/main" id="{FAB89206-4B49-C4F5-4332-1DB91F5059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5" y="3751"/>
              <a:ext cx="258"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5680" name="Group 1092">
              <a:extLst>
                <a:ext uri="{FF2B5EF4-FFF2-40B4-BE49-F238E27FC236}">
                  <a16:creationId xmlns:a16="http://schemas.microsoft.com/office/drawing/2014/main" id="{502D6A6E-D364-A0AF-6362-F03E1EC4BE98}"/>
                </a:ext>
              </a:extLst>
            </p:cNvPr>
            <p:cNvGrpSpPr>
              <a:grpSpLocks/>
            </p:cNvGrpSpPr>
            <p:nvPr/>
          </p:nvGrpSpPr>
          <p:grpSpPr bwMode="auto">
            <a:xfrm>
              <a:off x="3010" y="3476"/>
              <a:ext cx="314" cy="195"/>
              <a:chOff x="2170" y="3380"/>
              <a:chExt cx="314" cy="185"/>
            </a:xfrm>
          </p:grpSpPr>
          <p:sp>
            <p:nvSpPr>
              <p:cNvPr id="25681" name="Line 1093">
                <a:extLst>
                  <a:ext uri="{FF2B5EF4-FFF2-40B4-BE49-F238E27FC236}">
                    <a16:creationId xmlns:a16="http://schemas.microsoft.com/office/drawing/2014/main" id="{E07F1892-1ED3-B40A-8C48-51CD3EB6A467}"/>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82" name="Line 1094">
                <a:extLst>
                  <a:ext uri="{FF2B5EF4-FFF2-40B4-BE49-F238E27FC236}">
                    <a16:creationId xmlns:a16="http://schemas.microsoft.com/office/drawing/2014/main" id="{EB254215-DF20-E98F-6898-2998E75499ED}"/>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83" name="Line 1095">
                <a:extLst>
                  <a:ext uri="{FF2B5EF4-FFF2-40B4-BE49-F238E27FC236}">
                    <a16:creationId xmlns:a16="http://schemas.microsoft.com/office/drawing/2014/main" id="{52F8E248-0D38-741A-5FD7-7D987026720F}"/>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5618" name="Text Box 1096">
            <a:extLst>
              <a:ext uri="{FF2B5EF4-FFF2-40B4-BE49-F238E27FC236}">
                <a16:creationId xmlns:a16="http://schemas.microsoft.com/office/drawing/2014/main" id="{48D8A6E1-3268-0468-100C-01E14C8436ED}"/>
              </a:ext>
            </a:extLst>
          </p:cNvPr>
          <p:cNvSpPr txBox="1">
            <a:spLocks noChangeArrowheads="1"/>
          </p:cNvSpPr>
          <p:nvPr/>
        </p:nvSpPr>
        <p:spPr bwMode="auto">
          <a:xfrm>
            <a:off x="4117975" y="594677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b="1"/>
              <a:t>…</a:t>
            </a:r>
          </a:p>
        </p:txBody>
      </p:sp>
      <p:sp>
        <p:nvSpPr>
          <p:cNvPr id="25619" name="Text Box 1097">
            <a:extLst>
              <a:ext uri="{FF2B5EF4-FFF2-40B4-BE49-F238E27FC236}">
                <a16:creationId xmlns:a16="http://schemas.microsoft.com/office/drawing/2014/main" id="{C82BE3C2-EFB4-65AA-619A-DFC9D9E28036}"/>
              </a:ext>
            </a:extLst>
          </p:cNvPr>
          <p:cNvSpPr txBox="1">
            <a:spLocks noChangeArrowheads="1"/>
          </p:cNvSpPr>
          <p:nvPr/>
        </p:nvSpPr>
        <p:spPr bwMode="auto">
          <a:xfrm>
            <a:off x="0" y="5661025"/>
            <a:ext cx="149066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Consider all possible merges…</a:t>
            </a:r>
          </a:p>
        </p:txBody>
      </p:sp>
      <p:sp>
        <p:nvSpPr>
          <p:cNvPr id="25620" name="Text Box 1098">
            <a:extLst>
              <a:ext uri="{FF2B5EF4-FFF2-40B4-BE49-F238E27FC236}">
                <a16:creationId xmlns:a16="http://schemas.microsoft.com/office/drawing/2014/main" id="{30A59E4A-BAD0-F7D2-8CA6-B83DB79C12EF}"/>
              </a:ext>
            </a:extLst>
          </p:cNvPr>
          <p:cNvSpPr txBox="1">
            <a:spLocks noChangeArrowheads="1"/>
          </p:cNvSpPr>
          <p:nvPr/>
        </p:nvSpPr>
        <p:spPr bwMode="auto">
          <a:xfrm>
            <a:off x="5686425" y="5699125"/>
            <a:ext cx="11096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Choose the best</a:t>
            </a:r>
          </a:p>
        </p:txBody>
      </p:sp>
      <p:sp>
        <p:nvSpPr>
          <p:cNvPr id="25621" name="Rectangle 1099">
            <a:extLst>
              <a:ext uri="{FF2B5EF4-FFF2-40B4-BE49-F238E27FC236}">
                <a16:creationId xmlns:a16="http://schemas.microsoft.com/office/drawing/2014/main" id="{561602B2-CCDA-65D5-FDB5-C9DAB4DFFA2A}"/>
              </a:ext>
            </a:extLst>
          </p:cNvPr>
          <p:cNvSpPr>
            <a:spLocks noChangeArrowheads="1"/>
          </p:cNvSpPr>
          <p:nvPr/>
        </p:nvSpPr>
        <p:spPr bwMode="auto">
          <a:xfrm>
            <a:off x="0" y="5257800"/>
            <a:ext cx="9144000" cy="1428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5622" name="Rectangle 1100">
            <a:extLst>
              <a:ext uri="{FF2B5EF4-FFF2-40B4-BE49-F238E27FC236}">
                <a16:creationId xmlns:a16="http://schemas.microsoft.com/office/drawing/2014/main" id="{FD706282-AC4F-544E-6D23-BB008315048F}"/>
              </a:ext>
            </a:extLst>
          </p:cNvPr>
          <p:cNvSpPr>
            <a:spLocks noChangeArrowheads="1"/>
          </p:cNvSpPr>
          <p:nvPr/>
        </p:nvSpPr>
        <p:spPr bwMode="auto">
          <a:xfrm>
            <a:off x="0" y="3790950"/>
            <a:ext cx="9144000" cy="1428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5623" name="Rectangle 1101">
            <a:extLst>
              <a:ext uri="{FF2B5EF4-FFF2-40B4-BE49-F238E27FC236}">
                <a16:creationId xmlns:a16="http://schemas.microsoft.com/office/drawing/2014/main" id="{234042FE-B430-9809-6E43-28A878A4CFB2}"/>
              </a:ext>
            </a:extLst>
          </p:cNvPr>
          <p:cNvSpPr>
            <a:spLocks noChangeArrowheads="1"/>
          </p:cNvSpPr>
          <p:nvPr/>
        </p:nvSpPr>
        <p:spPr bwMode="auto">
          <a:xfrm>
            <a:off x="0" y="2000250"/>
            <a:ext cx="9144000" cy="1428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5624" name="Text Box 1102">
            <a:extLst>
              <a:ext uri="{FF2B5EF4-FFF2-40B4-BE49-F238E27FC236}">
                <a16:creationId xmlns:a16="http://schemas.microsoft.com/office/drawing/2014/main" id="{983086E7-DD91-EA42-3819-2916F410BFF3}"/>
              </a:ext>
            </a:extLst>
          </p:cNvPr>
          <p:cNvSpPr txBox="1">
            <a:spLocks noChangeArrowheads="1"/>
          </p:cNvSpPr>
          <p:nvPr/>
        </p:nvSpPr>
        <p:spPr bwMode="auto">
          <a:xfrm>
            <a:off x="0" y="4089400"/>
            <a:ext cx="149066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Consider all possible merges…</a:t>
            </a:r>
          </a:p>
        </p:txBody>
      </p:sp>
      <p:grpSp>
        <p:nvGrpSpPr>
          <p:cNvPr id="25625" name="Group 1103">
            <a:extLst>
              <a:ext uri="{FF2B5EF4-FFF2-40B4-BE49-F238E27FC236}">
                <a16:creationId xmlns:a16="http://schemas.microsoft.com/office/drawing/2014/main" id="{F17DB725-302F-C2C4-F063-BA82C321F0A3}"/>
              </a:ext>
            </a:extLst>
          </p:cNvPr>
          <p:cNvGrpSpPr>
            <a:grpSpLocks/>
          </p:cNvGrpSpPr>
          <p:nvPr/>
        </p:nvGrpSpPr>
        <p:grpSpPr bwMode="auto">
          <a:xfrm>
            <a:off x="2116138" y="4184650"/>
            <a:ext cx="1027112" cy="973138"/>
            <a:chOff x="1267" y="3584"/>
            <a:chExt cx="647" cy="613"/>
          </a:xfrm>
        </p:grpSpPr>
        <p:grpSp>
          <p:nvGrpSpPr>
            <p:cNvPr id="25672" name="Group 1104">
              <a:extLst>
                <a:ext uri="{FF2B5EF4-FFF2-40B4-BE49-F238E27FC236}">
                  <a16:creationId xmlns:a16="http://schemas.microsoft.com/office/drawing/2014/main" id="{D2FF789E-D39F-E0C9-7597-B4597E95A817}"/>
                </a:ext>
              </a:extLst>
            </p:cNvPr>
            <p:cNvGrpSpPr>
              <a:grpSpLocks/>
            </p:cNvGrpSpPr>
            <p:nvPr/>
          </p:nvGrpSpPr>
          <p:grpSpPr bwMode="auto">
            <a:xfrm>
              <a:off x="1267" y="3735"/>
              <a:ext cx="647" cy="462"/>
              <a:chOff x="252" y="2364"/>
              <a:chExt cx="2258" cy="1608"/>
            </a:xfrm>
          </p:grpSpPr>
          <p:pic>
            <p:nvPicPr>
              <p:cNvPr id="25676" name="Picture 1105">
                <a:extLst>
                  <a:ext uri="{FF2B5EF4-FFF2-40B4-BE49-F238E27FC236}">
                    <a16:creationId xmlns:a16="http://schemas.microsoft.com/office/drawing/2014/main" id="{3CF70DDE-F768-7B2B-8BB8-EC1088FF7D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77" name="Picture 1106">
                <a:extLst>
                  <a:ext uri="{FF2B5EF4-FFF2-40B4-BE49-F238E27FC236}">
                    <a16:creationId xmlns:a16="http://schemas.microsoft.com/office/drawing/2014/main" id="{85314F04-ACAF-1CDE-1462-817FFA6B93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5673" name="Line 1107">
              <a:extLst>
                <a:ext uri="{FF2B5EF4-FFF2-40B4-BE49-F238E27FC236}">
                  <a16:creationId xmlns:a16="http://schemas.microsoft.com/office/drawing/2014/main" id="{3CFC9BD0-91FB-9BF9-A119-7FD336F29077}"/>
                </a:ext>
              </a:extLst>
            </p:cNvPr>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74" name="Line 1108">
              <a:extLst>
                <a:ext uri="{FF2B5EF4-FFF2-40B4-BE49-F238E27FC236}">
                  <a16:creationId xmlns:a16="http://schemas.microsoft.com/office/drawing/2014/main" id="{F9F9CD8A-373E-EF67-A5AF-0F90358A277B}"/>
                </a:ext>
              </a:extLst>
            </p:cNvPr>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75" name="Line 1109">
              <a:extLst>
                <a:ext uri="{FF2B5EF4-FFF2-40B4-BE49-F238E27FC236}">
                  <a16:creationId xmlns:a16="http://schemas.microsoft.com/office/drawing/2014/main" id="{7E38C816-FBEB-C383-23F6-474FD425749C}"/>
                </a:ext>
              </a:extLst>
            </p:cNvPr>
            <p:cNvSpPr>
              <a:spLocks noChangeShapeType="1"/>
            </p:cNvSpPr>
            <p:nvPr/>
          </p:nvSpPr>
          <p:spPr bwMode="auto">
            <a:xfrm flipH="1">
              <a:off x="1426" y="3584"/>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25626" name="Picture 1110">
            <a:extLst>
              <a:ext uri="{FF2B5EF4-FFF2-40B4-BE49-F238E27FC236}">
                <a16:creationId xmlns:a16="http://schemas.microsoft.com/office/drawing/2014/main" id="{C08C6189-6A3E-5FAF-91BF-A12C04BE63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7400" y="4606925"/>
            <a:ext cx="2190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27" name="Picture 1111">
            <a:extLst>
              <a:ext uri="{FF2B5EF4-FFF2-40B4-BE49-F238E27FC236}">
                <a16:creationId xmlns:a16="http://schemas.microsoft.com/office/drawing/2014/main" id="{1D238FE1-CFDA-FFDC-A5A0-FD8D87F39F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3788" y="4219575"/>
            <a:ext cx="301625"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28" name="Group 1112">
            <a:extLst>
              <a:ext uri="{FF2B5EF4-FFF2-40B4-BE49-F238E27FC236}">
                <a16:creationId xmlns:a16="http://schemas.microsoft.com/office/drawing/2014/main" id="{827F856F-12FE-BDFB-F803-787341A0332C}"/>
              </a:ext>
            </a:extLst>
          </p:cNvPr>
          <p:cNvGrpSpPr>
            <a:grpSpLocks/>
          </p:cNvGrpSpPr>
          <p:nvPr/>
        </p:nvGrpSpPr>
        <p:grpSpPr bwMode="auto">
          <a:xfrm>
            <a:off x="3390900" y="3998913"/>
            <a:ext cx="500063" cy="268287"/>
            <a:chOff x="2112" y="2976"/>
            <a:chExt cx="703" cy="377"/>
          </a:xfrm>
        </p:grpSpPr>
        <p:sp>
          <p:nvSpPr>
            <p:cNvPr id="25669" name="Line 1113">
              <a:extLst>
                <a:ext uri="{FF2B5EF4-FFF2-40B4-BE49-F238E27FC236}">
                  <a16:creationId xmlns:a16="http://schemas.microsoft.com/office/drawing/2014/main" id="{A2922E7D-E873-544B-05B5-C0AE9B930DE1}"/>
                </a:ext>
              </a:extLst>
            </p:cNvPr>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70" name="Line 1114">
              <a:extLst>
                <a:ext uri="{FF2B5EF4-FFF2-40B4-BE49-F238E27FC236}">
                  <a16:creationId xmlns:a16="http://schemas.microsoft.com/office/drawing/2014/main" id="{B6035541-BCD9-53DF-D080-CA80D3B8E991}"/>
                </a:ext>
              </a:extLst>
            </p:cNvPr>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71" name="Line 1115">
              <a:extLst>
                <a:ext uri="{FF2B5EF4-FFF2-40B4-BE49-F238E27FC236}">
                  <a16:creationId xmlns:a16="http://schemas.microsoft.com/office/drawing/2014/main" id="{DD4F40A8-4804-3584-3A64-899DF172D8A3}"/>
                </a:ext>
              </a:extLst>
            </p:cNvPr>
            <p:cNvSpPr>
              <a:spLocks noChangeShapeType="1"/>
            </p:cNvSpPr>
            <p:nvPr/>
          </p:nvSpPr>
          <p:spPr bwMode="auto">
            <a:xfrm flipH="1">
              <a:off x="2112" y="2976"/>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5629" name="Group 1116">
            <a:extLst>
              <a:ext uri="{FF2B5EF4-FFF2-40B4-BE49-F238E27FC236}">
                <a16:creationId xmlns:a16="http://schemas.microsoft.com/office/drawing/2014/main" id="{20B28BAA-9663-5F07-7C8E-C96A0B3F0644}"/>
              </a:ext>
            </a:extLst>
          </p:cNvPr>
          <p:cNvGrpSpPr>
            <a:grpSpLocks/>
          </p:cNvGrpSpPr>
          <p:nvPr/>
        </p:nvGrpSpPr>
        <p:grpSpPr bwMode="auto">
          <a:xfrm>
            <a:off x="4608513" y="3994150"/>
            <a:ext cx="760412" cy="1216025"/>
            <a:chOff x="2072" y="3380"/>
            <a:chExt cx="479" cy="802"/>
          </a:xfrm>
        </p:grpSpPr>
        <p:pic>
          <p:nvPicPr>
            <p:cNvPr id="25663" name="Picture 1117" descr="Edna Krabappel">
              <a:extLst>
                <a:ext uri="{FF2B5EF4-FFF2-40B4-BE49-F238E27FC236}">
                  <a16:creationId xmlns:a16="http://schemas.microsoft.com/office/drawing/2014/main" id="{C3420B30-7855-0D79-CE69-714BBC07F4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64" name="Picture 1118">
              <a:extLst>
                <a:ext uri="{FF2B5EF4-FFF2-40B4-BE49-F238E27FC236}">
                  <a16:creationId xmlns:a16="http://schemas.microsoft.com/office/drawing/2014/main" id="{F88B5786-2C22-3075-CEB1-B230E323DC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65" name="Group 1119">
              <a:extLst>
                <a:ext uri="{FF2B5EF4-FFF2-40B4-BE49-F238E27FC236}">
                  <a16:creationId xmlns:a16="http://schemas.microsoft.com/office/drawing/2014/main" id="{51A3A292-568B-7DF2-4C6F-B4742CFA2BEE}"/>
                </a:ext>
              </a:extLst>
            </p:cNvPr>
            <p:cNvGrpSpPr>
              <a:grpSpLocks/>
            </p:cNvGrpSpPr>
            <p:nvPr/>
          </p:nvGrpSpPr>
          <p:grpSpPr bwMode="auto">
            <a:xfrm>
              <a:off x="2170" y="3380"/>
              <a:ext cx="314" cy="185"/>
              <a:chOff x="2170" y="3380"/>
              <a:chExt cx="314" cy="185"/>
            </a:xfrm>
          </p:grpSpPr>
          <p:sp>
            <p:nvSpPr>
              <p:cNvPr id="25666" name="Line 1120">
                <a:extLst>
                  <a:ext uri="{FF2B5EF4-FFF2-40B4-BE49-F238E27FC236}">
                    <a16:creationId xmlns:a16="http://schemas.microsoft.com/office/drawing/2014/main" id="{0131122C-5C10-3AEC-873A-445C5BBB1A93}"/>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67" name="Line 1121">
                <a:extLst>
                  <a:ext uri="{FF2B5EF4-FFF2-40B4-BE49-F238E27FC236}">
                    <a16:creationId xmlns:a16="http://schemas.microsoft.com/office/drawing/2014/main" id="{2D34B602-223F-A12B-2E19-718932138C11}"/>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68" name="Line 1122">
                <a:extLst>
                  <a:ext uri="{FF2B5EF4-FFF2-40B4-BE49-F238E27FC236}">
                    <a16:creationId xmlns:a16="http://schemas.microsoft.com/office/drawing/2014/main" id="{A2A13FA2-09F9-A30D-26C3-D953F1CCF0B1}"/>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5630" name="Text Box 1123">
            <a:extLst>
              <a:ext uri="{FF2B5EF4-FFF2-40B4-BE49-F238E27FC236}">
                <a16:creationId xmlns:a16="http://schemas.microsoft.com/office/drawing/2014/main" id="{2C79CD66-567F-1388-A7AA-425F1B17BD7C}"/>
              </a:ext>
            </a:extLst>
          </p:cNvPr>
          <p:cNvSpPr txBox="1">
            <a:spLocks noChangeArrowheads="1"/>
          </p:cNvSpPr>
          <p:nvPr/>
        </p:nvSpPr>
        <p:spPr bwMode="auto">
          <a:xfrm>
            <a:off x="4051300" y="451802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b="1"/>
              <a:t>…</a:t>
            </a:r>
          </a:p>
        </p:txBody>
      </p:sp>
      <p:sp>
        <p:nvSpPr>
          <p:cNvPr id="25631" name="Text Box 1124">
            <a:extLst>
              <a:ext uri="{FF2B5EF4-FFF2-40B4-BE49-F238E27FC236}">
                <a16:creationId xmlns:a16="http://schemas.microsoft.com/office/drawing/2014/main" id="{2D3C7E98-B15A-53A1-7C7C-300D36744CD6}"/>
              </a:ext>
            </a:extLst>
          </p:cNvPr>
          <p:cNvSpPr txBox="1">
            <a:spLocks noChangeArrowheads="1"/>
          </p:cNvSpPr>
          <p:nvPr/>
        </p:nvSpPr>
        <p:spPr bwMode="auto">
          <a:xfrm>
            <a:off x="5686425" y="4213225"/>
            <a:ext cx="11096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Choose the best</a:t>
            </a:r>
          </a:p>
        </p:txBody>
      </p:sp>
      <p:sp>
        <p:nvSpPr>
          <p:cNvPr id="25632" name="Text Box 1125">
            <a:extLst>
              <a:ext uri="{FF2B5EF4-FFF2-40B4-BE49-F238E27FC236}">
                <a16:creationId xmlns:a16="http://schemas.microsoft.com/office/drawing/2014/main" id="{611F7E63-258D-80E9-F1F8-261F67D069AB}"/>
              </a:ext>
            </a:extLst>
          </p:cNvPr>
          <p:cNvSpPr txBox="1">
            <a:spLocks noChangeArrowheads="1"/>
          </p:cNvSpPr>
          <p:nvPr/>
        </p:nvSpPr>
        <p:spPr bwMode="auto">
          <a:xfrm>
            <a:off x="0" y="2546350"/>
            <a:ext cx="149066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Consider all possible merges…</a:t>
            </a:r>
          </a:p>
        </p:txBody>
      </p:sp>
      <p:grpSp>
        <p:nvGrpSpPr>
          <p:cNvPr id="25633" name="Group 1126">
            <a:extLst>
              <a:ext uri="{FF2B5EF4-FFF2-40B4-BE49-F238E27FC236}">
                <a16:creationId xmlns:a16="http://schemas.microsoft.com/office/drawing/2014/main" id="{B3B6894A-364D-FEC8-BC54-B678A0062BD9}"/>
              </a:ext>
            </a:extLst>
          </p:cNvPr>
          <p:cNvGrpSpPr>
            <a:grpSpLocks/>
          </p:cNvGrpSpPr>
          <p:nvPr/>
        </p:nvGrpSpPr>
        <p:grpSpPr bwMode="auto">
          <a:xfrm>
            <a:off x="1765300" y="2400300"/>
            <a:ext cx="1806575" cy="1331913"/>
            <a:chOff x="746" y="1753"/>
            <a:chExt cx="1138" cy="839"/>
          </a:xfrm>
        </p:grpSpPr>
        <p:pic>
          <p:nvPicPr>
            <p:cNvPr id="25648" name="Picture 1127">
              <a:extLst>
                <a:ext uri="{FF2B5EF4-FFF2-40B4-BE49-F238E27FC236}">
                  <a16:creationId xmlns:a16="http://schemas.microsoft.com/office/drawing/2014/main" id="{1F5D56AD-DF66-94A8-5976-207AFF1D31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 y="2252"/>
              <a:ext cx="13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49" name="Picture 1128">
              <a:extLst>
                <a:ext uri="{FF2B5EF4-FFF2-40B4-BE49-F238E27FC236}">
                  <a16:creationId xmlns:a16="http://schemas.microsoft.com/office/drawing/2014/main" id="{D1E50E48-1B94-7999-8056-6F3D80E4BC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9" y="200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50" name="Group 1129">
              <a:extLst>
                <a:ext uri="{FF2B5EF4-FFF2-40B4-BE49-F238E27FC236}">
                  <a16:creationId xmlns:a16="http://schemas.microsoft.com/office/drawing/2014/main" id="{2B808F87-298B-04E8-92E5-BEB75E03E732}"/>
                </a:ext>
              </a:extLst>
            </p:cNvPr>
            <p:cNvGrpSpPr>
              <a:grpSpLocks/>
            </p:cNvGrpSpPr>
            <p:nvPr/>
          </p:nvGrpSpPr>
          <p:grpSpPr bwMode="auto">
            <a:xfrm>
              <a:off x="1237" y="2109"/>
              <a:ext cx="647" cy="462"/>
              <a:chOff x="252" y="2364"/>
              <a:chExt cx="2258" cy="1608"/>
            </a:xfrm>
          </p:grpSpPr>
          <p:pic>
            <p:nvPicPr>
              <p:cNvPr id="25661" name="Picture 1130">
                <a:extLst>
                  <a:ext uri="{FF2B5EF4-FFF2-40B4-BE49-F238E27FC236}">
                    <a16:creationId xmlns:a16="http://schemas.microsoft.com/office/drawing/2014/main" id="{BDFD601C-F542-AAA5-3765-F30035AE0B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62" name="Picture 1131">
                <a:extLst>
                  <a:ext uri="{FF2B5EF4-FFF2-40B4-BE49-F238E27FC236}">
                    <a16:creationId xmlns:a16="http://schemas.microsoft.com/office/drawing/2014/main" id="{2053A352-EBBE-381A-8D81-182C80303A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5651" name="Line 1132">
              <a:extLst>
                <a:ext uri="{FF2B5EF4-FFF2-40B4-BE49-F238E27FC236}">
                  <a16:creationId xmlns:a16="http://schemas.microsoft.com/office/drawing/2014/main" id="{46899591-B184-B859-3F29-C147C48F7E75}"/>
                </a:ext>
              </a:extLst>
            </p:cNvPr>
            <p:cNvSpPr>
              <a:spLocks noChangeShapeType="1"/>
            </p:cNvSpPr>
            <p:nvPr/>
          </p:nvSpPr>
          <p:spPr bwMode="auto">
            <a:xfrm flipH="1" flipV="1">
              <a:off x="1708" y="1958"/>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52" name="Line 1133">
              <a:extLst>
                <a:ext uri="{FF2B5EF4-FFF2-40B4-BE49-F238E27FC236}">
                  <a16:creationId xmlns:a16="http://schemas.microsoft.com/office/drawing/2014/main" id="{27816276-7508-D41E-5827-87EA71B6627D}"/>
                </a:ext>
              </a:extLst>
            </p:cNvPr>
            <p:cNvSpPr>
              <a:spLocks noChangeShapeType="1"/>
            </p:cNvSpPr>
            <p:nvPr/>
          </p:nvSpPr>
          <p:spPr bwMode="auto">
            <a:xfrm flipH="1" flipV="1">
              <a:off x="1399" y="1958"/>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53" name="Line 1134">
              <a:extLst>
                <a:ext uri="{FF2B5EF4-FFF2-40B4-BE49-F238E27FC236}">
                  <a16:creationId xmlns:a16="http://schemas.microsoft.com/office/drawing/2014/main" id="{F13C3689-2733-3552-A1F3-5E1BD85C10A0}"/>
                </a:ext>
              </a:extLst>
            </p:cNvPr>
            <p:cNvSpPr>
              <a:spLocks noChangeShapeType="1"/>
            </p:cNvSpPr>
            <p:nvPr/>
          </p:nvSpPr>
          <p:spPr bwMode="auto">
            <a:xfrm flipH="1">
              <a:off x="1396" y="1958"/>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54" name="Line 1135">
              <a:extLst>
                <a:ext uri="{FF2B5EF4-FFF2-40B4-BE49-F238E27FC236}">
                  <a16:creationId xmlns:a16="http://schemas.microsoft.com/office/drawing/2014/main" id="{8014E8B1-B85E-DDB5-A3AB-F239E0D04DCC}"/>
                </a:ext>
              </a:extLst>
            </p:cNvPr>
            <p:cNvSpPr>
              <a:spLocks noChangeShapeType="1"/>
            </p:cNvSpPr>
            <p:nvPr/>
          </p:nvSpPr>
          <p:spPr bwMode="auto">
            <a:xfrm flipH="1">
              <a:off x="936" y="1753"/>
              <a:ext cx="619"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55" name="Line 1136">
              <a:extLst>
                <a:ext uri="{FF2B5EF4-FFF2-40B4-BE49-F238E27FC236}">
                  <a16:creationId xmlns:a16="http://schemas.microsoft.com/office/drawing/2014/main" id="{EF8AF484-151A-532B-2EBA-3F62CCA264B4}"/>
                </a:ext>
              </a:extLst>
            </p:cNvPr>
            <p:cNvSpPr>
              <a:spLocks noChangeShapeType="1"/>
            </p:cNvSpPr>
            <p:nvPr/>
          </p:nvSpPr>
          <p:spPr bwMode="auto">
            <a:xfrm rot="5400000" flipH="1">
              <a:off x="1450" y="1858"/>
              <a:ext cx="20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5656" name="Group 1137">
              <a:extLst>
                <a:ext uri="{FF2B5EF4-FFF2-40B4-BE49-F238E27FC236}">
                  <a16:creationId xmlns:a16="http://schemas.microsoft.com/office/drawing/2014/main" id="{52757442-366B-1EED-319D-81E477C7AC57}"/>
                </a:ext>
              </a:extLst>
            </p:cNvPr>
            <p:cNvGrpSpPr>
              <a:grpSpLocks/>
            </p:cNvGrpSpPr>
            <p:nvPr/>
          </p:nvGrpSpPr>
          <p:grpSpPr bwMode="auto">
            <a:xfrm>
              <a:off x="786" y="1869"/>
              <a:ext cx="315" cy="169"/>
              <a:chOff x="2112" y="2976"/>
              <a:chExt cx="703" cy="377"/>
            </a:xfrm>
          </p:grpSpPr>
          <p:sp>
            <p:nvSpPr>
              <p:cNvPr id="25658" name="Line 1138">
                <a:extLst>
                  <a:ext uri="{FF2B5EF4-FFF2-40B4-BE49-F238E27FC236}">
                    <a16:creationId xmlns:a16="http://schemas.microsoft.com/office/drawing/2014/main" id="{FE542BB3-E333-D6E3-2992-C4C04EAF986E}"/>
                  </a:ext>
                </a:extLst>
              </p:cNvPr>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59" name="Line 1139">
                <a:extLst>
                  <a:ext uri="{FF2B5EF4-FFF2-40B4-BE49-F238E27FC236}">
                    <a16:creationId xmlns:a16="http://schemas.microsoft.com/office/drawing/2014/main" id="{641CA983-CAB3-0A7A-96C7-12B056663530}"/>
                  </a:ext>
                </a:extLst>
              </p:cNvPr>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60" name="Line 1140">
                <a:extLst>
                  <a:ext uri="{FF2B5EF4-FFF2-40B4-BE49-F238E27FC236}">
                    <a16:creationId xmlns:a16="http://schemas.microsoft.com/office/drawing/2014/main" id="{DFE32C11-1EB9-F5F0-0372-BC7E2616E0C3}"/>
                  </a:ext>
                </a:extLst>
              </p:cNvPr>
              <p:cNvSpPr>
                <a:spLocks noChangeShapeType="1"/>
              </p:cNvSpPr>
              <p:nvPr/>
            </p:nvSpPr>
            <p:spPr bwMode="auto">
              <a:xfrm flipH="1">
                <a:off x="2112" y="2976"/>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5657" name="Line 1141">
              <a:extLst>
                <a:ext uri="{FF2B5EF4-FFF2-40B4-BE49-F238E27FC236}">
                  <a16:creationId xmlns:a16="http://schemas.microsoft.com/office/drawing/2014/main" id="{5408E044-657B-5960-00A1-E76CA5C4CEBB}"/>
                </a:ext>
              </a:extLst>
            </p:cNvPr>
            <p:cNvSpPr>
              <a:spLocks noChangeShapeType="1"/>
            </p:cNvSpPr>
            <p:nvPr/>
          </p:nvSpPr>
          <p:spPr bwMode="auto">
            <a:xfrm rot="5400000" flipH="1">
              <a:off x="878" y="1814"/>
              <a:ext cx="11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5634" name="Group 1142">
            <a:extLst>
              <a:ext uri="{FF2B5EF4-FFF2-40B4-BE49-F238E27FC236}">
                <a16:creationId xmlns:a16="http://schemas.microsoft.com/office/drawing/2014/main" id="{7706D9C6-4083-6CFE-F915-916014B2B2AD}"/>
              </a:ext>
            </a:extLst>
          </p:cNvPr>
          <p:cNvGrpSpPr>
            <a:grpSpLocks/>
          </p:cNvGrpSpPr>
          <p:nvPr/>
        </p:nvGrpSpPr>
        <p:grpSpPr bwMode="auto">
          <a:xfrm>
            <a:off x="4184650" y="2511425"/>
            <a:ext cx="1416050" cy="1127125"/>
            <a:chOff x="2342" y="1528"/>
            <a:chExt cx="892" cy="710"/>
          </a:xfrm>
        </p:grpSpPr>
        <p:sp>
          <p:nvSpPr>
            <p:cNvPr id="25637" name="Line 1143">
              <a:extLst>
                <a:ext uri="{FF2B5EF4-FFF2-40B4-BE49-F238E27FC236}">
                  <a16:creationId xmlns:a16="http://schemas.microsoft.com/office/drawing/2014/main" id="{0C2237CE-446E-F9E9-903A-796D9F254277}"/>
                </a:ext>
              </a:extLst>
            </p:cNvPr>
            <p:cNvSpPr>
              <a:spLocks noChangeShapeType="1"/>
            </p:cNvSpPr>
            <p:nvPr/>
          </p:nvSpPr>
          <p:spPr bwMode="auto">
            <a:xfrm flipH="1" flipV="1">
              <a:off x="2418" y="1544"/>
              <a:ext cx="0" cy="176"/>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38" name="Line 1144">
              <a:extLst>
                <a:ext uri="{FF2B5EF4-FFF2-40B4-BE49-F238E27FC236}">
                  <a16:creationId xmlns:a16="http://schemas.microsoft.com/office/drawing/2014/main" id="{A8F002B1-EB4E-97DB-49EC-00B4AB669DFF}"/>
                </a:ext>
              </a:extLst>
            </p:cNvPr>
            <p:cNvSpPr>
              <a:spLocks noChangeShapeType="1"/>
            </p:cNvSpPr>
            <p:nvPr/>
          </p:nvSpPr>
          <p:spPr bwMode="auto">
            <a:xfrm flipH="1">
              <a:off x="2411" y="1539"/>
              <a:ext cx="47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39" name="Line 1145">
              <a:extLst>
                <a:ext uri="{FF2B5EF4-FFF2-40B4-BE49-F238E27FC236}">
                  <a16:creationId xmlns:a16="http://schemas.microsoft.com/office/drawing/2014/main" id="{0DAB0923-7306-4F98-2D06-FE8F08EBBCFF}"/>
                </a:ext>
              </a:extLst>
            </p:cNvPr>
            <p:cNvSpPr>
              <a:spLocks noChangeShapeType="1"/>
            </p:cNvSpPr>
            <p:nvPr/>
          </p:nvSpPr>
          <p:spPr bwMode="auto">
            <a:xfrm rot="5400000" flipH="1">
              <a:off x="2855" y="1559"/>
              <a:ext cx="6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5640" name="Group 1146">
              <a:extLst>
                <a:ext uri="{FF2B5EF4-FFF2-40B4-BE49-F238E27FC236}">
                  <a16:creationId xmlns:a16="http://schemas.microsoft.com/office/drawing/2014/main" id="{0BC2467B-C8AC-C9DD-C079-E1C992549234}"/>
                </a:ext>
              </a:extLst>
            </p:cNvPr>
            <p:cNvGrpSpPr>
              <a:grpSpLocks/>
            </p:cNvGrpSpPr>
            <p:nvPr/>
          </p:nvGrpSpPr>
          <p:grpSpPr bwMode="auto">
            <a:xfrm>
              <a:off x="2587" y="1592"/>
              <a:ext cx="647" cy="613"/>
              <a:chOff x="1267" y="3584"/>
              <a:chExt cx="647" cy="613"/>
            </a:xfrm>
          </p:grpSpPr>
          <p:grpSp>
            <p:nvGrpSpPr>
              <p:cNvPr id="25642" name="Group 1147">
                <a:extLst>
                  <a:ext uri="{FF2B5EF4-FFF2-40B4-BE49-F238E27FC236}">
                    <a16:creationId xmlns:a16="http://schemas.microsoft.com/office/drawing/2014/main" id="{620444E9-1EFE-4110-4C70-02901CE62AD8}"/>
                  </a:ext>
                </a:extLst>
              </p:cNvPr>
              <p:cNvGrpSpPr>
                <a:grpSpLocks/>
              </p:cNvGrpSpPr>
              <p:nvPr/>
            </p:nvGrpSpPr>
            <p:grpSpPr bwMode="auto">
              <a:xfrm>
                <a:off x="1267" y="3735"/>
                <a:ext cx="647" cy="462"/>
                <a:chOff x="252" y="2364"/>
                <a:chExt cx="2258" cy="1608"/>
              </a:xfrm>
            </p:grpSpPr>
            <p:pic>
              <p:nvPicPr>
                <p:cNvPr id="25646" name="Picture 1148">
                  <a:extLst>
                    <a:ext uri="{FF2B5EF4-FFF2-40B4-BE49-F238E27FC236}">
                      <a16:creationId xmlns:a16="http://schemas.microsoft.com/office/drawing/2014/main" id="{40CA3279-52C3-FD86-86CC-84C3947111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47" name="Picture 1149">
                  <a:extLst>
                    <a:ext uri="{FF2B5EF4-FFF2-40B4-BE49-F238E27FC236}">
                      <a16:creationId xmlns:a16="http://schemas.microsoft.com/office/drawing/2014/main" id="{44E15F75-66D5-A398-7AB8-3117CC5371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5643" name="Line 1150">
                <a:extLst>
                  <a:ext uri="{FF2B5EF4-FFF2-40B4-BE49-F238E27FC236}">
                    <a16:creationId xmlns:a16="http://schemas.microsoft.com/office/drawing/2014/main" id="{7010AF69-4AAC-A7C2-AD18-079A4080F38B}"/>
                  </a:ext>
                </a:extLst>
              </p:cNvPr>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44" name="Line 1151">
                <a:extLst>
                  <a:ext uri="{FF2B5EF4-FFF2-40B4-BE49-F238E27FC236}">
                    <a16:creationId xmlns:a16="http://schemas.microsoft.com/office/drawing/2014/main" id="{FCB8A3D6-A72D-A2F5-907A-D89527D7399A}"/>
                  </a:ext>
                </a:extLst>
              </p:cNvPr>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45" name="Line 1152">
                <a:extLst>
                  <a:ext uri="{FF2B5EF4-FFF2-40B4-BE49-F238E27FC236}">
                    <a16:creationId xmlns:a16="http://schemas.microsoft.com/office/drawing/2014/main" id="{FC54786C-5E23-92E5-A1C6-4C76A412D12D}"/>
                  </a:ext>
                </a:extLst>
              </p:cNvPr>
              <p:cNvSpPr>
                <a:spLocks noChangeShapeType="1"/>
              </p:cNvSpPr>
              <p:nvPr/>
            </p:nvSpPr>
            <p:spPr bwMode="auto">
              <a:xfrm flipH="1">
                <a:off x="1426" y="3584"/>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25641" name="Picture 1153" descr="Edna Krabappel">
              <a:extLst>
                <a:ext uri="{FF2B5EF4-FFF2-40B4-BE49-F238E27FC236}">
                  <a16:creationId xmlns:a16="http://schemas.microsoft.com/office/drawing/2014/main" id="{69A314CC-4E7A-6814-6D1C-5DC036D988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2" y="175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5635" name="Text Box 1154">
            <a:extLst>
              <a:ext uri="{FF2B5EF4-FFF2-40B4-BE49-F238E27FC236}">
                <a16:creationId xmlns:a16="http://schemas.microsoft.com/office/drawing/2014/main" id="{E4554398-02A4-F676-3E73-8331CDD8694B}"/>
              </a:ext>
            </a:extLst>
          </p:cNvPr>
          <p:cNvSpPr txBox="1">
            <a:spLocks noChangeArrowheads="1"/>
          </p:cNvSpPr>
          <p:nvPr/>
        </p:nvSpPr>
        <p:spPr bwMode="auto">
          <a:xfrm>
            <a:off x="5686425" y="2689225"/>
            <a:ext cx="11096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Choose the best</a:t>
            </a:r>
          </a:p>
        </p:txBody>
      </p:sp>
      <p:sp>
        <p:nvSpPr>
          <p:cNvPr id="25636" name="Text Box 1155">
            <a:extLst>
              <a:ext uri="{FF2B5EF4-FFF2-40B4-BE49-F238E27FC236}">
                <a16:creationId xmlns:a16="http://schemas.microsoft.com/office/drawing/2014/main" id="{F5F18F3C-E455-8145-5269-A3958B3D8449}"/>
              </a:ext>
            </a:extLst>
          </p:cNvPr>
          <p:cNvSpPr txBox="1">
            <a:spLocks noChangeArrowheads="1"/>
          </p:cNvSpPr>
          <p:nvPr/>
        </p:nvSpPr>
        <p:spPr bwMode="auto">
          <a:xfrm>
            <a:off x="3632200" y="295592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b="1"/>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grpSp>
        <p:nvGrpSpPr>
          <p:cNvPr id="26626" name="Group 2">
            <a:extLst>
              <a:ext uri="{FF2B5EF4-FFF2-40B4-BE49-F238E27FC236}">
                <a16:creationId xmlns:a16="http://schemas.microsoft.com/office/drawing/2014/main" id="{314FCFC5-4DFE-27EB-6794-285F5ED3BAC6}"/>
              </a:ext>
            </a:extLst>
          </p:cNvPr>
          <p:cNvGrpSpPr>
            <a:grpSpLocks/>
          </p:cNvGrpSpPr>
          <p:nvPr/>
        </p:nvGrpSpPr>
        <p:grpSpPr bwMode="auto">
          <a:xfrm>
            <a:off x="6670675" y="215900"/>
            <a:ext cx="2282825" cy="1622425"/>
            <a:chOff x="98" y="300"/>
            <a:chExt cx="3214" cy="2284"/>
          </a:xfrm>
        </p:grpSpPr>
        <p:pic>
          <p:nvPicPr>
            <p:cNvPr id="26757" name="Picture 3" descr="Edna Krabappel">
              <a:extLst>
                <a:ext uri="{FF2B5EF4-FFF2-40B4-BE49-F238E27FC236}">
                  <a16:creationId xmlns:a16="http://schemas.microsoft.com/office/drawing/2014/main" id="{48B676FC-7EA3-7BCC-88AC-2B626F4B94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 y="1440"/>
              <a:ext cx="504" cy="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58" name="Picture 4">
              <a:extLst>
                <a:ext uri="{FF2B5EF4-FFF2-40B4-BE49-F238E27FC236}">
                  <a16:creationId xmlns:a16="http://schemas.microsoft.com/office/drawing/2014/main" id="{C8C6CF9F-526A-6290-8254-A625A8ADC2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 y="1824"/>
              <a:ext cx="308" cy="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59" name="Picture 5">
              <a:extLst>
                <a:ext uri="{FF2B5EF4-FFF2-40B4-BE49-F238E27FC236}">
                  <a16:creationId xmlns:a16="http://schemas.microsoft.com/office/drawing/2014/main" id="{FD9E0559-06B3-75B1-25A3-F995A9B68F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278"/>
              <a:ext cx="424"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60" name="Group 6">
              <a:extLst>
                <a:ext uri="{FF2B5EF4-FFF2-40B4-BE49-F238E27FC236}">
                  <a16:creationId xmlns:a16="http://schemas.microsoft.com/office/drawing/2014/main" id="{C42EE661-5A49-39C3-6B8E-1A502CE58005}"/>
                </a:ext>
              </a:extLst>
            </p:cNvPr>
            <p:cNvGrpSpPr>
              <a:grpSpLocks/>
            </p:cNvGrpSpPr>
            <p:nvPr/>
          </p:nvGrpSpPr>
          <p:grpSpPr bwMode="auto">
            <a:xfrm>
              <a:off x="1865" y="1505"/>
              <a:ext cx="1447" cy="1031"/>
              <a:chOff x="252" y="2364"/>
              <a:chExt cx="2258" cy="1608"/>
            </a:xfrm>
          </p:grpSpPr>
          <p:pic>
            <p:nvPicPr>
              <p:cNvPr id="26775" name="Picture 7">
                <a:extLst>
                  <a:ext uri="{FF2B5EF4-FFF2-40B4-BE49-F238E27FC236}">
                    <a16:creationId xmlns:a16="http://schemas.microsoft.com/office/drawing/2014/main" id="{6B8C9767-8468-5222-3E5B-6B10C2B226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76" name="Picture 8">
                <a:extLst>
                  <a:ext uri="{FF2B5EF4-FFF2-40B4-BE49-F238E27FC236}">
                    <a16:creationId xmlns:a16="http://schemas.microsoft.com/office/drawing/2014/main" id="{0AF04D4B-A120-7212-00E2-922F63B520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761" name="Line 9">
              <a:extLst>
                <a:ext uri="{FF2B5EF4-FFF2-40B4-BE49-F238E27FC236}">
                  <a16:creationId xmlns:a16="http://schemas.microsoft.com/office/drawing/2014/main" id="{A75BAB49-769D-54B1-FFD2-5A3D003C4791}"/>
                </a:ext>
              </a:extLst>
            </p:cNvPr>
            <p:cNvSpPr>
              <a:spLocks noChangeShapeType="1"/>
            </p:cNvSpPr>
            <p:nvPr/>
          </p:nvSpPr>
          <p:spPr bwMode="auto">
            <a:xfrm flipH="1" flipV="1">
              <a:off x="255" y="444"/>
              <a:ext cx="0" cy="90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62" name="Line 10">
              <a:extLst>
                <a:ext uri="{FF2B5EF4-FFF2-40B4-BE49-F238E27FC236}">
                  <a16:creationId xmlns:a16="http://schemas.microsoft.com/office/drawing/2014/main" id="{32B1C105-310E-AFE8-2D04-0510A93AAA45}"/>
                </a:ext>
              </a:extLst>
            </p:cNvPr>
            <p:cNvSpPr>
              <a:spLocks noChangeShapeType="1"/>
            </p:cNvSpPr>
            <p:nvPr/>
          </p:nvSpPr>
          <p:spPr bwMode="auto">
            <a:xfrm flipH="1" flipV="1">
              <a:off x="2919" y="1167"/>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63" name="Line 11">
              <a:extLst>
                <a:ext uri="{FF2B5EF4-FFF2-40B4-BE49-F238E27FC236}">
                  <a16:creationId xmlns:a16="http://schemas.microsoft.com/office/drawing/2014/main" id="{E5EEC378-0544-5EA7-B7A8-3F2050DAC80C}"/>
                </a:ext>
              </a:extLst>
            </p:cNvPr>
            <p:cNvSpPr>
              <a:spLocks noChangeShapeType="1"/>
            </p:cNvSpPr>
            <p:nvPr/>
          </p:nvSpPr>
          <p:spPr bwMode="auto">
            <a:xfrm flipH="1" flipV="1">
              <a:off x="2227" y="1167"/>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64" name="Line 12">
              <a:extLst>
                <a:ext uri="{FF2B5EF4-FFF2-40B4-BE49-F238E27FC236}">
                  <a16:creationId xmlns:a16="http://schemas.microsoft.com/office/drawing/2014/main" id="{C401736A-C184-5FD2-4BD3-16E03C7F473F}"/>
                </a:ext>
              </a:extLst>
            </p:cNvPr>
            <p:cNvSpPr>
              <a:spLocks noChangeShapeType="1"/>
            </p:cNvSpPr>
            <p:nvPr/>
          </p:nvSpPr>
          <p:spPr bwMode="auto">
            <a:xfrm flipH="1">
              <a:off x="2221" y="1167"/>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65" name="Line 13">
              <a:extLst>
                <a:ext uri="{FF2B5EF4-FFF2-40B4-BE49-F238E27FC236}">
                  <a16:creationId xmlns:a16="http://schemas.microsoft.com/office/drawing/2014/main" id="{C4810CD7-F645-009B-FA07-72841B511CB3}"/>
                </a:ext>
              </a:extLst>
            </p:cNvPr>
            <p:cNvSpPr>
              <a:spLocks noChangeShapeType="1"/>
            </p:cNvSpPr>
            <p:nvPr/>
          </p:nvSpPr>
          <p:spPr bwMode="auto">
            <a:xfrm flipH="1">
              <a:off x="1193" y="710"/>
              <a:ext cx="1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66" name="Line 14">
              <a:extLst>
                <a:ext uri="{FF2B5EF4-FFF2-40B4-BE49-F238E27FC236}">
                  <a16:creationId xmlns:a16="http://schemas.microsoft.com/office/drawing/2014/main" id="{0994DF89-8862-0397-AA96-A696EF21A5F3}"/>
                </a:ext>
              </a:extLst>
            </p:cNvPr>
            <p:cNvSpPr>
              <a:spLocks noChangeShapeType="1"/>
            </p:cNvSpPr>
            <p:nvPr/>
          </p:nvSpPr>
          <p:spPr bwMode="auto">
            <a:xfrm rot="5400000" flipH="1">
              <a:off x="2343" y="943"/>
              <a:ext cx="457"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67" name="Line 15">
              <a:extLst>
                <a:ext uri="{FF2B5EF4-FFF2-40B4-BE49-F238E27FC236}">
                  <a16:creationId xmlns:a16="http://schemas.microsoft.com/office/drawing/2014/main" id="{8A633949-9355-0425-6FC1-9047DDA6B5CF}"/>
                </a:ext>
              </a:extLst>
            </p:cNvPr>
            <p:cNvSpPr>
              <a:spLocks noChangeShapeType="1"/>
            </p:cNvSpPr>
            <p:nvPr/>
          </p:nvSpPr>
          <p:spPr bwMode="auto">
            <a:xfrm rot="5400000" flipH="1">
              <a:off x="1712" y="574"/>
              <a:ext cx="26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6768" name="Group 16">
              <a:extLst>
                <a:ext uri="{FF2B5EF4-FFF2-40B4-BE49-F238E27FC236}">
                  <a16:creationId xmlns:a16="http://schemas.microsoft.com/office/drawing/2014/main" id="{F8E921D5-5F1B-FBA7-E1FD-00B536228A23}"/>
                </a:ext>
              </a:extLst>
            </p:cNvPr>
            <p:cNvGrpSpPr>
              <a:grpSpLocks/>
            </p:cNvGrpSpPr>
            <p:nvPr/>
          </p:nvGrpSpPr>
          <p:grpSpPr bwMode="auto">
            <a:xfrm>
              <a:off x="859" y="969"/>
              <a:ext cx="703" cy="377"/>
              <a:chOff x="2112" y="2976"/>
              <a:chExt cx="703" cy="377"/>
            </a:xfrm>
          </p:grpSpPr>
          <p:sp>
            <p:nvSpPr>
              <p:cNvPr id="26772" name="Line 17">
                <a:extLst>
                  <a:ext uri="{FF2B5EF4-FFF2-40B4-BE49-F238E27FC236}">
                    <a16:creationId xmlns:a16="http://schemas.microsoft.com/office/drawing/2014/main" id="{52E51712-7023-7520-23DC-1DE43227E186}"/>
                  </a:ext>
                </a:extLst>
              </p:cNvPr>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73" name="Line 18">
                <a:extLst>
                  <a:ext uri="{FF2B5EF4-FFF2-40B4-BE49-F238E27FC236}">
                    <a16:creationId xmlns:a16="http://schemas.microsoft.com/office/drawing/2014/main" id="{49EC437C-0D94-6041-341C-F2EA271E3C91}"/>
                  </a:ext>
                </a:extLst>
              </p:cNvPr>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74" name="Line 19">
                <a:extLst>
                  <a:ext uri="{FF2B5EF4-FFF2-40B4-BE49-F238E27FC236}">
                    <a16:creationId xmlns:a16="http://schemas.microsoft.com/office/drawing/2014/main" id="{B70AC338-146A-63FD-9E9E-0BE9CCEA0D18}"/>
                  </a:ext>
                </a:extLst>
              </p:cNvPr>
              <p:cNvSpPr>
                <a:spLocks noChangeShapeType="1"/>
              </p:cNvSpPr>
              <p:nvPr/>
            </p:nvSpPr>
            <p:spPr bwMode="auto">
              <a:xfrm flipH="1">
                <a:off x="2112" y="2976"/>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6769" name="Line 20">
              <a:extLst>
                <a:ext uri="{FF2B5EF4-FFF2-40B4-BE49-F238E27FC236}">
                  <a16:creationId xmlns:a16="http://schemas.microsoft.com/office/drawing/2014/main" id="{14CB03E0-D50A-EBB9-5234-ADE65F0352C5}"/>
                </a:ext>
              </a:extLst>
            </p:cNvPr>
            <p:cNvSpPr>
              <a:spLocks noChangeShapeType="1"/>
            </p:cNvSpPr>
            <p:nvPr/>
          </p:nvSpPr>
          <p:spPr bwMode="auto">
            <a:xfrm rot="5400000" flipH="1">
              <a:off x="1065" y="844"/>
              <a:ext cx="25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70" name="Line 21">
              <a:extLst>
                <a:ext uri="{FF2B5EF4-FFF2-40B4-BE49-F238E27FC236}">
                  <a16:creationId xmlns:a16="http://schemas.microsoft.com/office/drawing/2014/main" id="{C0E1CD25-48BE-B726-BDA2-499B13623967}"/>
                </a:ext>
              </a:extLst>
            </p:cNvPr>
            <p:cNvSpPr>
              <a:spLocks noChangeShapeType="1"/>
            </p:cNvSpPr>
            <p:nvPr/>
          </p:nvSpPr>
          <p:spPr bwMode="auto">
            <a:xfrm flipH="1">
              <a:off x="253" y="446"/>
              <a:ext cx="158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71" name="Line 22">
              <a:extLst>
                <a:ext uri="{FF2B5EF4-FFF2-40B4-BE49-F238E27FC236}">
                  <a16:creationId xmlns:a16="http://schemas.microsoft.com/office/drawing/2014/main" id="{D145F712-1EAA-AB94-8823-5EF1CF3A2AB2}"/>
                </a:ext>
              </a:extLst>
            </p:cNvPr>
            <p:cNvSpPr>
              <a:spLocks noChangeShapeType="1"/>
            </p:cNvSpPr>
            <p:nvPr/>
          </p:nvSpPr>
          <p:spPr bwMode="auto">
            <a:xfrm rot="5400000" flipH="1">
              <a:off x="989" y="370"/>
              <a:ext cx="139"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18135" name="Text Box 23">
            <a:extLst>
              <a:ext uri="{FF2B5EF4-FFF2-40B4-BE49-F238E27FC236}">
                <a16:creationId xmlns:a16="http://schemas.microsoft.com/office/drawing/2014/main" id="{17581B40-6C66-7DA3-44EC-B896649765B2}"/>
              </a:ext>
            </a:extLst>
          </p:cNvPr>
          <p:cNvSpPr txBox="1">
            <a:spLocks noChangeArrowheads="1"/>
          </p:cNvSpPr>
          <p:nvPr/>
        </p:nvSpPr>
        <p:spPr bwMode="auto">
          <a:xfrm>
            <a:off x="133350" y="133350"/>
            <a:ext cx="4241800" cy="1676400"/>
          </a:xfrm>
          <a:prstGeom prst="rect">
            <a:avLst/>
          </a:prstGeom>
          <a:noFill/>
          <a:ln>
            <a:noFill/>
          </a:ln>
          <a:effectLst/>
        </p:spPr>
        <p:txBody>
          <a:bodyPr>
            <a:spAutoFit/>
          </a:bodyPr>
          <a:lstStyle/>
          <a:p>
            <a:pPr eaLnBrk="1" hangingPunct="1">
              <a:defRPr/>
            </a:pPr>
            <a:r>
              <a:rPr kumimoji="1" lang="en-US" altLang="en-US" b="1">
                <a:solidFill>
                  <a:schemeClr val="tx2"/>
                </a:solidFill>
                <a:effectLst>
                  <a:outerShdw blurRad="38100" dist="38100" dir="2700000" algn="tl">
                    <a:srgbClr val="C0C0C0"/>
                  </a:outerShdw>
                </a:effectLst>
                <a:latin typeface="Helvetica" panose="020B0604020202020204" pitchFamily="34" charset="0"/>
              </a:rPr>
              <a:t>Bottom-Up (</a:t>
            </a:r>
            <a:r>
              <a:rPr kumimoji="1" lang="en-US" altLang="zh-CN" b="1">
                <a:solidFill>
                  <a:schemeClr val="tx2"/>
                </a:solidFill>
                <a:effectLst>
                  <a:outerShdw blurRad="38100" dist="38100" dir="2700000" algn="tl">
                    <a:srgbClr val="C0C0C0"/>
                  </a:outerShdw>
                </a:effectLst>
                <a:latin typeface="Helvetica" panose="020B0604020202020204" pitchFamily="34" charset="0"/>
                <a:ea typeface="SimSun" panose="02010600030101010101" pitchFamily="2" charset="-122"/>
              </a:rPr>
              <a:t>agglomerative</a:t>
            </a:r>
            <a:r>
              <a:rPr kumimoji="1" lang="en-US" altLang="en-US" b="1">
                <a:solidFill>
                  <a:schemeClr val="tx2"/>
                </a:solidFill>
                <a:effectLst>
                  <a:outerShdw blurRad="38100" dist="38100" dir="2700000" algn="tl">
                    <a:srgbClr val="C0C0C0"/>
                  </a:outerShdw>
                </a:effectLst>
                <a:latin typeface="Helvetica" panose="020B0604020202020204" pitchFamily="34" charset="0"/>
              </a:rPr>
              <a:t>):</a:t>
            </a:r>
            <a:r>
              <a:rPr lang="en-US" altLang="en-US" sz="2000"/>
              <a:t> Starting with each item in its own cluster, find the best pair to merge into a new cluster. Repeat until all clusters are fused together. </a:t>
            </a:r>
          </a:p>
        </p:txBody>
      </p:sp>
      <p:grpSp>
        <p:nvGrpSpPr>
          <p:cNvPr id="26628" name="Group 24">
            <a:extLst>
              <a:ext uri="{FF2B5EF4-FFF2-40B4-BE49-F238E27FC236}">
                <a16:creationId xmlns:a16="http://schemas.microsoft.com/office/drawing/2014/main" id="{A0BA6A6F-C4DC-BB7A-A1BE-0C9CA95A9375}"/>
              </a:ext>
            </a:extLst>
          </p:cNvPr>
          <p:cNvGrpSpPr>
            <a:grpSpLocks/>
          </p:cNvGrpSpPr>
          <p:nvPr/>
        </p:nvGrpSpPr>
        <p:grpSpPr bwMode="auto">
          <a:xfrm>
            <a:off x="8116888" y="5689600"/>
            <a:ext cx="1027112" cy="973138"/>
            <a:chOff x="1267" y="3584"/>
            <a:chExt cx="647" cy="613"/>
          </a:xfrm>
        </p:grpSpPr>
        <p:grpSp>
          <p:nvGrpSpPr>
            <p:cNvPr id="26751" name="Group 25">
              <a:extLst>
                <a:ext uri="{FF2B5EF4-FFF2-40B4-BE49-F238E27FC236}">
                  <a16:creationId xmlns:a16="http://schemas.microsoft.com/office/drawing/2014/main" id="{CF7277DA-4672-C626-015A-31D62B0E2663}"/>
                </a:ext>
              </a:extLst>
            </p:cNvPr>
            <p:cNvGrpSpPr>
              <a:grpSpLocks/>
            </p:cNvGrpSpPr>
            <p:nvPr/>
          </p:nvGrpSpPr>
          <p:grpSpPr bwMode="auto">
            <a:xfrm>
              <a:off x="1267" y="3735"/>
              <a:ext cx="647" cy="462"/>
              <a:chOff x="252" y="2364"/>
              <a:chExt cx="2258" cy="1608"/>
            </a:xfrm>
          </p:grpSpPr>
          <p:pic>
            <p:nvPicPr>
              <p:cNvPr id="26755" name="Picture 26">
                <a:extLst>
                  <a:ext uri="{FF2B5EF4-FFF2-40B4-BE49-F238E27FC236}">
                    <a16:creationId xmlns:a16="http://schemas.microsoft.com/office/drawing/2014/main" id="{E4A55439-45F4-7381-72DD-2E60241D4A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56" name="Picture 27">
                <a:extLst>
                  <a:ext uri="{FF2B5EF4-FFF2-40B4-BE49-F238E27FC236}">
                    <a16:creationId xmlns:a16="http://schemas.microsoft.com/office/drawing/2014/main" id="{85E8259F-8069-778F-F836-E803C576EA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752" name="Line 28">
              <a:extLst>
                <a:ext uri="{FF2B5EF4-FFF2-40B4-BE49-F238E27FC236}">
                  <a16:creationId xmlns:a16="http://schemas.microsoft.com/office/drawing/2014/main" id="{60BDEB92-03F6-3AB4-C4A3-F18130DEE1BC}"/>
                </a:ext>
              </a:extLst>
            </p:cNvPr>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53" name="Line 29">
              <a:extLst>
                <a:ext uri="{FF2B5EF4-FFF2-40B4-BE49-F238E27FC236}">
                  <a16:creationId xmlns:a16="http://schemas.microsoft.com/office/drawing/2014/main" id="{DC514E63-FFAD-61AD-274D-EB78EA41E913}"/>
                </a:ext>
              </a:extLst>
            </p:cNvPr>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54" name="Line 30">
              <a:extLst>
                <a:ext uri="{FF2B5EF4-FFF2-40B4-BE49-F238E27FC236}">
                  <a16:creationId xmlns:a16="http://schemas.microsoft.com/office/drawing/2014/main" id="{01526D48-10E4-0D38-9289-40C106BDE01D}"/>
                </a:ext>
              </a:extLst>
            </p:cNvPr>
            <p:cNvSpPr>
              <a:spLocks noChangeShapeType="1"/>
            </p:cNvSpPr>
            <p:nvPr/>
          </p:nvSpPr>
          <p:spPr bwMode="auto">
            <a:xfrm flipH="1">
              <a:off x="1426" y="3584"/>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6629" name="Group 31">
            <a:extLst>
              <a:ext uri="{FF2B5EF4-FFF2-40B4-BE49-F238E27FC236}">
                <a16:creationId xmlns:a16="http://schemas.microsoft.com/office/drawing/2014/main" id="{ED29DB1E-17D5-6E18-6D80-213264C8A165}"/>
              </a:ext>
            </a:extLst>
          </p:cNvPr>
          <p:cNvGrpSpPr>
            <a:grpSpLocks/>
          </p:cNvGrpSpPr>
          <p:nvPr/>
        </p:nvGrpSpPr>
        <p:grpSpPr bwMode="auto">
          <a:xfrm>
            <a:off x="8078788" y="4465638"/>
            <a:ext cx="1027112" cy="733425"/>
            <a:chOff x="252" y="2364"/>
            <a:chExt cx="2258" cy="1608"/>
          </a:xfrm>
        </p:grpSpPr>
        <p:pic>
          <p:nvPicPr>
            <p:cNvPr id="26749" name="Picture 32">
              <a:extLst>
                <a:ext uri="{FF2B5EF4-FFF2-40B4-BE49-F238E27FC236}">
                  <a16:creationId xmlns:a16="http://schemas.microsoft.com/office/drawing/2014/main" id="{7C7F4F61-47B3-A13B-5565-1221159158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50" name="Picture 33">
              <a:extLst>
                <a:ext uri="{FF2B5EF4-FFF2-40B4-BE49-F238E27FC236}">
                  <a16:creationId xmlns:a16="http://schemas.microsoft.com/office/drawing/2014/main" id="{126F89A3-A5CB-7F15-CBD0-F0B4890A76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630" name="Line 34">
            <a:extLst>
              <a:ext uri="{FF2B5EF4-FFF2-40B4-BE49-F238E27FC236}">
                <a16:creationId xmlns:a16="http://schemas.microsoft.com/office/drawing/2014/main" id="{346120B7-5B4E-C933-4B27-3CB04289A15F}"/>
              </a:ext>
            </a:extLst>
          </p:cNvPr>
          <p:cNvSpPr>
            <a:spLocks noChangeShapeType="1"/>
          </p:cNvSpPr>
          <p:nvPr/>
        </p:nvSpPr>
        <p:spPr bwMode="auto">
          <a:xfrm flipH="1" flipV="1">
            <a:off x="8826500" y="4225925"/>
            <a:ext cx="0" cy="13176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1" name="Line 35">
            <a:extLst>
              <a:ext uri="{FF2B5EF4-FFF2-40B4-BE49-F238E27FC236}">
                <a16:creationId xmlns:a16="http://schemas.microsoft.com/office/drawing/2014/main" id="{1641C89D-7EE9-6ABC-7059-AC89FB639309}"/>
              </a:ext>
            </a:extLst>
          </p:cNvPr>
          <p:cNvSpPr>
            <a:spLocks noChangeShapeType="1"/>
          </p:cNvSpPr>
          <p:nvPr/>
        </p:nvSpPr>
        <p:spPr bwMode="auto">
          <a:xfrm flipH="1" flipV="1">
            <a:off x="8335963" y="4225925"/>
            <a:ext cx="0" cy="13176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2" name="Line 36">
            <a:extLst>
              <a:ext uri="{FF2B5EF4-FFF2-40B4-BE49-F238E27FC236}">
                <a16:creationId xmlns:a16="http://schemas.microsoft.com/office/drawing/2014/main" id="{D756BF98-6861-EC4F-2B04-B8C5AC4F1862}"/>
              </a:ext>
            </a:extLst>
          </p:cNvPr>
          <p:cNvSpPr>
            <a:spLocks noChangeShapeType="1"/>
          </p:cNvSpPr>
          <p:nvPr/>
        </p:nvSpPr>
        <p:spPr bwMode="auto">
          <a:xfrm flipH="1">
            <a:off x="8331200" y="4225925"/>
            <a:ext cx="49847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6633" name="Group 37">
            <a:extLst>
              <a:ext uri="{FF2B5EF4-FFF2-40B4-BE49-F238E27FC236}">
                <a16:creationId xmlns:a16="http://schemas.microsoft.com/office/drawing/2014/main" id="{4C0D795B-59F0-9830-9FBF-5A2295850F53}"/>
              </a:ext>
            </a:extLst>
          </p:cNvPr>
          <p:cNvGrpSpPr>
            <a:grpSpLocks/>
          </p:cNvGrpSpPr>
          <p:nvPr/>
        </p:nvGrpSpPr>
        <p:grpSpPr bwMode="auto">
          <a:xfrm>
            <a:off x="7299325" y="4084638"/>
            <a:ext cx="608013" cy="1147762"/>
            <a:chOff x="4598" y="2573"/>
            <a:chExt cx="383" cy="723"/>
          </a:xfrm>
        </p:grpSpPr>
        <p:pic>
          <p:nvPicPr>
            <p:cNvPr id="26743" name="Picture 38">
              <a:extLst>
                <a:ext uri="{FF2B5EF4-FFF2-40B4-BE49-F238E27FC236}">
                  <a16:creationId xmlns:a16="http://schemas.microsoft.com/office/drawing/2014/main" id="{8234E2BA-675C-DC77-41B2-4177EC9CA2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8" y="2956"/>
              <a:ext cx="13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44" name="Picture 39">
              <a:extLst>
                <a:ext uri="{FF2B5EF4-FFF2-40B4-BE49-F238E27FC236}">
                  <a16:creationId xmlns:a16="http://schemas.microsoft.com/office/drawing/2014/main" id="{3C8CCC7D-D560-3D30-0B42-51D961C6FC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1" y="2712"/>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45" name="Group 40">
              <a:extLst>
                <a:ext uri="{FF2B5EF4-FFF2-40B4-BE49-F238E27FC236}">
                  <a16:creationId xmlns:a16="http://schemas.microsoft.com/office/drawing/2014/main" id="{4C8C191D-F141-154D-244F-4CED4C1435AA}"/>
                </a:ext>
              </a:extLst>
            </p:cNvPr>
            <p:cNvGrpSpPr>
              <a:grpSpLocks/>
            </p:cNvGrpSpPr>
            <p:nvPr/>
          </p:nvGrpSpPr>
          <p:grpSpPr bwMode="auto">
            <a:xfrm>
              <a:off x="4638" y="2573"/>
              <a:ext cx="315" cy="169"/>
              <a:chOff x="2112" y="2976"/>
              <a:chExt cx="703" cy="377"/>
            </a:xfrm>
          </p:grpSpPr>
          <p:sp>
            <p:nvSpPr>
              <p:cNvPr id="26746" name="Line 41">
                <a:extLst>
                  <a:ext uri="{FF2B5EF4-FFF2-40B4-BE49-F238E27FC236}">
                    <a16:creationId xmlns:a16="http://schemas.microsoft.com/office/drawing/2014/main" id="{0C408B43-D1A8-44A1-8F3B-DDC5B69A5C91}"/>
                  </a:ext>
                </a:extLst>
              </p:cNvPr>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47" name="Line 42">
                <a:extLst>
                  <a:ext uri="{FF2B5EF4-FFF2-40B4-BE49-F238E27FC236}">
                    <a16:creationId xmlns:a16="http://schemas.microsoft.com/office/drawing/2014/main" id="{01D8F898-9220-3A59-3BA6-71B3CD80307F}"/>
                  </a:ext>
                </a:extLst>
              </p:cNvPr>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48" name="Line 43">
                <a:extLst>
                  <a:ext uri="{FF2B5EF4-FFF2-40B4-BE49-F238E27FC236}">
                    <a16:creationId xmlns:a16="http://schemas.microsoft.com/office/drawing/2014/main" id="{4ABDD6B6-B246-4E6A-20D0-6E5A883CDF50}"/>
                  </a:ext>
                </a:extLst>
              </p:cNvPr>
              <p:cNvSpPr>
                <a:spLocks noChangeShapeType="1"/>
              </p:cNvSpPr>
              <p:nvPr/>
            </p:nvSpPr>
            <p:spPr bwMode="auto">
              <a:xfrm flipH="1">
                <a:off x="2112" y="2976"/>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26634" name="Group 44">
            <a:extLst>
              <a:ext uri="{FF2B5EF4-FFF2-40B4-BE49-F238E27FC236}">
                <a16:creationId xmlns:a16="http://schemas.microsoft.com/office/drawing/2014/main" id="{897A56F8-2265-2A77-50A0-8A8055E33D07}"/>
              </a:ext>
            </a:extLst>
          </p:cNvPr>
          <p:cNvGrpSpPr>
            <a:grpSpLocks/>
          </p:cNvGrpSpPr>
          <p:nvPr/>
        </p:nvGrpSpPr>
        <p:grpSpPr bwMode="auto">
          <a:xfrm>
            <a:off x="7289800" y="2295525"/>
            <a:ext cx="1806575" cy="1331913"/>
            <a:chOff x="746" y="1753"/>
            <a:chExt cx="1138" cy="839"/>
          </a:xfrm>
        </p:grpSpPr>
        <p:pic>
          <p:nvPicPr>
            <p:cNvPr id="26728" name="Picture 45">
              <a:extLst>
                <a:ext uri="{FF2B5EF4-FFF2-40B4-BE49-F238E27FC236}">
                  <a16:creationId xmlns:a16="http://schemas.microsoft.com/office/drawing/2014/main" id="{DB983FBD-B9D8-2D00-F8D2-657EE57542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 y="2252"/>
              <a:ext cx="13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29" name="Picture 46">
              <a:extLst>
                <a:ext uri="{FF2B5EF4-FFF2-40B4-BE49-F238E27FC236}">
                  <a16:creationId xmlns:a16="http://schemas.microsoft.com/office/drawing/2014/main" id="{99362D1A-AC53-71F8-F77C-7E150075FF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9" y="200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30" name="Group 47">
              <a:extLst>
                <a:ext uri="{FF2B5EF4-FFF2-40B4-BE49-F238E27FC236}">
                  <a16:creationId xmlns:a16="http://schemas.microsoft.com/office/drawing/2014/main" id="{A3B6CCED-95A6-B81E-EC54-E8D299BD77B9}"/>
                </a:ext>
              </a:extLst>
            </p:cNvPr>
            <p:cNvGrpSpPr>
              <a:grpSpLocks/>
            </p:cNvGrpSpPr>
            <p:nvPr/>
          </p:nvGrpSpPr>
          <p:grpSpPr bwMode="auto">
            <a:xfrm>
              <a:off x="1237" y="2109"/>
              <a:ext cx="647" cy="462"/>
              <a:chOff x="252" y="2364"/>
              <a:chExt cx="2258" cy="1608"/>
            </a:xfrm>
          </p:grpSpPr>
          <p:pic>
            <p:nvPicPr>
              <p:cNvPr id="26741" name="Picture 48">
                <a:extLst>
                  <a:ext uri="{FF2B5EF4-FFF2-40B4-BE49-F238E27FC236}">
                    <a16:creationId xmlns:a16="http://schemas.microsoft.com/office/drawing/2014/main" id="{57DCFE7A-4CF4-F39B-2FE7-56469C79EA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42" name="Picture 49">
                <a:extLst>
                  <a:ext uri="{FF2B5EF4-FFF2-40B4-BE49-F238E27FC236}">
                    <a16:creationId xmlns:a16="http://schemas.microsoft.com/office/drawing/2014/main" id="{5C6EAEDE-1D6A-E2DE-ABD9-96680885EF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731" name="Line 50">
              <a:extLst>
                <a:ext uri="{FF2B5EF4-FFF2-40B4-BE49-F238E27FC236}">
                  <a16:creationId xmlns:a16="http://schemas.microsoft.com/office/drawing/2014/main" id="{5A2AE436-86A9-FB89-08B6-3291E2B82A3F}"/>
                </a:ext>
              </a:extLst>
            </p:cNvPr>
            <p:cNvSpPr>
              <a:spLocks noChangeShapeType="1"/>
            </p:cNvSpPr>
            <p:nvPr/>
          </p:nvSpPr>
          <p:spPr bwMode="auto">
            <a:xfrm flipH="1" flipV="1">
              <a:off x="1708" y="1958"/>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32" name="Line 51">
              <a:extLst>
                <a:ext uri="{FF2B5EF4-FFF2-40B4-BE49-F238E27FC236}">
                  <a16:creationId xmlns:a16="http://schemas.microsoft.com/office/drawing/2014/main" id="{A0F71A0D-05EE-3556-5571-DC77113C038C}"/>
                </a:ext>
              </a:extLst>
            </p:cNvPr>
            <p:cNvSpPr>
              <a:spLocks noChangeShapeType="1"/>
            </p:cNvSpPr>
            <p:nvPr/>
          </p:nvSpPr>
          <p:spPr bwMode="auto">
            <a:xfrm flipH="1" flipV="1">
              <a:off x="1399" y="1958"/>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33" name="Line 52">
              <a:extLst>
                <a:ext uri="{FF2B5EF4-FFF2-40B4-BE49-F238E27FC236}">
                  <a16:creationId xmlns:a16="http://schemas.microsoft.com/office/drawing/2014/main" id="{AABD5115-D4F8-B26B-D578-EE84ADB4AC03}"/>
                </a:ext>
              </a:extLst>
            </p:cNvPr>
            <p:cNvSpPr>
              <a:spLocks noChangeShapeType="1"/>
            </p:cNvSpPr>
            <p:nvPr/>
          </p:nvSpPr>
          <p:spPr bwMode="auto">
            <a:xfrm flipH="1">
              <a:off x="1396" y="1958"/>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34" name="Line 53">
              <a:extLst>
                <a:ext uri="{FF2B5EF4-FFF2-40B4-BE49-F238E27FC236}">
                  <a16:creationId xmlns:a16="http://schemas.microsoft.com/office/drawing/2014/main" id="{C0DC7F12-EF09-B8D0-5407-8A68C7F4F650}"/>
                </a:ext>
              </a:extLst>
            </p:cNvPr>
            <p:cNvSpPr>
              <a:spLocks noChangeShapeType="1"/>
            </p:cNvSpPr>
            <p:nvPr/>
          </p:nvSpPr>
          <p:spPr bwMode="auto">
            <a:xfrm flipH="1">
              <a:off x="936" y="1753"/>
              <a:ext cx="619"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35" name="Line 54">
              <a:extLst>
                <a:ext uri="{FF2B5EF4-FFF2-40B4-BE49-F238E27FC236}">
                  <a16:creationId xmlns:a16="http://schemas.microsoft.com/office/drawing/2014/main" id="{991142F9-E9A6-1C90-9FBD-277A484FEBD1}"/>
                </a:ext>
              </a:extLst>
            </p:cNvPr>
            <p:cNvSpPr>
              <a:spLocks noChangeShapeType="1"/>
            </p:cNvSpPr>
            <p:nvPr/>
          </p:nvSpPr>
          <p:spPr bwMode="auto">
            <a:xfrm rot="5400000" flipH="1">
              <a:off x="1450" y="1858"/>
              <a:ext cx="20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6736" name="Group 55">
              <a:extLst>
                <a:ext uri="{FF2B5EF4-FFF2-40B4-BE49-F238E27FC236}">
                  <a16:creationId xmlns:a16="http://schemas.microsoft.com/office/drawing/2014/main" id="{70EFCCA1-A219-1365-5CED-E96E4028DEAD}"/>
                </a:ext>
              </a:extLst>
            </p:cNvPr>
            <p:cNvGrpSpPr>
              <a:grpSpLocks/>
            </p:cNvGrpSpPr>
            <p:nvPr/>
          </p:nvGrpSpPr>
          <p:grpSpPr bwMode="auto">
            <a:xfrm>
              <a:off x="786" y="1869"/>
              <a:ext cx="315" cy="169"/>
              <a:chOff x="2112" y="2976"/>
              <a:chExt cx="703" cy="377"/>
            </a:xfrm>
          </p:grpSpPr>
          <p:sp>
            <p:nvSpPr>
              <p:cNvPr id="26738" name="Line 56">
                <a:extLst>
                  <a:ext uri="{FF2B5EF4-FFF2-40B4-BE49-F238E27FC236}">
                    <a16:creationId xmlns:a16="http://schemas.microsoft.com/office/drawing/2014/main" id="{1380A1C8-2DB2-D826-2EE4-D6D0132E8A89}"/>
                  </a:ext>
                </a:extLst>
              </p:cNvPr>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39" name="Line 57">
                <a:extLst>
                  <a:ext uri="{FF2B5EF4-FFF2-40B4-BE49-F238E27FC236}">
                    <a16:creationId xmlns:a16="http://schemas.microsoft.com/office/drawing/2014/main" id="{CA4F486E-E0F5-0E17-F47F-02B50F77449A}"/>
                  </a:ext>
                </a:extLst>
              </p:cNvPr>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40" name="Line 58">
                <a:extLst>
                  <a:ext uri="{FF2B5EF4-FFF2-40B4-BE49-F238E27FC236}">
                    <a16:creationId xmlns:a16="http://schemas.microsoft.com/office/drawing/2014/main" id="{DC01B644-1D4F-55D7-5822-DCC6AD64769B}"/>
                  </a:ext>
                </a:extLst>
              </p:cNvPr>
              <p:cNvSpPr>
                <a:spLocks noChangeShapeType="1"/>
              </p:cNvSpPr>
              <p:nvPr/>
            </p:nvSpPr>
            <p:spPr bwMode="auto">
              <a:xfrm flipH="1">
                <a:off x="2112" y="2976"/>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6737" name="Line 59">
              <a:extLst>
                <a:ext uri="{FF2B5EF4-FFF2-40B4-BE49-F238E27FC236}">
                  <a16:creationId xmlns:a16="http://schemas.microsoft.com/office/drawing/2014/main" id="{E7B4C2C9-34F7-4D3A-32D8-3B4B01E28BB8}"/>
                </a:ext>
              </a:extLst>
            </p:cNvPr>
            <p:cNvSpPr>
              <a:spLocks noChangeShapeType="1"/>
            </p:cNvSpPr>
            <p:nvPr/>
          </p:nvSpPr>
          <p:spPr bwMode="auto">
            <a:xfrm rot="5400000" flipH="1">
              <a:off x="878" y="1814"/>
              <a:ext cx="11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6635" name="Group 60">
            <a:extLst>
              <a:ext uri="{FF2B5EF4-FFF2-40B4-BE49-F238E27FC236}">
                <a16:creationId xmlns:a16="http://schemas.microsoft.com/office/drawing/2014/main" id="{C77B8B58-E1A6-0537-5255-185BDE7B36A5}"/>
              </a:ext>
            </a:extLst>
          </p:cNvPr>
          <p:cNvGrpSpPr>
            <a:grpSpLocks/>
          </p:cNvGrpSpPr>
          <p:nvPr/>
        </p:nvGrpSpPr>
        <p:grpSpPr bwMode="auto">
          <a:xfrm>
            <a:off x="2182813" y="5770563"/>
            <a:ext cx="1027112" cy="973137"/>
            <a:chOff x="1165" y="3566"/>
            <a:chExt cx="647" cy="613"/>
          </a:xfrm>
        </p:grpSpPr>
        <p:grpSp>
          <p:nvGrpSpPr>
            <p:cNvPr id="26721" name="Group 61">
              <a:extLst>
                <a:ext uri="{FF2B5EF4-FFF2-40B4-BE49-F238E27FC236}">
                  <a16:creationId xmlns:a16="http://schemas.microsoft.com/office/drawing/2014/main" id="{4A91921B-57A9-0D57-42B5-FEF5FE51AAF9}"/>
                </a:ext>
              </a:extLst>
            </p:cNvPr>
            <p:cNvGrpSpPr>
              <a:grpSpLocks/>
            </p:cNvGrpSpPr>
            <p:nvPr/>
          </p:nvGrpSpPr>
          <p:grpSpPr bwMode="auto">
            <a:xfrm>
              <a:off x="1165" y="3717"/>
              <a:ext cx="647" cy="462"/>
              <a:chOff x="252" y="2364"/>
              <a:chExt cx="2258" cy="1608"/>
            </a:xfrm>
          </p:grpSpPr>
          <p:pic>
            <p:nvPicPr>
              <p:cNvPr id="26726" name="Picture 62">
                <a:extLst>
                  <a:ext uri="{FF2B5EF4-FFF2-40B4-BE49-F238E27FC236}">
                    <a16:creationId xmlns:a16="http://schemas.microsoft.com/office/drawing/2014/main" id="{B6516622-1F88-D5AA-70EC-88169CF040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27" name="Picture 63">
                <a:extLst>
                  <a:ext uri="{FF2B5EF4-FFF2-40B4-BE49-F238E27FC236}">
                    <a16:creationId xmlns:a16="http://schemas.microsoft.com/office/drawing/2014/main" id="{F82700FB-B8A1-4080-99D0-7CE3720F20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6722" name="Group 64">
              <a:extLst>
                <a:ext uri="{FF2B5EF4-FFF2-40B4-BE49-F238E27FC236}">
                  <a16:creationId xmlns:a16="http://schemas.microsoft.com/office/drawing/2014/main" id="{C9FAFACF-EF89-847F-2388-4187F107259F}"/>
                </a:ext>
              </a:extLst>
            </p:cNvPr>
            <p:cNvGrpSpPr>
              <a:grpSpLocks/>
            </p:cNvGrpSpPr>
            <p:nvPr/>
          </p:nvGrpSpPr>
          <p:grpSpPr bwMode="auto">
            <a:xfrm>
              <a:off x="1324" y="3566"/>
              <a:ext cx="314" cy="83"/>
              <a:chOff x="1324" y="3566"/>
              <a:chExt cx="314" cy="83"/>
            </a:xfrm>
          </p:grpSpPr>
          <p:sp>
            <p:nvSpPr>
              <p:cNvPr id="26723" name="Line 65">
                <a:extLst>
                  <a:ext uri="{FF2B5EF4-FFF2-40B4-BE49-F238E27FC236}">
                    <a16:creationId xmlns:a16="http://schemas.microsoft.com/office/drawing/2014/main" id="{D25F6138-26D0-62AC-1F44-DF0855784336}"/>
                  </a:ext>
                </a:extLst>
              </p:cNvPr>
              <p:cNvSpPr>
                <a:spLocks noChangeShapeType="1"/>
              </p:cNvSpPr>
              <p:nvPr/>
            </p:nvSpPr>
            <p:spPr bwMode="auto">
              <a:xfrm flipH="1" flipV="1">
                <a:off x="1636" y="3566"/>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24" name="Line 66">
                <a:extLst>
                  <a:ext uri="{FF2B5EF4-FFF2-40B4-BE49-F238E27FC236}">
                    <a16:creationId xmlns:a16="http://schemas.microsoft.com/office/drawing/2014/main" id="{DFEDE905-E7FA-0009-406A-E69452460964}"/>
                  </a:ext>
                </a:extLst>
              </p:cNvPr>
              <p:cNvSpPr>
                <a:spLocks noChangeShapeType="1"/>
              </p:cNvSpPr>
              <p:nvPr/>
            </p:nvSpPr>
            <p:spPr bwMode="auto">
              <a:xfrm flipH="1" flipV="1">
                <a:off x="1327" y="3566"/>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25" name="Line 67">
                <a:extLst>
                  <a:ext uri="{FF2B5EF4-FFF2-40B4-BE49-F238E27FC236}">
                    <a16:creationId xmlns:a16="http://schemas.microsoft.com/office/drawing/2014/main" id="{21346842-6586-2762-C944-907C87A2E55D}"/>
                  </a:ext>
                </a:extLst>
              </p:cNvPr>
              <p:cNvSpPr>
                <a:spLocks noChangeShapeType="1"/>
              </p:cNvSpPr>
              <p:nvPr/>
            </p:nvSpPr>
            <p:spPr bwMode="auto">
              <a:xfrm flipH="1">
                <a:off x="1324" y="3566"/>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26636" name="Picture 68">
            <a:extLst>
              <a:ext uri="{FF2B5EF4-FFF2-40B4-BE49-F238E27FC236}">
                <a16:creationId xmlns:a16="http://schemas.microsoft.com/office/drawing/2014/main" id="{E3F26B6A-23F7-F637-AACC-15322F920B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725" y="4603750"/>
            <a:ext cx="2190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37" name="Line 69">
            <a:extLst>
              <a:ext uri="{FF2B5EF4-FFF2-40B4-BE49-F238E27FC236}">
                <a16:creationId xmlns:a16="http://schemas.microsoft.com/office/drawing/2014/main" id="{D0959D89-DFEF-AC70-64F9-49E92FEC6B55}"/>
              </a:ext>
            </a:extLst>
          </p:cNvPr>
          <p:cNvSpPr>
            <a:spLocks noChangeShapeType="1"/>
          </p:cNvSpPr>
          <p:nvPr/>
        </p:nvSpPr>
        <p:spPr bwMode="auto">
          <a:xfrm flipH="1" flipV="1">
            <a:off x="1847850" y="4108450"/>
            <a:ext cx="0" cy="279400"/>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8" name="Line 70">
            <a:extLst>
              <a:ext uri="{FF2B5EF4-FFF2-40B4-BE49-F238E27FC236}">
                <a16:creationId xmlns:a16="http://schemas.microsoft.com/office/drawing/2014/main" id="{056B4313-B8D4-C6DB-BF5C-82AFFAE622CF}"/>
              </a:ext>
            </a:extLst>
          </p:cNvPr>
          <p:cNvSpPr>
            <a:spLocks noChangeShapeType="1"/>
          </p:cNvSpPr>
          <p:nvPr/>
        </p:nvSpPr>
        <p:spPr bwMode="auto">
          <a:xfrm flipH="1">
            <a:off x="1836738" y="4100513"/>
            <a:ext cx="75247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9" name="Line 71">
            <a:extLst>
              <a:ext uri="{FF2B5EF4-FFF2-40B4-BE49-F238E27FC236}">
                <a16:creationId xmlns:a16="http://schemas.microsoft.com/office/drawing/2014/main" id="{0495D7B5-8B02-CDD6-AC39-DAC773DCD2CF}"/>
              </a:ext>
            </a:extLst>
          </p:cNvPr>
          <p:cNvSpPr>
            <a:spLocks noChangeShapeType="1"/>
          </p:cNvSpPr>
          <p:nvPr/>
        </p:nvSpPr>
        <p:spPr bwMode="auto">
          <a:xfrm rot="5400000" flipH="1">
            <a:off x="2541587" y="4132263"/>
            <a:ext cx="9842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6640" name="Group 72">
            <a:extLst>
              <a:ext uri="{FF2B5EF4-FFF2-40B4-BE49-F238E27FC236}">
                <a16:creationId xmlns:a16="http://schemas.microsoft.com/office/drawing/2014/main" id="{AEDDB50D-0A69-206D-AED6-D0B3EC1E080A}"/>
              </a:ext>
            </a:extLst>
          </p:cNvPr>
          <p:cNvGrpSpPr>
            <a:grpSpLocks/>
          </p:cNvGrpSpPr>
          <p:nvPr/>
        </p:nvGrpSpPr>
        <p:grpSpPr bwMode="auto">
          <a:xfrm>
            <a:off x="3294063" y="5527675"/>
            <a:ext cx="760412" cy="1216025"/>
            <a:chOff x="2072" y="3380"/>
            <a:chExt cx="479" cy="802"/>
          </a:xfrm>
        </p:grpSpPr>
        <p:pic>
          <p:nvPicPr>
            <p:cNvPr id="26715" name="Picture 73" descr="Edna Krabappel">
              <a:extLst>
                <a:ext uri="{FF2B5EF4-FFF2-40B4-BE49-F238E27FC236}">
                  <a16:creationId xmlns:a16="http://schemas.microsoft.com/office/drawing/2014/main" id="{5857C364-2EDC-4171-69FC-6C0503ADC5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16" name="Picture 74">
              <a:extLst>
                <a:ext uri="{FF2B5EF4-FFF2-40B4-BE49-F238E27FC236}">
                  <a16:creationId xmlns:a16="http://schemas.microsoft.com/office/drawing/2014/main" id="{FFBF4DCB-0DBD-ED7C-692A-F890B92BC4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717" name="Group 75">
              <a:extLst>
                <a:ext uri="{FF2B5EF4-FFF2-40B4-BE49-F238E27FC236}">
                  <a16:creationId xmlns:a16="http://schemas.microsoft.com/office/drawing/2014/main" id="{F7F78EC3-D27B-99AD-D68C-A69363B58650}"/>
                </a:ext>
              </a:extLst>
            </p:cNvPr>
            <p:cNvGrpSpPr>
              <a:grpSpLocks/>
            </p:cNvGrpSpPr>
            <p:nvPr/>
          </p:nvGrpSpPr>
          <p:grpSpPr bwMode="auto">
            <a:xfrm>
              <a:off x="2170" y="3380"/>
              <a:ext cx="314" cy="185"/>
              <a:chOff x="2170" y="3380"/>
              <a:chExt cx="314" cy="185"/>
            </a:xfrm>
          </p:grpSpPr>
          <p:sp>
            <p:nvSpPr>
              <p:cNvPr id="26718" name="Line 76">
                <a:extLst>
                  <a:ext uri="{FF2B5EF4-FFF2-40B4-BE49-F238E27FC236}">
                    <a16:creationId xmlns:a16="http://schemas.microsoft.com/office/drawing/2014/main" id="{E81A45DD-1FD7-C450-DCB0-739808946C2F}"/>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19" name="Line 77">
                <a:extLst>
                  <a:ext uri="{FF2B5EF4-FFF2-40B4-BE49-F238E27FC236}">
                    <a16:creationId xmlns:a16="http://schemas.microsoft.com/office/drawing/2014/main" id="{28D5DC33-AA16-E5DD-DA86-7A21FCA9C7CD}"/>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20" name="Line 78">
                <a:extLst>
                  <a:ext uri="{FF2B5EF4-FFF2-40B4-BE49-F238E27FC236}">
                    <a16:creationId xmlns:a16="http://schemas.microsoft.com/office/drawing/2014/main" id="{3CC57B73-49B6-0F79-6B14-1A6CD2BD1617}"/>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26641" name="Group 79">
            <a:extLst>
              <a:ext uri="{FF2B5EF4-FFF2-40B4-BE49-F238E27FC236}">
                <a16:creationId xmlns:a16="http://schemas.microsoft.com/office/drawing/2014/main" id="{9CF9FE97-A15A-0F98-3273-2D95E7074BBD}"/>
              </a:ext>
            </a:extLst>
          </p:cNvPr>
          <p:cNvGrpSpPr>
            <a:grpSpLocks/>
          </p:cNvGrpSpPr>
          <p:nvPr/>
        </p:nvGrpSpPr>
        <p:grpSpPr bwMode="auto">
          <a:xfrm>
            <a:off x="1293813" y="5491163"/>
            <a:ext cx="776287" cy="1252537"/>
            <a:chOff x="2663" y="3356"/>
            <a:chExt cx="489" cy="789"/>
          </a:xfrm>
        </p:grpSpPr>
        <p:pic>
          <p:nvPicPr>
            <p:cNvPr id="26709" name="Picture 80">
              <a:extLst>
                <a:ext uri="{FF2B5EF4-FFF2-40B4-BE49-F238E27FC236}">
                  <a16:creationId xmlns:a16="http://schemas.microsoft.com/office/drawing/2014/main" id="{01399DF4-88DD-85F7-FB24-6C41C5E962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4" y="3800"/>
              <a:ext cx="13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10" name="Picture 81">
              <a:extLst>
                <a:ext uri="{FF2B5EF4-FFF2-40B4-BE49-F238E27FC236}">
                  <a16:creationId xmlns:a16="http://schemas.microsoft.com/office/drawing/2014/main" id="{29A890A0-E97B-CAB9-F3F1-686F303F73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3" y="3707"/>
              <a:ext cx="331"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6711" name="Group 82">
              <a:extLst>
                <a:ext uri="{FF2B5EF4-FFF2-40B4-BE49-F238E27FC236}">
                  <a16:creationId xmlns:a16="http://schemas.microsoft.com/office/drawing/2014/main" id="{A7682974-04B2-CCE2-773D-9625235E7036}"/>
                </a:ext>
              </a:extLst>
            </p:cNvPr>
            <p:cNvGrpSpPr>
              <a:grpSpLocks/>
            </p:cNvGrpSpPr>
            <p:nvPr/>
          </p:nvGrpSpPr>
          <p:grpSpPr bwMode="auto">
            <a:xfrm>
              <a:off x="2758" y="3356"/>
              <a:ext cx="314" cy="209"/>
              <a:chOff x="2170" y="3380"/>
              <a:chExt cx="314" cy="185"/>
            </a:xfrm>
          </p:grpSpPr>
          <p:sp>
            <p:nvSpPr>
              <p:cNvPr id="26712" name="Line 83">
                <a:extLst>
                  <a:ext uri="{FF2B5EF4-FFF2-40B4-BE49-F238E27FC236}">
                    <a16:creationId xmlns:a16="http://schemas.microsoft.com/office/drawing/2014/main" id="{5D96F398-C35E-10C0-E750-3254F9462CB1}"/>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13" name="Line 84">
                <a:extLst>
                  <a:ext uri="{FF2B5EF4-FFF2-40B4-BE49-F238E27FC236}">
                    <a16:creationId xmlns:a16="http://schemas.microsoft.com/office/drawing/2014/main" id="{45E5A0F9-B82F-B51E-0975-BD3D8405F159}"/>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14" name="Line 85">
                <a:extLst>
                  <a:ext uri="{FF2B5EF4-FFF2-40B4-BE49-F238E27FC236}">
                    <a16:creationId xmlns:a16="http://schemas.microsoft.com/office/drawing/2014/main" id="{8DDBD2F0-5516-2FFB-3BCF-D852AD6DBC14}"/>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26642" name="Group 86">
            <a:extLst>
              <a:ext uri="{FF2B5EF4-FFF2-40B4-BE49-F238E27FC236}">
                <a16:creationId xmlns:a16="http://schemas.microsoft.com/office/drawing/2014/main" id="{17C4C0B8-F55D-907B-EC8A-CBD560C104BE}"/>
              </a:ext>
            </a:extLst>
          </p:cNvPr>
          <p:cNvGrpSpPr>
            <a:grpSpLocks/>
          </p:cNvGrpSpPr>
          <p:nvPr/>
        </p:nvGrpSpPr>
        <p:grpSpPr bwMode="auto">
          <a:xfrm>
            <a:off x="4586288" y="5518150"/>
            <a:ext cx="815975" cy="1206500"/>
            <a:chOff x="2889" y="3476"/>
            <a:chExt cx="514" cy="760"/>
          </a:xfrm>
        </p:grpSpPr>
        <p:pic>
          <p:nvPicPr>
            <p:cNvPr id="26703" name="Picture 87">
              <a:extLst>
                <a:ext uri="{FF2B5EF4-FFF2-40B4-BE49-F238E27FC236}">
                  <a16:creationId xmlns:a16="http://schemas.microsoft.com/office/drawing/2014/main" id="{837C43FE-DABD-3BF3-954E-098E6DFC64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9" y="3691"/>
              <a:ext cx="19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704" name="Picture 88">
              <a:extLst>
                <a:ext uri="{FF2B5EF4-FFF2-40B4-BE49-F238E27FC236}">
                  <a16:creationId xmlns:a16="http://schemas.microsoft.com/office/drawing/2014/main" id="{4BE328B3-7F69-E1C7-E5C8-736BC48FA8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5" y="3751"/>
              <a:ext cx="258"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6705" name="Group 89">
              <a:extLst>
                <a:ext uri="{FF2B5EF4-FFF2-40B4-BE49-F238E27FC236}">
                  <a16:creationId xmlns:a16="http://schemas.microsoft.com/office/drawing/2014/main" id="{8F121771-397D-6E7B-6B47-325509C00E83}"/>
                </a:ext>
              </a:extLst>
            </p:cNvPr>
            <p:cNvGrpSpPr>
              <a:grpSpLocks/>
            </p:cNvGrpSpPr>
            <p:nvPr/>
          </p:nvGrpSpPr>
          <p:grpSpPr bwMode="auto">
            <a:xfrm>
              <a:off x="3010" y="3476"/>
              <a:ext cx="314" cy="195"/>
              <a:chOff x="2170" y="3380"/>
              <a:chExt cx="314" cy="185"/>
            </a:xfrm>
          </p:grpSpPr>
          <p:sp>
            <p:nvSpPr>
              <p:cNvPr id="26706" name="Line 90">
                <a:extLst>
                  <a:ext uri="{FF2B5EF4-FFF2-40B4-BE49-F238E27FC236}">
                    <a16:creationId xmlns:a16="http://schemas.microsoft.com/office/drawing/2014/main" id="{CC53AD58-DA07-8CC3-80AA-18E35D5431DE}"/>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07" name="Line 91">
                <a:extLst>
                  <a:ext uri="{FF2B5EF4-FFF2-40B4-BE49-F238E27FC236}">
                    <a16:creationId xmlns:a16="http://schemas.microsoft.com/office/drawing/2014/main" id="{F636A58A-1BC8-FC41-FD42-9386E3D36C5B}"/>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08" name="Line 92">
                <a:extLst>
                  <a:ext uri="{FF2B5EF4-FFF2-40B4-BE49-F238E27FC236}">
                    <a16:creationId xmlns:a16="http://schemas.microsoft.com/office/drawing/2014/main" id="{F1B8A60D-796B-28EB-506D-12BD2FD83191}"/>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6643" name="Text Box 93">
            <a:extLst>
              <a:ext uri="{FF2B5EF4-FFF2-40B4-BE49-F238E27FC236}">
                <a16:creationId xmlns:a16="http://schemas.microsoft.com/office/drawing/2014/main" id="{2DD96BE0-BC4E-E561-BF12-81A9304792CE}"/>
              </a:ext>
            </a:extLst>
          </p:cNvPr>
          <p:cNvSpPr txBox="1">
            <a:spLocks noChangeArrowheads="1"/>
          </p:cNvSpPr>
          <p:nvPr/>
        </p:nvSpPr>
        <p:spPr bwMode="auto">
          <a:xfrm>
            <a:off x="4117975" y="594677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b="1"/>
              <a:t>…</a:t>
            </a:r>
          </a:p>
        </p:txBody>
      </p:sp>
      <p:sp>
        <p:nvSpPr>
          <p:cNvPr id="26644" name="Text Box 94">
            <a:extLst>
              <a:ext uri="{FF2B5EF4-FFF2-40B4-BE49-F238E27FC236}">
                <a16:creationId xmlns:a16="http://schemas.microsoft.com/office/drawing/2014/main" id="{B9686BFC-E112-A4CB-999B-4CA403326BCD}"/>
              </a:ext>
            </a:extLst>
          </p:cNvPr>
          <p:cNvSpPr txBox="1">
            <a:spLocks noChangeArrowheads="1"/>
          </p:cNvSpPr>
          <p:nvPr/>
        </p:nvSpPr>
        <p:spPr bwMode="auto">
          <a:xfrm>
            <a:off x="0" y="5661025"/>
            <a:ext cx="149066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Consider all possible merges…</a:t>
            </a:r>
          </a:p>
        </p:txBody>
      </p:sp>
      <p:sp>
        <p:nvSpPr>
          <p:cNvPr id="26645" name="Text Box 95">
            <a:extLst>
              <a:ext uri="{FF2B5EF4-FFF2-40B4-BE49-F238E27FC236}">
                <a16:creationId xmlns:a16="http://schemas.microsoft.com/office/drawing/2014/main" id="{A173CBB7-4124-C858-F50C-57AAC3456574}"/>
              </a:ext>
            </a:extLst>
          </p:cNvPr>
          <p:cNvSpPr txBox="1">
            <a:spLocks noChangeArrowheads="1"/>
          </p:cNvSpPr>
          <p:nvPr/>
        </p:nvSpPr>
        <p:spPr bwMode="auto">
          <a:xfrm>
            <a:off x="5686425" y="5699125"/>
            <a:ext cx="11096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Choose the best</a:t>
            </a:r>
          </a:p>
        </p:txBody>
      </p:sp>
      <p:sp>
        <p:nvSpPr>
          <p:cNvPr id="26646" name="Rectangle 96">
            <a:extLst>
              <a:ext uri="{FF2B5EF4-FFF2-40B4-BE49-F238E27FC236}">
                <a16:creationId xmlns:a16="http://schemas.microsoft.com/office/drawing/2014/main" id="{237A0235-D19E-9B22-F571-3FF0ADA73055}"/>
              </a:ext>
            </a:extLst>
          </p:cNvPr>
          <p:cNvSpPr>
            <a:spLocks noChangeArrowheads="1"/>
          </p:cNvSpPr>
          <p:nvPr/>
        </p:nvSpPr>
        <p:spPr bwMode="auto">
          <a:xfrm>
            <a:off x="0" y="5257800"/>
            <a:ext cx="9144000" cy="1428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6647" name="Rectangle 97">
            <a:extLst>
              <a:ext uri="{FF2B5EF4-FFF2-40B4-BE49-F238E27FC236}">
                <a16:creationId xmlns:a16="http://schemas.microsoft.com/office/drawing/2014/main" id="{ECA33CDD-2A16-DA38-451E-0202334FBB5D}"/>
              </a:ext>
            </a:extLst>
          </p:cNvPr>
          <p:cNvSpPr>
            <a:spLocks noChangeArrowheads="1"/>
          </p:cNvSpPr>
          <p:nvPr/>
        </p:nvSpPr>
        <p:spPr bwMode="auto">
          <a:xfrm>
            <a:off x="0" y="3790950"/>
            <a:ext cx="9144000" cy="1428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6648" name="Rectangle 98">
            <a:extLst>
              <a:ext uri="{FF2B5EF4-FFF2-40B4-BE49-F238E27FC236}">
                <a16:creationId xmlns:a16="http://schemas.microsoft.com/office/drawing/2014/main" id="{E89DA6ED-6D9F-160F-BF32-1857321210C1}"/>
              </a:ext>
            </a:extLst>
          </p:cNvPr>
          <p:cNvSpPr>
            <a:spLocks noChangeArrowheads="1"/>
          </p:cNvSpPr>
          <p:nvPr/>
        </p:nvSpPr>
        <p:spPr bwMode="auto">
          <a:xfrm>
            <a:off x="0" y="2000250"/>
            <a:ext cx="9144000" cy="1428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6649" name="Text Box 99">
            <a:extLst>
              <a:ext uri="{FF2B5EF4-FFF2-40B4-BE49-F238E27FC236}">
                <a16:creationId xmlns:a16="http://schemas.microsoft.com/office/drawing/2014/main" id="{8BD47736-B691-1686-3BFF-7DDD069A8622}"/>
              </a:ext>
            </a:extLst>
          </p:cNvPr>
          <p:cNvSpPr txBox="1">
            <a:spLocks noChangeArrowheads="1"/>
          </p:cNvSpPr>
          <p:nvPr/>
        </p:nvSpPr>
        <p:spPr bwMode="auto">
          <a:xfrm>
            <a:off x="0" y="4089400"/>
            <a:ext cx="149066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Consider all possible merges…</a:t>
            </a:r>
          </a:p>
        </p:txBody>
      </p:sp>
      <p:grpSp>
        <p:nvGrpSpPr>
          <p:cNvPr id="26650" name="Group 100">
            <a:extLst>
              <a:ext uri="{FF2B5EF4-FFF2-40B4-BE49-F238E27FC236}">
                <a16:creationId xmlns:a16="http://schemas.microsoft.com/office/drawing/2014/main" id="{8758E31D-8338-9E34-3B98-2038D3784A4D}"/>
              </a:ext>
            </a:extLst>
          </p:cNvPr>
          <p:cNvGrpSpPr>
            <a:grpSpLocks/>
          </p:cNvGrpSpPr>
          <p:nvPr/>
        </p:nvGrpSpPr>
        <p:grpSpPr bwMode="auto">
          <a:xfrm>
            <a:off x="2116138" y="4184650"/>
            <a:ext cx="1027112" cy="973138"/>
            <a:chOff x="1267" y="3584"/>
            <a:chExt cx="647" cy="613"/>
          </a:xfrm>
        </p:grpSpPr>
        <p:grpSp>
          <p:nvGrpSpPr>
            <p:cNvPr id="26697" name="Group 101">
              <a:extLst>
                <a:ext uri="{FF2B5EF4-FFF2-40B4-BE49-F238E27FC236}">
                  <a16:creationId xmlns:a16="http://schemas.microsoft.com/office/drawing/2014/main" id="{5327FE6B-D52E-0F1A-B20D-868E6F6DCC95}"/>
                </a:ext>
              </a:extLst>
            </p:cNvPr>
            <p:cNvGrpSpPr>
              <a:grpSpLocks/>
            </p:cNvGrpSpPr>
            <p:nvPr/>
          </p:nvGrpSpPr>
          <p:grpSpPr bwMode="auto">
            <a:xfrm>
              <a:off x="1267" y="3735"/>
              <a:ext cx="647" cy="462"/>
              <a:chOff x="252" y="2364"/>
              <a:chExt cx="2258" cy="1608"/>
            </a:xfrm>
          </p:grpSpPr>
          <p:pic>
            <p:nvPicPr>
              <p:cNvPr id="26701" name="Picture 102">
                <a:extLst>
                  <a:ext uri="{FF2B5EF4-FFF2-40B4-BE49-F238E27FC236}">
                    <a16:creationId xmlns:a16="http://schemas.microsoft.com/office/drawing/2014/main" id="{5AB6483D-D365-0AF1-CE96-B97B32F85C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02" name="Picture 103">
                <a:extLst>
                  <a:ext uri="{FF2B5EF4-FFF2-40B4-BE49-F238E27FC236}">
                    <a16:creationId xmlns:a16="http://schemas.microsoft.com/office/drawing/2014/main" id="{91C553E4-93DA-8847-6B41-8CD30C1DEB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698" name="Line 104">
              <a:extLst>
                <a:ext uri="{FF2B5EF4-FFF2-40B4-BE49-F238E27FC236}">
                  <a16:creationId xmlns:a16="http://schemas.microsoft.com/office/drawing/2014/main" id="{B6884AB4-D862-4548-A689-61671C919989}"/>
                </a:ext>
              </a:extLst>
            </p:cNvPr>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99" name="Line 105">
              <a:extLst>
                <a:ext uri="{FF2B5EF4-FFF2-40B4-BE49-F238E27FC236}">
                  <a16:creationId xmlns:a16="http://schemas.microsoft.com/office/drawing/2014/main" id="{5A1D1348-8A01-5CF4-31BA-6CE7C64E64E6}"/>
                </a:ext>
              </a:extLst>
            </p:cNvPr>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700" name="Line 106">
              <a:extLst>
                <a:ext uri="{FF2B5EF4-FFF2-40B4-BE49-F238E27FC236}">
                  <a16:creationId xmlns:a16="http://schemas.microsoft.com/office/drawing/2014/main" id="{72A200BF-163D-78C9-CC59-5A357F5376FF}"/>
                </a:ext>
              </a:extLst>
            </p:cNvPr>
            <p:cNvSpPr>
              <a:spLocks noChangeShapeType="1"/>
            </p:cNvSpPr>
            <p:nvPr/>
          </p:nvSpPr>
          <p:spPr bwMode="auto">
            <a:xfrm flipH="1">
              <a:off x="1426" y="3584"/>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26651" name="Picture 107">
            <a:extLst>
              <a:ext uri="{FF2B5EF4-FFF2-40B4-BE49-F238E27FC236}">
                <a16:creationId xmlns:a16="http://schemas.microsoft.com/office/drawing/2014/main" id="{CD832F1C-FC10-0FF0-371C-0D11D5B46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7400" y="4606925"/>
            <a:ext cx="2190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52" name="Picture 108">
            <a:extLst>
              <a:ext uri="{FF2B5EF4-FFF2-40B4-BE49-F238E27FC236}">
                <a16:creationId xmlns:a16="http://schemas.microsoft.com/office/drawing/2014/main" id="{F12CE26B-0AA9-F7DA-BA25-3A53824DB9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3788" y="4219575"/>
            <a:ext cx="301625"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53" name="Group 109">
            <a:extLst>
              <a:ext uri="{FF2B5EF4-FFF2-40B4-BE49-F238E27FC236}">
                <a16:creationId xmlns:a16="http://schemas.microsoft.com/office/drawing/2014/main" id="{98D6C88E-50ED-A5C2-FD48-6C9AC307625B}"/>
              </a:ext>
            </a:extLst>
          </p:cNvPr>
          <p:cNvGrpSpPr>
            <a:grpSpLocks/>
          </p:cNvGrpSpPr>
          <p:nvPr/>
        </p:nvGrpSpPr>
        <p:grpSpPr bwMode="auto">
          <a:xfrm>
            <a:off x="3390900" y="3998913"/>
            <a:ext cx="500063" cy="268287"/>
            <a:chOff x="2112" y="2976"/>
            <a:chExt cx="703" cy="377"/>
          </a:xfrm>
        </p:grpSpPr>
        <p:sp>
          <p:nvSpPr>
            <p:cNvPr id="26694" name="Line 110">
              <a:extLst>
                <a:ext uri="{FF2B5EF4-FFF2-40B4-BE49-F238E27FC236}">
                  <a16:creationId xmlns:a16="http://schemas.microsoft.com/office/drawing/2014/main" id="{578A9EE5-9D42-C1BC-AA8B-EEF7EB0AC3A7}"/>
                </a:ext>
              </a:extLst>
            </p:cNvPr>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95" name="Line 111">
              <a:extLst>
                <a:ext uri="{FF2B5EF4-FFF2-40B4-BE49-F238E27FC236}">
                  <a16:creationId xmlns:a16="http://schemas.microsoft.com/office/drawing/2014/main" id="{38D193E2-230B-95DB-3E8D-ABE76B9E70E2}"/>
                </a:ext>
              </a:extLst>
            </p:cNvPr>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96" name="Line 112">
              <a:extLst>
                <a:ext uri="{FF2B5EF4-FFF2-40B4-BE49-F238E27FC236}">
                  <a16:creationId xmlns:a16="http://schemas.microsoft.com/office/drawing/2014/main" id="{22DF20D4-5D0B-6F15-6147-5745EC2E966E}"/>
                </a:ext>
              </a:extLst>
            </p:cNvPr>
            <p:cNvSpPr>
              <a:spLocks noChangeShapeType="1"/>
            </p:cNvSpPr>
            <p:nvPr/>
          </p:nvSpPr>
          <p:spPr bwMode="auto">
            <a:xfrm flipH="1">
              <a:off x="2112" y="2976"/>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6654" name="Group 113">
            <a:extLst>
              <a:ext uri="{FF2B5EF4-FFF2-40B4-BE49-F238E27FC236}">
                <a16:creationId xmlns:a16="http://schemas.microsoft.com/office/drawing/2014/main" id="{7E250019-E9E0-FFFF-E1FD-F6A0A75CE1DA}"/>
              </a:ext>
            </a:extLst>
          </p:cNvPr>
          <p:cNvGrpSpPr>
            <a:grpSpLocks/>
          </p:cNvGrpSpPr>
          <p:nvPr/>
        </p:nvGrpSpPr>
        <p:grpSpPr bwMode="auto">
          <a:xfrm>
            <a:off x="4608513" y="3994150"/>
            <a:ext cx="760412" cy="1216025"/>
            <a:chOff x="2072" y="3380"/>
            <a:chExt cx="479" cy="802"/>
          </a:xfrm>
        </p:grpSpPr>
        <p:pic>
          <p:nvPicPr>
            <p:cNvPr id="26688" name="Picture 114" descr="Edna Krabappel">
              <a:extLst>
                <a:ext uri="{FF2B5EF4-FFF2-40B4-BE49-F238E27FC236}">
                  <a16:creationId xmlns:a16="http://schemas.microsoft.com/office/drawing/2014/main" id="{4CEFCA2E-C95F-8A69-8FC7-9E8B5C8AA8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2" y="367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89" name="Picture 115">
              <a:extLst>
                <a:ext uri="{FF2B5EF4-FFF2-40B4-BE49-F238E27FC236}">
                  <a16:creationId xmlns:a16="http://schemas.microsoft.com/office/drawing/2014/main" id="{316A916C-091C-DFAB-4BDE-A44BA20FF0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1" y="359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90" name="Group 116">
              <a:extLst>
                <a:ext uri="{FF2B5EF4-FFF2-40B4-BE49-F238E27FC236}">
                  <a16:creationId xmlns:a16="http://schemas.microsoft.com/office/drawing/2014/main" id="{DB86AED2-95A9-45FC-DFC1-1C8F5412D2BB}"/>
                </a:ext>
              </a:extLst>
            </p:cNvPr>
            <p:cNvGrpSpPr>
              <a:grpSpLocks/>
            </p:cNvGrpSpPr>
            <p:nvPr/>
          </p:nvGrpSpPr>
          <p:grpSpPr bwMode="auto">
            <a:xfrm>
              <a:off x="2170" y="3380"/>
              <a:ext cx="314" cy="185"/>
              <a:chOff x="2170" y="3380"/>
              <a:chExt cx="314" cy="185"/>
            </a:xfrm>
          </p:grpSpPr>
          <p:sp>
            <p:nvSpPr>
              <p:cNvPr id="26691" name="Line 117">
                <a:extLst>
                  <a:ext uri="{FF2B5EF4-FFF2-40B4-BE49-F238E27FC236}">
                    <a16:creationId xmlns:a16="http://schemas.microsoft.com/office/drawing/2014/main" id="{20935E93-D4F9-D9BF-8D99-015E3D05C515}"/>
                  </a:ext>
                </a:extLst>
              </p:cNvPr>
              <p:cNvSpPr>
                <a:spLocks noChangeShapeType="1"/>
              </p:cNvSpPr>
              <p:nvPr/>
            </p:nvSpPr>
            <p:spPr bwMode="auto">
              <a:xfrm flipH="1" flipV="1">
                <a:off x="2482" y="3386"/>
                <a:ext cx="0" cy="179"/>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92" name="Line 118">
                <a:extLst>
                  <a:ext uri="{FF2B5EF4-FFF2-40B4-BE49-F238E27FC236}">
                    <a16:creationId xmlns:a16="http://schemas.microsoft.com/office/drawing/2014/main" id="{6A5F5984-168E-A039-DB56-5EA5C4CCFD22}"/>
                  </a:ext>
                </a:extLst>
              </p:cNvPr>
              <p:cNvSpPr>
                <a:spLocks noChangeShapeType="1"/>
              </p:cNvSpPr>
              <p:nvPr/>
            </p:nvSpPr>
            <p:spPr bwMode="auto">
              <a:xfrm flipH="1" flipV="1">
                <a:off x="2173" y="3380"/>
                <a:ext cx="0" cy="185"/>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93" name="Line 119">
                <a:extLst>
                  <a:ext uri="{FF2B5EF4-FFF2-40B4-BE49-F238E27FC236}">
                    <a16:creationId xmlns:a16="http://schemas.microsoft.com/office/drawing/2014/main" id="{F52DA809-A50D-1AD9-E263-3B7A797824CF}"/>
                  </a:ext>
                </a:extLst>
              </p:cNvPr>
              <p:cNvSpPr>
                <a:spLocks noChangeShapeType="1"/>
              </p:cNvSpPr>
              <p:nvPr/>
            </p:nvSpPr>
            <p:spPr bwMode="auto">
              <a:xfrm flipH="1">
                <a:off x="2170" y="3380"/>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6655" name="Text Box 120">
            <a:extLst>
              <a:ext uri="{FF2B5EF4-FFF2-40B4-BE49-F238E27FC236}">
                <a16:creationId xmlns:a16="http://schemas.microsoft.com/office/drawing/2014/main" id="{D9FAB99E-B188-A547-C5BE-D8F50AE5DD4B}"/>
              </a:ext>
            </a:extLst>
          </p:cNvPr>
          <p:cNvSpPr txBox="1">
            <a:spLocks noChangeArrowheads="1"/>
          </p:cNvSpPr>
          <p:nvPr/>
        </p:nvSpPr>
        <p:spPr bwMode="auto">
          <a:xfrm>
            <a:off x="4051300" y="451802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b="1"/>
              <a:t>…</a:t>
            </a:r>
          </a:p>
        </p:txBody>
      </p:sp>
      <p:sp>
        <p:nvSpPr>
          <p:cNvPr id="26656" name="Text Box 121">
            <a:extLst>
              <a:ext uri="{FF2B5EF4-FFF2-40B4-BE49-F238E27FC236}">
                <a16:creationId xmlns:a16="http://schemas.microsoft.com/office/drawing/2014/main" id="{17D4CC58-39DE-E2F0-EE90-E68FC1AA3235}"/>
              </a:ext>
            </a:extLst>
          </p:cNvPr>
          <p:cNvSpPr txBox="1">
            <a:spLocks noChangeArrowheads="1"/>
          </p:cNvSpPr>
          <p:nvPr/>
        </p:nvSpPr>
        <p:spPr bwMode="auto">
          <a:xfrm>
            <a:off x="5686425" y="4213225"/>
            <a:ext cx="11096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Choose the best</a:t>
            </a:r>
          </a:p>
        </p:txBody>
      </p:sp>
      <p:sp>
        <p:nvSpPr>
          <p:cNvPr id="26657" name="Text Box 122">
            <a:extLst>
              <a:ext uri="{FF2B5EF4-FFF2-40B4-BE49-F238E27FC236}">
                <a16:creationId xmlns:a16="http://schemas.microsoft.com/office/drawing/2014/main" id="{F1106E30-8519-35E1-1F6C-A4ECA3F94894}"/>
              </a:ext>
            </a:extLst>
          </p:cNvPr>
          <p:cNvSpPr txBox="1">
            <a:spLocks noChangeArrowheads="1"/>
          </p:cNvSpPr>
          <p:nvPr/>
        </p:nvSpPr>
        <p:spPr bwMode="auto">
          <a:xfrm>
            <a:off x="0" y="2546350"/>
            <a:ext cx="149066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Consider all possible merges…</a:t>
            </a:r>
          </a:p>
        </p:txBody>
      </p:sp>
      <p:grpSp>
        <p:nvGrpSpPr>
          <p:cNvPr id="26658" name="Group 123">
            <a:extLst>
              <a:ext uri="{FF2B5EF4-FFF2-40B4-BE49-F238E27FC236}">
                <a16:creationId xmlns:a16="http://schemas.microsoft.com/office/drawing/2014/main" id="{D2E684A6-65C0-6FAC-2554-2CAFE9EBEFF0}"/>
              </a:ext>
            </a:extLst>
          </p:cNvPr>
          <p:cNvGrpSpPr>
            <a:grpSpLocks/>
          </p:cNvGrpSpPr>
          <p:nvPr/>
        </p:nvGrpSpPr>
        <p:grpSpPr bwMode="auto">
          <a:xfrm>
            <a:off x="1765300" y="2400300"/>
            <a:ext cx="1806575" cy="1331913"/>
            <a:chOff x="746" y="1753"/>
            <a:chExt cx="1138" cy="839"/>
          </a:xfrm>
        </p:grpSpPr>
        <p:pic>
          <p:nvPicPr>
            <p:cNvPr id="26673" name="Picture 124">
              <a:extLst>
                <a:ext uri="{FF2B5EF4-FFF2-40B4-BE49-F238E27FC236}">
                  <a16:creationId xmlns:a16="http://schemas.microsoft.com/office/drawing/2014/main" id="{262E5F8A-7E2A-4D09-C497-AA16F79A1B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 y="2252"/>
              <a:ext cx="13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74" name="Picture 125">
              <a:extLst>
                <a:ext uri="{FF2B5EF4-FFF2-40B4-BE49-F238E27FC236}">
                  <a16:creationId xmlns:a16="http://schemas.microsoft.com/office/drawing/2014/main" id="{36D9CA7D-1611-05AE-A43B-D27C5738CA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9" y="2008"/>
              <a:ext cx="19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75" name="Group 126">
              <a:extLst>
                <a:ext uri="{FF2B5EF4-FFF2-40B4-BE49-F238E27FC236}">
                  <a16:creationId xmlns:a16="http://schemas.microsoft.com/office/drawing/2014/main" id="{404AD54E-E189-40F0-0428-82EC9FE382A9}"/>
                </a:ext>
              </a:extLst>
            </p:cNvPr>
            <p:cNvGrpSpPr>
              <a:grpSpLocks/>
            </p:cNvGrpSpPr>
            <p:nvPr/>
          </p:nvGrpSpPr>
          <p:grpSpPr bwMode="auto">
            <a:xfrm>
              <a:off x="1237" y="2109"/>
              <a:ext cx="647" cy="462"/>
              <a:chOff x="252" y="2364"/>
              <a:chExt cx="2258" cy="1608"/>
            </a:xfrm>
          </p:grpSpPr>
          <p:pic>
            <p:nvPicPr>
              <p:cNvPr id="26686" name="Picture 127">
                <a:extLst>
                  <a:ext uri="{FF2B5EF4-FFF2-40B4-BE49-F238E27FC236}">
                    <a16:creationId xmlns:a16="http://schemas.microsoft.com/office/drawing/2014/main" id="{4A39F597-461D-EE22-B9BC-0ECA274FDC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87" name="Picture 128">
                <a:extLst>
                  <a:ext uri="{FF2B5EF4-FFF2-40B4-BE49-F238E27FC236}">
                    <a16:creationId xmlns:a16="http://schemas.microsoft.com/office/drawing/2014/main" id="{0414FBA4-B10F-7362-FADB-7AD1336CDB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676" name="Line 129">
              <a:extLst>
                <a:ext uri="{FF2B5EF4-FFF2-40B4-BE49-F238E27FC236}">
                  <a16:creationId xmlns:a16="http://schemas.microsoft.com/office/drawing/2014/main" id="{FA65E912-8E3C-9DF3-48E1-F8B6D0578659}"/>
                </a:ext>
              </a:extLst>
            </p:cNvPr>
            <p:cNvSpPr>
              <a:spLocks noChangeShapeType="1"/>
            </p:cNvSpPr>
            <p:nvPr/>
          </p:nvSpPr>
          <p:spPr bwMode="auto">
            <a:xfrm flipH="1" flipV="1">
              <a:off x="1708" y="1958"/>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77" name="Line 130">
              <a:extLst>
                <a:ext uri="{FF2B5EF4-FFF2-40B4-BE49-F238E27FC236}">
                  <a16:creationId xmlns:a16="http://schemas.microsoft.com/office/drawing/2014/main" id="{87660FE4-1C71-C310-CE3C-07E663CF002A}"/>
                </a:ext>
              </a:extLst>
            </p:cNvPr>
            <p:cNvSpPr>
              <a:spLocks noChangeShapeType="1"/>
            </p:cNvSpPr>
            <p:nvPr/>
          </p:nvSpPr>
          <p:spPr bwMode="auto">
            <a:xfrm flipH="1" flipV="1">
              <a:off x="1399" y="1958"/>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78" name="Line 131">
              <a:extLst>
                <a:ext uri="{FF2B5EF4-FFF2-40B4-BE49-F238E27FC236}">
                  <a16:creationId xmlns:a16="http://schemas.microsoft.com/office/drawing/2014/main" id="{276D4DFC-AE06-E639-A758-036F66FD2338}"/>
                </a:ext>
              </a:extLst>
            </p:cNvPr>
            <p:cNvSpPr>
              <a:spLocks noChangeShapeType="1"/>
            </p:cNvSpPr>
            <p:nvPr/>
          </p:nvSpPr>
          <p:spPr bwMode="auto">
            <a:xfrm flipH="1">
              <a:off x="1396" y="1958"/>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79" name="Line 132">
              <a:extLst>
                <a:ext uri="{FF2B5EF4-FFF2-40B4-BE49-F238E27FC236}">
                  <a16:creationId xmlns:a16="http://schemas.microsoft.com/office/drawing/2014/main" id="{B9A998F8-56B3-6309-4B43-7F766839E77D}"/>
                </a:ext>
              </a:extLst>
            </p:cNvPr>
            <p:cNvSpPr>
              <a:spLocks noChangeShapeType="1"/>
            </p:cNvSpPr>
            <p:nvPr/>
          </p:nvSpPr>
          <p:spPr bwMode="auto">
            <a:xfrm flipH="1">
              <a:off x="936" y="1753"/>
              <a:ext cx="619"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80" name="Line 133">
              <a:extLst>
                <a:ext uri="{FF2B5EF4-FFF2-40B4-BE49-F238E27FC236}">
                  <a16:creationId xmlns:a16="http://schemas.microsoft.com/office/drawing/2014/main" id="{A6EAD309-8102-5E66-0F02-62045F4757DB}"/>
                </a:ext>
              </a:extLst>
            </p:cNvPr>
            <p:cNvSpPr>
              <a:spLocks noChangeShapeType="1"/>
            </p:cNvSpPr>
            <p:nvPr/>
          </p:nvSpPr>
          <p:spPr bwMode="auto">
            <a:xfrm rot="5400000" flipH="1">
              <a:off x="1450" y="1858"/>
              <a:ext cx="20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6681" name="Group 134">
              <a:extLst>
                <a:ext uri="{FF2B5EF4-FFF2-40B4-BE49-F238E27FC236}">
                  <a16:creationId xmlns:a16="http://schemas.microsoft.com/office/drawing/2014/main" id="{AF480881-677D-D283-C489-DD93EC52B7E4}"/>
                </a:ext>
              </a:extLst>
            </p:cNvPr>
            <p:cNvGrpSpPr>
              <a:grpSpLocks/>
            </p:cNvGrpSpPr>
            <p:nvPr/>
          </p:nvGrpSpPr>
          <p:grpSpPr bwMode="auto">
            <a:xfrm>
              <a:off x="786" y="1869"/>
              <a:ext cx="315" cy="169"/>
              <a:chOff x="2112" y="2976"/>
              <a:chExt cx="703" cy="377"/>
            </a:xfrm>
          </p:grpSpPr>
          <p:sp>
            <p:nvSpPr>
              <p:cNvPr id="26683" name="Line 135">
                <a:extLst>
                  <a:ext uri="{FF2B5EF4-FFF2-40B4-BE49-F238E27FC236}">
                    <a16:creationId xmlns:a16="http://schemas.microsoft.com/office/drawing/2014/main" id="{5386E84E-7906-FCF7-6F96-C33F98A9E85F}"/>
                  </a:ext>
                </a:extLst>
              </p:cNvPr>
              <p:cNvSpPr>
                <a:spLocks noChangeShapeType="1"/>
              </p:cNvSpPr>
              <p:nvPr/>
            </p:nvSpPr>
            <p:spPr bwMode="auto">
              <a:xfrm flipH="1" flipV="1">
                <a:off x="2810"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84" name="Line 136">
                <a:extLst>
                  <a:ext uri="{FF2B5EF4-FFF2-40B4-BE49-F238E27FC236}">
                    <a16:creationId xmlns:a16="http://schemas.microsoft.com/office/drawing/2014/main" id="{377770AB-B2A6-2047-FC75-73AC6EA948C0}"/>
                  </a:ext>
                </a:extLst>
              </p:cNvPr>
              <p:cNvSpPr>
                <a:spLocks noChangeShapeType="1"/>
              </p:cNvSpPr>
              <p:nvPr/>
            </p:nvSpPr>
            <p:spPr bwMode="auto">
              <a:xfrm flipH="1" flipV="1">
                <a:off x="2118" y="2976"/>
                <a:ext cx="0" cy="377"/>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85" name="Line 137">
                <a:extLst>
                  <a:ext uri="{FF2B5EF4-FFF2-40B4-BE49-F238E27FC236}">
                    <a16:creationId xmlns:a16="http://schemas.microsoft.com/office/drawing/2014/main" id="{ABBD6E8C-3E32-0725-240D-BF0C3D1545A6}"/>
                  </a:ext>
                </a:extLst>
              </p:cNvPr>
              <p:cNvSpPr>
                <a:spLocks noChangeShapeType="1"/>
              </p:cNvSpPr>
              <p:nvPr/>
            </p:nvSpPr>
            <p:spPr bwMode="auto">
              <a:xfrm flipH="1">
                <a:off x="2112" y="2976"/>
                <a:ext cx="7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6682" name="Line 138">
              <a:extLst>
                <a:ext uri="{FF2B5EF4-FFF2-40B4-BE49-F238E27FC236}">
                  <a16:creationId xmlns:a16="http://schemas.microsoft.com/office/drawing/2014/main" id="{8629F3D7-0D2C-3A46-29E3-BCB32C48AEEE}"/>
                </a:ext>
              </a:extLst>
            </p:cNvPr>
            <p:cNvSpPr>
              <a:spLocks noChangeShapeType="1"/>
            </p:cNvSpPr>
            <p:nvPr/>
          </p:nvSpPr>
          <p:spPr bwMode="auto">
            <a:xfrm rot="5400000" flipH="1">
              <a:off x="878" y="1814"/>
              <a:ext cx="11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6659" name="Group 139">
            <a:extLst>
              <a:ext uri="{FF2B5EF4-FFF2-40B4-BE49-F238E27FC236}">
                <a16:creationId xmlns:a16="http://schemas.microsoft.com/office/drawing/2014/main" id="{C68918B9-56A1-8C04-E026-975C599D8B5A}"/>
              </a:ext>
            </a:extLst>
          </p:cNvPr>
          <p:cNvGrpSpPr>
            <a:grpSpLocks/>
          </p:cNvGrpSpPr>
          <p:nvPr/>
        </p:nvGrpSpPr>
        <p:grpSpPr bwMode="auto">
          <a:xfrm>
            <a:off x="4184650" y="2511425"/>
            <a:ext cx="1416050" cy="1127125"/>
            <a:chOff x="2342" y="1528"/>
            <a:chExt cx="892" cy="710"/>
          </a:xfrm>
        </p:grpSpPr>
        <p:sp>
          <p:nvSpPr>
            <p:cNvPr id="26662" name="Line 140">
              <a:extLst>
                <a:ext uri="{FF2B5EF4-FFF2-40B4-BE49-F238E27FC236}">
                  <a16:creationId xmlns:a16="http://schemas.microsoft.com/office/drawing/2014/main" id="{6300CE8C-E9BC-956C-1497-EB40F5268BA5}"/>
                </a:ext>
              </a:extLst>
            </p:cNvPr>
            <p:cNvSpPr>
              <a:spLocks noChangeShapeType="1"/>
            </p:cNvSpPr>
            <p:nvPr/>
          </p:nvSpPr>
          <p:spPr bwMode="auto">
            <a:xfrm flipH="1" flipV="1">
              <a:off x="2418" y="1544"/>
              <a:ext cx="0" cy="176"/>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63" name="Line 141">
              <a:extLst>
                <a:ext uri="{FF2B5EF4-FFF2-40B4-BE49-F238E27FC236}">
                  <a16:creationId xmlns:a16="http://schemas.microsoft.com/office/drawing/2014/main" id="{F5260F99-FCEF-B36C-FDA3-54D0A1507F66}"/>
                </a:ext>
              </a:extLst>
            </p:cNvPr>
            <p:cNvSpPr>
              <a:spLocks noChangeShapeType="1"/>
            </p:cNvSpPr>
            <p:nvPr/>
          </p:nvSpPr>
          <p:spPr bwMode="auto">
            <a:xfrm flipH="1">
              <a:off x="2411" y="1539"/>
              <a:ext cx="47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64" name="Line 142">
              <a:extLst>
                <a:ext uri="{FF2B5EF4-FFF2-40B4-BE49-F238E27FC236}">
                  <a16:creationId xmlns:a16="http://schemas.microsoft.com/office/drawing/2014/main" id="{14A7EC7F-812A-F28A-2FC8-ED61BBD08467}"/>
                </a:ext>
              </a:extLst>
            </p:cNvPr>
            <p:cNvSpPr>
              <a:spLocks noChangeShapeType="1"/>
            </p:cNvSpPr>
            <p:nvPr/>
          </p:nvSpPr>
          <p:spPr bwMode="auto">
            <a:xfrm rot="5400000" flipH="1">
              <a:off x="2855" y="1559"/>
              <a:ext cx="6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6665" name="Group 143">
              <a:extLst>
                <a:ext uri="{FF2B5EF4-FFF2-40B4-BE49-F238E27FC236}">
                  <a16:creationId xmlns:a16="http://schemas.microsoft.com/office/drawing/2014/main" id="{76F8AE5E-E497-2775-639A-FD59686EF031}"/>
                </a:ext>
              </a:extLst>
            </p:cNvPr>
            <p:cNvGrpSpPr>
              <a:grpSpLocks/>
            </p:cNvGrpSpPr>
            <p:nvPr/>
          </p:nvGrpSpPr>
          <p:grpSpPr bwMode="auto">
            <a:xfrm>
              <a:off x="2587" y="1592"/>
              <a:ext cx="647" cy="613"/>
              <a:chOff x="1267" y="3584"/>
              <a:chExt cx="647" cy="613"/>
            </a:xfrm>
          </p:grpSpPr>
          <p:grpSp>
            <p:nvGrpSpPr>
              <p:cNvPr id="26667" name="Group 144">
                <a:extLst>
                  <a:ext uri="{FF2B5EF4-FFF2-40B4-BE49-F238E27FC236}">
                    <a16:creationId xmlns:a16="http://schemas.microsoft.com/office/drawing/2014/main" id="{412D1C71-D1FE-0AD9-D1DD-2AF1409018D4}"/>
                  </a:ext>
                </a:extLst>
              </p:cNvPr>
              <p:cNvGrpSpPr>
                <a:grpSpLocks/>
              </p:cNvGrpSpPr>
              <p:nvPr/>
            </p:nvGrpSpPr>
            <p:grpSpPr bwMode="auto">
              <a:xfrm>
                <a:off x="1267" y="3735"/>
                <a:ext cx="647" cy="462"/>
                <a:chOff x="252" y="2364"/>
                <a:chExt cx="2258" cy="1608"/>
              </a:xfrm>
            </p:grpSpPr>
            <p:pic>
              <p:nvPicPr>
                <p:cNvPr id="26671" name="Picture 145">
                  <a:extLst>
                    <a:ext uri="{FF2B5EF4-FFF2-40B4-BE49-F238E27FC236}">
                      <a16:creationId xmlns:a16="http://schemas.microsoft.com/office/drawing/2014/main" id="{60BEF34F-52B2-2306-8B41-C3B26F0BD9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72" name="Picture 146">
                  <a:extLst>
                    <a:ext uri="{FF2B5EF4-FFF2-40B4-BE49-F238E27FC236}">
                      <a16:creationId xmlns:a16="http://schemas.microsoft.com/office/drawing/2014/main" id="{BABED354-60E4-3083-70A2-B65217E91E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668" name="Line 147">
                <a:extLst>
                  <a:ext uri="{FF2B5EF4-FFF2-40B4-BE49-F238E27FC236}">
                    <a16:creationId xmlns:a16="http://schemas.microsoft.com/office/drawing/2014/main" id="{C2450998-B869-6C9F-9317-B75731129054}"/>
                  </a:ext>
                </a:extLst>
              </p:cNvPr>
              <p:cNvSpPr>
                <a:spLocks noChangeShapeType="1"/>
              </p:cNvSpPr>
              <p:nvPr/>
            </p:nvSpPr>
            <p:spPr bwMode="auto">
              <a:xfrm flipH="1" flipV="1">
                <a:off x="1738"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69" name="Line 148">
                <a:extLst>
                  <a:ext uri="{FF2B5EF4-FFF2-40B4-BE49-F238E27FC236}">
                    <a16:creationId xmlns:a16="http://schemas.microsoft.com/office/drawing/2014/main" id="{6365EA62-33FF-F3A7-16C2-A596BE86EB96}"/>
                  </a:ext>
                </a:extLst>
              </p:cNvPr>
              <p:cNvSpPr>
                <a:spLocks noChangeShapeType="1"/>
              </p:cNvSpPr>
              <p:nvPr/>
            </p:nvSpPr>
            <p:spPr bwMode="auto">
              <a:xfrm flipH="1" flipV="1">
                <a:off x="1429" y="3584"/>
                <a:ext cx="0" cy="83"/>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70" name="Line 149">
                <a:extLst>
                  <a:ext uri="{FF2B5EF4-FFF2-40B4-BE49-F238E27FC236}">
                    <a16:creationId xmlns:a16="http://schemas.microsoft.com/office/drawing/2014/main" id="{D12585D2-6C3D-8DB1-6419-45FEB0B55A9D}"/>
                  </a:ext>
                </a:extLst>
              </p:cNvPr>
              <p:cNvSpPr>
                <a:spLocks noChangeShapeType="1"/>
              </p:cNvSpPr>
              <p:nvPr/>
            </p:nvSpPr>
            <p:spPr bwMode="auto">
              <a:xfrm flipH="1">
                <a:off x="1426" y="3584"/>
                <a:ext cx="31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26666" name="Picture 150" descr="Edna Krabappel">
              <a:extLst>
                <a:ext uri="{FF2B5EF4-FFF2-40B4-BE49-F238E27FC236}">
                  <a16:creationId xmlns:a16="http://schemas.microsoft.com/office/drawing/2014/main" id="{56ABEC90-2C0F-2702-87F1-9BC00A0AB1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2" y="1750"/>
              <a:ext cx="225"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60" name="Text Box 151">
            <a:extLst>
              <a:ext uri="{FF2B5EF4-FFF2-40B4-BE49-F238E27FC236}">
                <a16:creationId xmlns:a16="http://schemas.microsoft.com/office/drawing/2014/main" id="{CD737067-57CC-7713-AFD5-C39D7345C765}"/>
              </a:ext>
            </a:extLst>
          </p:cNvPr>
          <p:cNvSpPr txBox="1">
            <a:spLocks noChangeArrowheads="1"/>
          </p:cNvSpPr>
          <p:nvPr/>
        </p:nvSpPr>
        <p:spPr bwMode="auto">
          <a:xfrm>
            <a:off x="5686425" y="2689225"/>
            <a:ext cx="11096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t>Choose the best</a:t>
            </a:r>
          </a:p>
        </p:txBody>
      </p:sp>
      <p:sp>
        <p:nvSpPr>
          <p:cNvPr id="26661" name="Text Box 152">
            <a:extLst>
              <a:ext uri="{FF2B5EF4-FFF2-40B4-BE49-F238E27FC236}">
                <a16:creationId xmlns:a16="http://schemas.microsoft.com/office/drawing/2014/main" id="{29465B82-29AC-75E4-98ED-F1F184BC3214}"/>
              </a:ext>
            </a:extLst>
          </p:cNvPr>
          <p:cNvSpPr txBox="1">
            <a:spLocks noChangeArrowheads="1"/>
          </p:cNvSpPr>
          <p:nvPr/>
        </p:nvSpPr>
        <p:spPr bwMode="auto">
          <a:xfrm>
            <a:off x="3632200" y="295592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b="1"/>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19138" name="Text Box 2">
            <a:extLst>
              <a:ext uri="{FF2B5EF4-FFF2-40B4-BE49-F238E27FC236}">
                <a16:creationId xmlns:a16="http://schemas.microsoft.com/office/drawing/2014/main" id="{B549DE27-E1E9-7B07-872C-7D39C4298315}"/>
              </a:ext>
            </a:extLst>
          </p:cNvPr>
          <p:cNvSpPr txBox="1">
            <a:spLocks noChangeArrowheads="1"/>
          </p:cNvSpPr>
          <p:nvPr/>
        </p:nvSpPr>
        <p:spPr bwMode="auto">
          <a:xfrm>
            <a:off x="457200" y="152400"/>
            <a:ext cx="7940675" cy="1800225"/>
          </a:xfrm>
          <a:prstGeom prst="rect">
            <a:avLst/>
          </a:prstGeom>
          <a:noFill/>
          <a:ln>
            <a:noFill/>
          </a:ln>
          <a:effectLst/>
        </p:spPr>
        <p:txBody>
          <a:bodyPr>
            <a:spAutoFit/>
          </a:bodyPr>
          <a:lstStyle/>
          <a:p>
            <a:pPr eaLnBrk="1" hangingPunct="1">
              <a:defRPr/>
            </a:pPr>
            <a:r>
              <a:rPr lang="en-US" altLang="en-US" sz="2800">
                <a:effectLst>
                  <a:outerShdw blurRad="38100" dist="38100" dir="2700000" algn="tl">
                    <a:srgbClr val="C0C0C0"/>
                  </a:outerShdw>
                </a:effectLst>
              </a:rPr>
              <a:t>We know how to measure the distance between two objects, but defining the distance between an object and a cluster, or defining the distance between two clusters is non obvious.  </a:t>
            </a:r>
          </a:p>
        </p:txBody>
      </p:sp>
      <p:sp>
        <p:nvSpPr>
          <p:cNvPr id="219139" name="Text Box 3">
            <a:extLst>
              <a:ext uri="{FF2B5EF4-FFF2-40B4-BE49-F238E27FC236}">
                <a16:creationId xmlns:a16="http://schemas.microsoft.com/office/drawing/2014/main" id="{40C52740-2318-4AF8-3FDD-24ACC4228A40}"/>
              </a:ext>
            </a:extLst>
          </p:cNvPr>
          <p:cNvSpPr txBox="1">
            <a:spLocks noChangeArrowheads="1"/>
          </p:cNvSpPr>
          <p:nvPr/>
        </p:nvSpPr>
        <p:spPr bwMode="auto">
          <a:xfrm>
            <a:off x="228600" y="2286000"/>
            <a:ext cx="8321675" cy="4111625"/>
          </a:xfrm>
          <a:prstGeom prst="rect">
            <a:avLst/>
          </a:prstGeom>
          <a:noFill/>
          <a:ln>
            <a:noFill/>
          </a:ln>
          <a:effectLst/>
        </p:spPr>
        <p:txBody>
          <a:bodyPr>
            <a:spAutoFit/>
          </a:bodyPr>
          <a:lstStyle/>
          <a:p>
            <a:pPr eaLnBrk="1" hangingPunct="1">
              <a:buFontTx/>
              <a:buChar char="•"/>
              <a:defRPr/>
            </a:pPr>
            <a:r>
              <a:rPr lang="en-US" altLang="en-US" b="1"/>
              <a:t> </a:t>
            </a:r>
            <a:r>
              <a:rPr kumimoji="1" lang="en-US" altLang="en-US" b="1">
                <a:solidFill>
                  <a:schemeClr val="tx2"/>
                </a:solidFill>
                <a:effectLst>
                  <a:outerShdw blurRad="38100" dist="38100" dir="2700000" algn="tl">
                    <a:srgbClr val="C0C0C0"/>
                  </a:outerShdw>
                </a:effectLst>
                <a:latin typeface="Helvetica" panose="020B0604020202020204" pitchFamily="34" charset="0"/>
              </a:rPr>
              <a:t>Single linkage (nearest neighbor):</a:t>
            </a:r>
            <a:r>
              <a:rPr lang="en-US" altLang="en-US"/>
              <a:t> </a:t>
            </a:r>
            <a:r>
              <a:rPr lang="en-US" altLang="en-US" sz="2000"/>
              <a:t>In this method the distance between two clusters is determined by the distance of the two closest objects (nearest neighbors) in the different clusters.</a:t>
            </a:r>
          </a:p>
          <a:p>
            <a:pPr eaLnBrk="1" hangingPunct="1">
              <a:buFontTx/>
              <a:buChar char="•"/>
              <a:defRPr/>
            </a:pPr>
            <a:r>
              <a:rPr lang="en-US" altLang="en-US"/>
              <a:t> </a:t>
            </a:r>
            <a:r>
              <a:rPr kumimoji="1" lang="en-US" altLang="en-US" b="1">
                <a:solidFill>
                  <a:schemeClr val="tx2"/>
                </a:solidFill>
                <a:effectLst>
                  <a:outerShdw blurRad="38100" dist="38100" dir="2700000" algn="tl">
                    <a:srgbClr val="C0C0C0"/>
                  </a:outerShdw>
                </a:effectLst>
                <a:latin typeface="Helvetica" panose="020B0604020202020204" pitchFamily="34" charset="0"/>
              </a:rPr>
              <a:t>Complete linkage (furthest neighbor):</a:t>
            </a:r>
            <a:r>
              <a:rPr lang="en-US" altLang="en-US" b="1"/>
              <a:t> </a:t>
            </a:r>
            <a:r>
              <a:rPr lang="en-US" altLang="en-US" sz="2000"/>
              <a:t>In this method, the distances between clusters are determined by the greatest distance between any two objects in the different clusters (i.e., by the "furthest neighbors").</a:t>
            </a:r>
            <a:r>
              <a:rPr lang="en-US" altLang="en-US"/>
              <a:t> </a:t>
            </a:r>
          </a:p>
          <a:p>
            <a:pPr eaLnBrk="1" hangingPunct="1">
              <a:buFontTx/>
              <a:buChar char="•"/>
              <a:defRPr/>
            </a:pPr>
            <a:r>
              <a:rPr lang="en-US" altLang="en-US" b="1"/>
              <a:t> </a:t>
            </a:r>
            <a:r>
              <a:rPr kumimoji="1" lang="en-US" altLang="en-US" b="1">
                <a:solidFill>
                  <a:schemeClr val="tx2"/>
                </a:solidFill>
                <a:effectLst>
                  <a:outerShdw blurRad="38100" dist="38100" dir="2700000" algn="tl">
                    <a:srgbClr val="C0C0C0"/>
                  </a:outerShdw>
                </a:effectLst>
                <a:latin typeface="Helvetica" panose="020B0604020202020204" pitchFamily="34" charset="0"/>
              </a:rPr>
              <a:t>Group average linkage</a:t>
            </a:r>
            <a:r>
              <a:rPr lang="en-US" altLang="en-US" b="1"/>
              <a:t>:</a:t>
            </a:r>
            <a:r>
              <a:rPr lang="en-US" altLang="en-US"/>
              <a:t> </a:t>
            </a:r>
            <a:r>
              <a:rPr lang="en-US" altLang="en-US" sz="2000"/>
              <a:t>In this method, the distance between two clusters is calculated as the average distance between all pairs of objects in the two different clusters</a:t>
            </a:r>
            <a:r>
              <a:rPr lang="en-US" altLang="en-US"/>
              <a:t>.</a:t>
            </a:r>
          </a:p>
          <a:p>
            <a:pPr eaLnBrk="1" hangingPunct="1">
              <a:buFontTx/>
              <a:buChar char="•"/>
              <a:defRPr/>
            </a:pPr>
            <a:r>
              <a:rPr lang="en-US" altLang="en-US"/>
              <a:t> </a:t>
            </a:r>
            <a:r>
              <a:rPr kumimoji="1" lang="en-US" altLang="en-US" b="1">
                <a:solidFill>
                  <a:schemeClr val="tx2"/>
                </a:solidFill>
                <a:effectLst>
                  <a:outerShdw blurRad="38100" dist="38100" dir="2700000" algn="tl">
                    <a:srgbClr val="C0C0C0"/>
                  </a:outerShdw>
                </a:effectLst>
                <a:latin typeface="Helvetica" panose="020B0604020202020204" pitchFamily="34" charset="0"/>
              </a:rPr>
              <a:t>Wards Linkage</a:t>
            </a:r>
            <a:r>
              <a:rPr lang="en-US" altLang="en-US"/>
              <a:t>: </a:t>
            </a:r>
            <a:r>
              <a:rPr lang="en-US" altLang="en-US" sz="2000"/>
              <a:t>In this method, we try to minimize the variance of the merged clusters</a:t>
            </a:r>
            <a:endParaRPr lang="en-US" altLang="en-US"/>
          </a:p>
          <a:p>
            <a:pPr eaLnBrk="1" hangingPunct="1">
              <a:buFontTx/>
              <a:buChar char="•"/>
              <a:defRPr/>
            </a:pPr>
            <a:endParaRPr lang="en-US" altLang="en-US"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8674" name="Group 2">
            <a:extLst>
              <a:ext uri="{FF2B5EF4-FFF2-40B4-BE49-F238E27FC236}">
                <a16:creationId xmlns:a16="http://schemas.microsoft.com/office/drawing/2014/main" id="{51233342-9CCC-035B-2CD6-B2EDDE04D209}"/>
              </a:ext>
            </a:extLst>
          </p:cNvPr>
          <p:cNvGrpSpPr>
            <a:grpSpLocks/>
          </p:cNvGrpSpPr>
          <p:nvPr/>
        </p:nvGrpSpPr>
        <p:grpSpPr bwMode="auto">
          <a:xfrm>
            <a:off x="4800600" y="152400"/>
            <a:ext cx="4156075" cy="2565400"/>
            <a:chOff x="674" y="1081"/>
            <a:chExt cx="4632" cy="2859"/>
          </a:xfrm>
        </p:grpSpPr>
        <p:sp>
          <p:nvSpPr>
            <p:cNvPr id="28681" name="Rectangle 3">
              <a:extLst>
                <a:ext uri="{FF2B5EF4-FFF2-40B4-BE49-F238E27FC236}">
                  <a16:creationId xmlns:a16="http://schemas.microsoft.com/office/drawing/2014/main" id="{97BF796B-8BBF-63D7-32D4-00C3ADE811B5}"/>
                </a:ext>
              </a:extLst>
            </p:cNvPr>
            <p:cNvSpPr>
              <a:spLocks noChangeArrowheads="1"/>
            </p:cNvSpPr>
            <p:nvPr/>
          </p:nvSpPr>
          <p:spPr bwMode="auto">
            <a:xfrm>
              <a:off x="674" y="1081"/>
              <a:ext cx="4632" cy="2852"/>
            </a:xfrm>
            <a:prstGeom prst="rect">
              <a:avLst/>
            </a:prstGeom>
            <a:solidFill>
              <a:srgbClr val="FF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8682" name="Rectangle 4">
              <a:extLst>
                <a:ext uri="{FF2B5EF4-FFF2-40B4-BE49-F238E27FC236}">
                  <a16:creationId xmlns:a16="http://schemas.microsoft.com/office/drawing/2014/main" id="{8C1DCF44-31ED-64DE-BB0B-A45BF136F353}"/>
                </a:ext>
              </a:extLst>
            </p:cNvPr>
            <p:cNvSpPr>
              <a:spLocks noChangeArrowheads="1"/>
            </p:cNvSpPr>
            <p:nvPr/>
          </p:nvSpPr>
          <p:spPr bwMode="auto">
            <a:xfrm>
              <a:off x="823" y="3800"/>
              <a:ext cx="149" cy="140"/>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8683" name="Freeform 5">
              <a:extLst>
                <a:ext uri="{FF2B5EF4-FFF2-40B4-BE49-F238E27FC236}">
                  <a16:creationId xmlns:a16="http://schemas.microsoft.com/office/drawing/2014/main" id="{2E0F9FA6-E209-B0E1-6CC7-97159C6D34E0}"/>
                </a:ext>
              </a:extLst>
            </p:cNvPr>
            <p:cNvSpPr>
              <a:spLocks/>
            </p:cNvSpPr>
            <p:nvPr/>
          </p:nvSpPr>
          <p:spPr bwMode="auto">
            <a:xfrm>
              <a:off x="898" y="3800"/>
              <a:ext cx="224" cy="140"/>
            </a:xfrm>
            <a:custGeom>
              <a:avLst/>
              <a:gdLst>
                <a:gd name="T0" fmla="*/ 0 w 170"/>
                <a:gd name="T1" fmla="*/ 0 h 106"/>
                <a:gd name="T2" fmla="*/ 224 w 170"/>
                <a:gd name="T3" fmla="*/ 0 h 106"/>
                <a:gd name="T4" fmla="*/ 224 w 170"/>
                <a:gd name="T5" fmla="*/ 140 h 106"/>
                <a:gd name="T6" fmla="*/ 0 60000 65536"/>
                <a:gd name="T7" fmla="*/ 0 60000 65536"/>
                <a:gd name="T8" fmla="*/ 0 60000 65536"/>
              </a:gdLst>
              <a:ahLst/>
              <a:cxnLst>
                <a:cxn ang="T6">
                  <a:pos x="T0" y="T1"/>
                </a:cxn>
                <a:cxn ang="T7">
                  <a:pos x="T2" y="T3"/>
                </a:cxn>
                <a:cxn ang="T8">
                  <a:pos x="T4" y="T5"/>
                </a:cxn>
              </a:cxnLst>
              <a:rect l="0" t="0" r="r" b="b"/>
              <a:pathLst>
                <a:path w="170" h="106">
                  <a:moveTo>
                    <a:pt x="0" y="0"/>
                  </a:moveTo>
                  <a:lnTo>
                    <a:pt x="170" y="0"/>
                  </a:lnTo>
                  <a:lnTo>
                    <a:pt x="170" y="106"/>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84" name="Rectangle 6">
              <a:extLst>
                <a:ext uri="{FF2B5EF4-FFF2-40B4-BE49-F238E27FC236}">
                  <a16:creationId xmlns:a16="http://schemas.microsoft.com/office/drawing/2014/main" id="{5E0080D3-A26F-8398-9AD6-115E590632D8}"/>
                </a:ext>
              </a:extLst>
            </p:cNvPr>
            <p:cNvSpPr>
              <a:spLocks noChangeArrowheads="1"/>
            </p:cNvSpPr>
            <p:nvPr/>
          </p:nvSpPr>
          <p:spPr bwMode="auto">
            <a:xfrm>
              <a:off x="3214" y="3792"/>
              <a:ext cx="149" cy="148"/>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8685" name="Rectangle 7">
              <a:extLst>
                <a:ext uri="{FF2B5EF4-FFF2-40B4-BE49-F238E27FC236}">
                  <a16:creationId xmlns:a16="http://schemas.microsoft.com/office/drawing/2014/main" id="{D465816B-2895-E54A-2CCE-A71025BAEC91}"/>
                </a:ext>
              </a:extLst>
            </p:cNvPr>
            <p:cNvSpPr>
              <a:spLocks noChangeArrowheads="1"/>
            </p:cNvSpPr>
            <p:nvPr/>
          </p:nvSpPr>
          <p:spPr bwMode="auto">
            <a:xfrm>
              <a:off x="1719" y="3779"/>
              <a:ext cx="151" cy="161"/>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8686" name="Freeform 8">
              <a:extLst>
                <a:ext uri="{FF2B5EF4-FFF2-40B4-BE49-F238E27FC236}">
                  <a16:creationId xmlns:a16="http://schemas.microsoft.com/office/drawing/2014/main" id="{2D0E6797-218C-B65A-D0DE-D2E15B78B438}"/>
                </a:ext>
              </a:extLst>
            </p:cNvPr>
            <p:cNvSpPr>
              <a:spLocks/>
            </p:cNvSpPr>
            <p:nvPr/>
          </p:nvSpPr>
          <p:spPr bwMode="auto">
            <a:xfrm>
              <a:off x="1010" y="3779"/>
              <a:ext cx="261" cy="161"/>
            </a:xfrm>
            <a:custGeom>
              <a:avLst/>
              <a:gdLst>
                <a:gd name="T0" fmla="*/ 0 w 198"/>
                <a:gd name="T1" fmla="*/ 21 h 122"/>
                <a:gd name="T2" fmla="*/ 0 w 198"/>
                <a:gd name="T3" fmla="*/ 0 h 122"/>
                <a:gd name="T4" fmla="*/ 261 w 198"/>
                <a:gd name="T5" fmla="*/ 0 h 122"/>
                <a:gd name="T6" fmla="*/ 261 w 198"/>
                <a:gd name="T7" fmla="*/ 161 h 1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8" h="122">
                  <a:moveTo>
                    <a:pt x="0" y="16"/>
                  </a:moveTo>
                  <a:lnTo>
                    <a:pt x="0" y="0"/>
                  </a:lnTo>
                  <a:lnTo>
                    <a:pt x="198" y="0"/>
                  </a:lnTo>
                  <a:lnTo>
                    <a:pt x="198" y="12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87" name="Freeform 9">
              <a:extLst>
                <a:ext uri="{FF2B5EF4-FFF2-40B4-BE49-F238E27FC236}">
                  <a16:creationId xmlns:a16="http://schemas.microsoft.com/office/drawing/2014/main" id="{3594D494-9ECD-8DBC-F4E4-555F678B8042}"/>
                </a:ext>
              </a:extLst>
            </p:cNvPr>
            <p:cNvSpPr>
              <a:spLocks/>
            </p:cNvSpPr>
            <p:nvPr/>
          </p:nvSpPr>
          <p:spPr bwMode="auto">
            <a:xfrm>
              <a:off x="1794" y="3779"/>
              <a:ext cx="225" cy="161"/>
            </a:xfrm>
            <a:custGeom>
              <a:avLst/>
              <a:gdLst>
                <a:gd name="T0" fmla="*/ 0 w 170"/>
                <a:gd name="T1" fmla="*/ 0 h 122"/>
                <a:gd name="T2" fmla="*/ 225 w 170"/>
                <a:gd name="T3" fmla="*/ 0 h 122"/>
                <a:gd name="T4" fmla="*/ 225 w 170"/>
                <a:gd name="T5" fmla="*/ 161 h 122"/>
                <a:gd name="T6" fmla="*/ 0 60000 65536"/>
                <a:gd name="T7" fmla="*/ 0 60000 65536"/>
                <a:gd name="T8" fmla="*/ 0 60000 65536"/>
              </a:gdLst>
              <a:ahLst/>
              <a:cxnLst>
                <a:cxn ang="T6">
                  <a:pos x="T0" y="T1"/>
                </a:cxn>
                <a:cxn ang="T7">
                  <a:pos x="T2" y="T3"/>
                </a:cxn>
                <a:cxn ang="T8">
                  <a:pos x="T4" y="T5"/>
                </a:cxn>
              </a:cxnLst>
              <a:rect l="0" t="0" r="r" b="b"/>
              <a:pathLst>
                <a:path w="170" h="122">
                  <a:moveTo>
                    <a:pt x="0" y="0"/>
                  </a:moveTo>
                  <a:lnTo>
                    <a:pt x="170" y="0"/>
                  </a:lnTo>
                  <a:lnTo>
                    <a:pt x="170" y="12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88" name="Freeform 10">
              <a:extLst>
                <a:ext uri="{FF2B5EF4-FFF2-40B4-BE49-F238E27FC236}">
                  <a16:creationId xmlns:a16="http://schemas.microsoft.com/office/drawing/2014/main" id="{B7349971-C526-D15D-6038-44E7F93DD71E}"/>
                </a:ext>
              </a:extLst>
            </p:cNvPr>
            <p:cNvSpPr>
              <a:spLocks/>
            </p:cNvSpPr>
            <p:nvPr/>
          </p:nvSpPr>
          <p:spPr bwMode="auto">
            <a:xfrm>
              <a:off x="1137" y="3771"/>
              <a:ext cx="283" cy="169"/>
            </a:xfrm>
            <a:custGeom>
              <a:avLst/>
              <a:gdLst>
                <a:gd name="T0" fmla="*/ 0 w 215"/>
                <a:gd name="T1" fmla="*/ 8 h 128"/>
                <a:gd name="T2" fmla="*/ 0 w 215"/>
                <a:gd name="T3" fmla="*/ 0 h 128"/>
                <a:gd name="T4" fmla="*/ 283 w 215"/>
                <a:gd name="T5" fmla="*/ 0 h 128"/>
                <a:gd name="T6" fmla="*/ 283 w 215"/>
                <a:gd name="T7" fmla="*/ 169 h 1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 h="128">
                  <a:moveTo>
                    <a:pt x="0" y="6"/>
                  </a:moveTo>
                  <a:lnTo>
                    <a:pt x="0" y="0"/>
                  </a:lnTo>
                  <a:lnTo>
                    <a:pt x="215" y="0"/>
                  </a:lnTo>
                  <a:lnTo>
                    <a:pt x="215" y="128"/>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89" name="Rectangle 11">
              <a:extLst>
                <a:ext uri="{FF2B5EF4-FFF2-40B4-BE49-F238E27FC236}">
                  <a16:creationId xmlns:a16="http://schemas.microsoft.com/office/drawing/2014/main" id="{35C50D3C-E11B-5695-4EAC-51617061D5A0}"/>
                </a:ext>
              </a:extLst>
            </p:cNvPr>
            <p:cNvSpPr>
              <a:spLocks noChangeArrowheads="1"/>
            </p:cNvSpPr>
            <p:nvPr/>
          </p:nvSpPr>
          <p:spPr bwMode="auto">
            <a:xfrm>
              <a:off x="3662" y="3771"/>
              <a:ext cx="149" cy="169"/>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8690" name="Rectangle 12">
              <a:extLst>
                <a:ext uri="{FF2B5EF4-FFF2-40B4-BE49-F238E27FC236}">
                  <a16:creationId xmlns:a16="http://schemas.microsoft.com/office/drawing/2014/main" id="{D7BF3425-C000-5AE0-9A59-C69C7409F783}"/>
                </a:ext>
              </a:extLst>
            </p:cNvPr>
            <p:cNvSpPr>
              <a:spLocks noChangeArrowheads="1"/>
            </p:cNvSpPr>
            <p:nvPr/>
          </p:nvSpPr>
          <p:spPr bwMode="auto">
            <a:xfrm>
              <a:off x="2467" y="3758"/>
              <a:ext cx="149" cy="182"/>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8691" name="Rectangle 13">
              <a:extLst>
                <a:ext uri="{FF2B5EF4-FFF2-40B4-BE49-F238E27FC236}">
                  <a16:creationId xmlns:a16="http://schemas.microsoft.com/office/drawing/2014/main" id="{5E07C55F-C88A-B672-BBF6-F5DFB811F7A2}"/>
                </a:ext>
              </a:extLst>
            </p:cNvPr>
            <p:cNvSpPr>
              <a:spLocks noChangeArrowheads="1"/>
            </p:cNvSpPr>
            <p:nvPr/>
          </p:nvSpPr>
          <p:spPr bwMode="auto">
            <a:xfrm>
              <a:off x="4110" y="3750"/>
              <a:ext cx="151" cy="190"/>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8692" name="Freeform 14">
              <a:extLst>
                <a:ext uri="{FF2B5EF4-FFF2-40B4-BE49-F238E27FC236}">
                  <a16:creationId xmlns:a16="http://schemas.microsoft.com/office/drawing/2014/main" id="{E8DCCD1E-B00B-C7A8-92AA-E21CBFA44602}"/>
                </a:ext>
              </a:extLst>
            </p:cNvPr>
            <p:cNvSpPr>
              <a:spLocks/>
            </p:cNvSpPr>
            <p:nvPr/>
          </p:nvSpPr>
          <p:spPr bwMode="auto">
            <a:xfrm>
              <a:off x="4186" y="3750"/>
              <a:ext cx="224" cy="190"/>
            </a:xfrm>
            <a:custGeom>
              <a:avLst/>
              <a:gdLst>
                <a:gd name="T0" fmla="*/ 0 w 170"/>
                <a:gd name="T1" fmla="*/ 0 h 144"/>
                <a:gd name="T2" fmla="*/ 224 w 170"/>
                <a:gd name="T3" fmla="*/ 0 h 144"/>
                <a:gd name="T4" fmla="*/ 224 w 170"/>
                <a:gd name="T5" fmla="*/ 190 h 144"/>
                <a:gd name="T6" fmla="*/ 0 60000 65536"/>
                <a:gd name="T7" fmla="*/ 0 60000 65536"/>
                <a:gd name="T8" fmla="*/ 0 60000 65536"/>
              </a:gdLst>
              <a:ahLst/>
              <a:cxnLst>
                <a:cxn ang="T6">
                  <a:pos x="T0" y="T1"/>
                </a:cxn>
                <a:cxn ang="T7">
                  <a:pos x="T2" y="T3"/>
                </a:cxn>
                <a:cxn ang="T8">
                  <a:pos x="T4" y="T5"/>
                </a:cxn>
              </a:cxnLst>
              <a:rect l="0" t="0" r="r" b="b"/>
              <a:pathLst>
                <a:path w="170" h="144">
                  <a:moveTo>
                    <a:pt x="0" y="0"/>
                  </a:moveTo>
                  <a:lnTo>
                    <a:pt x="170" y="0"/>
                  </a:lnTo>
                  <a:lnTo>
                    <a:pt x="170" y="144"/>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3" name="Freeform 15">
              <a:extLst>
                <a:ext uri="{FF2B5EF4-FFF2-40B4-BE49-F238E27FC236}">
                  <a16:creationId xmlns:a16="http://schemas.microsoft.com/office/drawing/2014/main" id="{52F10B45-19EC-AC49-BD07-FCB009AC883F}"/>
                </a:ext>
              </a:extLst>
            </p:cNvPr>
            <p:cNvSpPr>
              <a:spLocks/>
            </p:cNvSpPr>
            <p:nvPr/>
          </p:nvSpPr>
          <p:spPr bwMode="auto">
            <a:xfrm>
              <a:off x="3513" y="3744"/>
              <a:ext cx="224" cy="196"/>
            </a:xfrm>
            <a:custGeom>
              <a:avLst/>
              <a:gdLst>
                <a:gd name="T0" fmla="*/ 0 w 170"/>
                <a:gd name="T1" fmla="*/ 196 h 149"/>
                <a:gd name="T2" fmla="*/ 0 w 170"/>
                <a:gd name="T3" fmla="*/ 0 h 149"/>
                <a:gd name="T4" fmla="*/ 224 w 170"/>
                <a:gd name="T5" fmla="*/ 0 h 149"/>
                <a:gd name="T6" fmla="*/ 224 w 170"/>
                <a:gd name="T7" fmla="*/ 28 h 1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149">
                  <a:moveTo>
                    <a:pt x="0" y="149"/>
                  </a:moveTo>
                  <a:lnTo>
                    <a:pt x="0" y="0"/>
                  </a:lnTo>
                  <a:lnTo>
                    <a:pt x="170" y="0"/>
                  </a:lnTo>
                  <a:lnTo>
                    <a:pt x="170" y="21"/>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4" name="Freeform 16">
              <a:extLst>
                <a:ext uri="{FF2B5EF4-FFF2-40B4-BE49-F238E27FC236}">
                  <a16:creationId xmlns:a16="http://schemas.microsoft.com/office/drawing/2014/main" id="{6264FCEC-1321-5007-F98F-00CB0A9E33CA}"/>
                </a:ext>
              </a:extLst>
            </p:cNvPr>
            <p:cNvSpPr>
              <a:spLocks/>
            </p:cNvSpPr>
            <p:nvPr/>
          </p:nvSpPr>
          <p:spPr bwMode="auto">
            <a:xfrm>
              <a:off x="1279" y="3744"/>
              <a:ext cx="291" cy="196"/>
            </a:xfrm>
            <a:custGeom>
              <a:avLst/>
              <a:gdLst>
                <a:gd name="T0" fmla="*/ 0 w 221"/>
                <a:gd name="T1" fmla="*/ 28 h 149"/>
                <a:gd name="T2" fmla="*/ 0 w 221"/>
                <a:gd name="T3" fmla="*/ 0 h 149"/>
                <a:gd name="T4" fmla="*/ 291 w 221"/>
                <a:gd name="T5" fmla="*/ 0 h 149"/>
                <a:gd name="T6" fmla="*/ 291 w 221"/>
                <a:gd name="T7" fmla="*/ 196 h 1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1" h="149">
                  <a:moveTo>
                    <a:pt x="0" y="21"/>
                  </a:moveTo>
                  <a:lnTo>
                    <a:pt x="0" y="0"/>
                  </a:lnTo>
                  <a:lnTo>
                    <a:pt x="221" y="0"/>
                  </a:lnTo>
                  <a:lnTo>
                    <a:pt x="221" y="149"/>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5" name="Freeform 17">
              <a:extLst>
                <a:ext uri="{FF2B5EF4-FFF2-40B4-BE49-F238E27FC236}">
                  <a16:creationId xmlns:a16="http://schemas.microsoft.com/office/drawing/2014/main" id="{BBFC2BE1-0F8A-68F9-8DE2-66B02367A06B}"/>
                </a:ext>
              </a:extLst>
            </p:cNvPr>
            <p:cNvSpPr>
              <a:spLocks/>
            </p:cNvSpPr>
            <p:nvPr/>
          </p:nvSpPr>
          <p:spPr bwMode="auto">
            <a:xfrm>
              <a:off x="3289" y="3723"/>
              <a:ext cx="336" cy="69"/>
            </a:xfrm>
            <a:custGeom>
              <a:avLst/>
              <a:gdLst>
                <a:gd name="T0" fmla="*/ 0 w 255"/>
                <a:gd name="T1" fmla="*/ 69 h 53"/>
                <a:gd name="T2" fmla="*/ 0 w 255"/>
                <a:gd name="T3" fmla="*/ 0 h 53"/>
                <a:gd name="T4" fmla="*/ 336 w 255"/>
                <a:gd name="T5" fmla="*/ 0 h 53"/>
                <a:gd name="T6" fmla="*/ 336 w 255"/>
                <a:gd name="T7" fmla="*/ 21 h 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5" h="53">
                  <a:moveTo>
                    <a:pt x="0" y="53"/>
                  </a:moveTo>
                  <a:lnTo>
                    <a:pt x="0" y="0"/>
                  </a:lnTo>
                  <a:lnTo>
                    <a:pt x="255" y="0"/>
                  </a:lnTo>
                  <a:lnTo>
                    <a:pt x="255" y="16"/>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6" name="Freeform 18">
              <a:extLst>
                <a:ext uri="{FF2B5EF4-FFF2-40B4-BE49-F238E27FC236}">
                  <a16:creationId xmlns:a16="http://schemas.microsoft.com/office/drawing/2014/main" id="{AC59F755-F3EA-8B94-3A65-701B7E28ABFC}"/>
                </a:ext>
              </a:extLst>
            </p:cNvPr>
            <p:cNvSpPr>
              <a:spLocks/>
            </p:cNvSpPr>
            <p:nvPr/>
          </p:nvSpPr>
          <p:spPr bwMode="auto">
            <a:xfrm>
              <a:off x="1906" y="3716"/>
              <a:ext cx="261" cy="224"/>
            </a:xfrm>
            <a:custGeom>
              <a:avLst/>
              <a:gdLst>
                <a:gd name="T0" fmla="*/ 0 w 198"/>
                <a:gd name="T1" fmla="*/ 63 h 170"/>
                <a:gd name="T2" fmla="*/ 0 w 198"/>
                <a:gd name="T3" fmla="*/ 0 h 170"/>
                <a:gd name="T4" fmla="*/ 261 w 198"/>
                <a:gd name="T5" fmla="*/ 0 h 170"/>
                <a:gd name="T6" fmla="*/ 261 w 198"/>
                <a:gd name="T7" fmla="*/ 224 h 17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8" h="170">
                  <a:moveTo>
                    <a:pt x="0" y="48"/>
                  </a:moveTo>
                  <a:lnTo>
                    <a:pt x="0" y="0"/>
                  </a:lnTo>
                  <a:lnTo>
                    <a:pt x="198" y="0"/>
                  </a:lnTo>
                  <a:lnTo>
                    <a:pt x="198" y="170"/>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7" name="Freeform 19">
              <a:extLst>
                <a:ext uri="{FF2B5EF4-FFF2-40B4-BE49-F238E27FC236}">
                  <a16:creationId xmlns:a16="http://schemas.microsoft.com/office/drawing/2014/main" id="{B7F89445-C1FD-32B6-F730-C019874A0215}"/>
                </a:ext>
              </a:extLst>
            </p:cNvPr>
            <p:cNvSpPr>
              <a:spLocks/>
            </p:cNvSpPr>
            <p:nvPr/>
          </p:nvSpPr>
          <p:spPr bwMode="auto">
            <a:xfrm>
              <a:off x="4298" y="3709"/>
              <a:ext cx="261" cy="231"/>
            </a:xfrm>
            <a:custGeom>
              <a:avLst/>
              <a:gdLst>
                <a:gd name="T0" fmla="*/ 0 w 198"/>
                <a:gd name="T1" fmla="*/ 41 h 175"/>
                <a:gd name="T2" fmla="*/ 0 w 198"/>
                <a:gd name="T3" fmla="*/ 0 h 175"/>
                <a:gd name="T4" fmla="*/ 261 w 198"/>
                <a:gd name="T5" fmla="*/ 0 h 175"/>
                <a:gd name="T6" fmla="*/ 261 w 198"/>
                <a:gd name="T7" fmla="*/ 231 h 17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8" h="175">
                  <a:moveTo>
                    <a:pt x="0" y="31"/>
                  </a:moveTo>
                  <a:lnTo>
                    <a:pt x="0" y="0"/>
                  </a:lnTo>
                  <a:lnTo>
                    <a:pt x="198" y="0"/>
                  </a:lnTo>
                  <a:lnTo>
                    <a:pt x="198" y="175"/>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8" name="Freeform 20">
              <a:extLst>
                <a:ext uri="{FF2B5EF4-FFF2-40B4-BE49-F238E27FC236}">
                  <a16:creationId xmlns:a16="http://schemas.microsoft.com/office/drawing/2014/main" id="{56E7EA3A-F72F-0426-C40F-1B87011A2340}"/>
                </a:ext>
              </a:extLst>
            </p:cNvPr>
            <p:cNvSpPr>
              <a:spLocks/>
            </p:cNvSpPr>
            <p:nvPr/>
          </p:nvSpPr>
          <p:spPr bwMode="auto">
            <a:xfrm>
              <a:off x="3453" y="3701"/>
              <a:ext cx="508" cy="239"/>
            </a:xfrm>
            <a:custGeom>
              <a:avLst/>
              <a:gdLst>
                <a:gd name="T0" fmla="*/ 0 w 386"/>
                <a:gd name="T1" fmla="*/ 21 h 181"/>
                <a:gd name="T2" fmla="*/ 0 w 386"/>
                <a:gd name="T3" fmla="*/ 0 h 181"/>
                <a:gd name="T4" fmla="*/ 508 w 386"/>
                <a:gd name="T5" fmla="*/ 0 h 181"/>
                <a:gd name="T6" fmla="*/ 508 w 386"/>
                <a:gd name="T7" fmla="*/ 239 h 1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6" h="181">
                  <a:moveTo>
                    <a:pt x="0" y="16"/>
                  </a:moveTo>
                  <a:lnTo>
                    <a:pt x="0" y="0"/>
                  </a:lnTo>
                  <a:lnTo>
                    <a:pt x="386" y="0"/>
                  </a:lnTo>
                  <a:lnTo>
                    <a:pt x="386" y="181"/>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9" name="Freeform 21">
              <a:extLst>
                <a:ext uri="{FF2B5EF4-FFF2-40B4-BE49-F238E27FC236}">
                  <a16:creationId xmlns:a16="http://schemas.microsoft.com/office/drawing/2014/main" id="{59D13141-DEC9-D617-C6A9-BB79351F32D5}"/>
                </a:ext>
              </a:extLst>
            </p:cNvPr>
            <p:cNvSpPr>
              <a:spLocks/>
            </p:cNvSpPr>
            <p:nvPr/>
          </p:nvSpPr>
          <p:spPr bwMode="auto">
            <a:xfrm>
              <a:off x="3707" y="3688"/>
              <a:ext cx="717" cy="21"/>
            </a:xfrm>
            <a:custGeom>
              <a:avLst/>
              <a:gdLst>
                <a:gd name="T0" fmla="*/ 0 w 544"/>
                <a:gd name="T1" fmla="*/ 13 h 16"/>
                <a:gd name="T2" fmla="*/ 0 w 544"/>
                <a:gd name="T3" fmla="*/ 0 h 16"/>
                <a:gd name="T4" fmla="*/ 717 w 544"/>
                <a:gd name="T5" fmla="*/ 0 h 16"/>
                <a:gd name="T6" fmla="*/ 717 w 544"/>
                <a:gd name="T7" fmla="*/ 21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4" h="16">
                  <a:moveTo>
                    <a:pt x="0" y="10"/>
                  </a:moveTo>
                  <a:lnTo>
                    <a:pt x="0" y="0"/>
                  </a:lnTo>
                  <a:lnTo>
                    <a:pt x="544" y="0"/>
                  </a:lnTo>
                  <a:lnTo>
                    <a:pt x="544" y="16"/>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00" name="Rectangle 22">
              <a:extLst>
                <a:ext uri="{FF2B5EF4-FFF2-40B4-BE49-F238E27FC236}">
                  <a16:creationId xmlns:a16="http://schemas.microsoft.com/office/drawing/2014/main" id="{54F75C62-6D0E-8FB2-59D4-590E6BCF6B0E}"/>
                </a:ext>
              </a:extLst>
            </p:cNvPr>
            <p:cNvSpPr>
              <a:spLocks noChangeArrowheads="1"/>
            </p:cNvSpPr>
            <p:nvPr/>
          </p:nvSpPr>
          <p:spPr bwMode="auto">
            <a:xfrm>
              <a:off x="4709" y="3688"/>
              <a:ext cx="149" cy="252"/>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8701" name="Freeform 23">
              <a:extLst>
                <a:ext uri="{FF2B5EF4-FFF2-40B4-BE49-F238E27FC236}">
                  <a16:creationId xmlns:a16="http://schemas.microsoft.com/office/drawing/2014/main" id="{5D7528AD-6A1B-460C-068A-43418E19CEC9}"/>
                </a:ext>
              </a:extLst>
            </p:cNvPr>
            <p:cNvSpPr>
              <a:spLocks/>
            </p:cNvSpPr>
            <p:nvPr/>
          </p:nvSpPr>
          <p:spPr bwMode="auto">
            <a:xfrm>
              <a:off x="1420" y="3680"/>
              <a:ext cx="613" cy="64"/>
            </a:xfrm>
            <a:custGeom>
              <a:avLst/>
              <a:gdLst>
                <a:gd name="T0" fmla="*/ 0 w 465"/>
                <a:gd name="T1" fmla="*/ 64 h 48"/>
                <a:gd name="T2" fmla="*/ 0 w 465"/>
                <a:gd name="T3" fmla="*/ 0 h 48"/>
                <a:gd name="T4" fmla="*/ 613 w 465"/>
                <a:gd name="T5" fmla="*/ 0 h 48"/>
                <a:gd name="T6" fmla="*/ 613 w 465"/>
                <a:gd name="T7" fmla="*/ 36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65" h="48">
                  <a:moveTo>
                    <a:pt x="0" y="48"/>
                  </a:moveTo>
                  <a:lnTo>
                    <a:pt x="0" y="0"/>
                  </a:lnTo>
                  <a:lnTo>
                    <a:pt x="465" y="0"/>
                  </a:lnTo>
                  <a:lnTo>
                    <a:pt x="465" y="27"/>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02" name="Rectangle 24">
              <a:extLst>
                <a:ext uri="{FF2B5EF4-FFF2-40B4-BE49-F238E27FC236}">
                  <a16:creationId xmlns:a16="http://schemas.microsoft.com/office/drawing/2014/main" id="{FA3A18A6-3BF9-84A4-6167-EACED4CA6714}"/>
                </a:ext>
              </a:extLst>
            </p:cNvPr>
            <p:cNvSpPr>
              <a:spLocks noChangeArrowheads="1"/>
            </p:cNvSpPr>
            <p:nvPr/>
          </p:nvSpPr>
          <p:spPr bwMode="auto">
            <a:xfrm>
              <a:off x="4066" y="3659"/>
              <a:ext cx="717" cy="29"/>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8703" name="Freeform 25">
              <a:extLst>
                <a:ext uri="{FF2B5EF4-FFF2-40B4-BE49-F238E27FC236}">
                  <a16:creationId xmlns:a16="http://schemas.microsoft.com/office/drawing/2014/main" id="{9A9ECD32-D9C9-344E-85A7-9EDA0FF91E4C}"/>
                </a:ext>
              </a:extLst>
            </p:cNvPr>
            <p:cNvSpPr>
              <a:spLocks/>
            </p:cNvSpPr>
            <p:nvPr/>
          </p:nvSpPr>
          <p:spPr bwMode="auto">
            <a:xfrm>
              <a:off x="2318" y="3604"/>
              <a:ext cx="224" cy="336"/>
            </a:xfrm>
            <a:custGeom>
              <a:avLst/>
              <a:gdLst>
                <a:gd name="T0" fmla="*/ 0 w 170"/>
                <a:gd name="T1" fmla="*/ 336 h 255"/>
                <a:gd name="T2" fmla="*/ 0 w 170"/>
                <a:gd name="T3" fmla="*/ 0 h 255"/>
                <a:gd name="T4" fmla="*/ 224 w 170"/>
                <a:gd name="T5" fmla="*/ 0 h 255"/>
                <a:gd name="T6" fmla="*/ 224 w 170"/>
                <a:gd name="T7" fmla="*/ 154 h 2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0" h="255">
                  <a:moveTo>
                    <a:pt x="0" y="255"/>
                  </a:moveTo>
                  <a:lnTo>
                    <a:pt x="0" y="0"/>
                  </a:lnTo>
                  <a:lnTo>
                    <a:pt x="170" y="0"/>
                  </a:lnTo>
                  <a:lnTo>
                    <a:pt x="170" y="117"/>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04" name="Freeform 26">
              <a:extLst>
                <a:ext uri="{FF2B5EF4-FFF2-40B4-BE49-F238E27FC236}">
                  <a16:creationId xmlns:a16="http://schemas.microsoft.com/office/drawing/2014/main" id="{4343EF2E-416E-92E4-0B39-A75F24FBAECD}"/>
                </a:ext>
              </a:extLst>
            </p:cNvPr>
            <p:cNvSpPr>
              <a:spLocks/>
            </p:cNvSpPr>
            <p:nvPr/>
          </p:nvSpPr>
          <p:spPr bwMode="auto">
            <a:xfrm>
              <a:off x="1727" y="3604"/>
              <a:ext cx="703" cy="76"/>
            </a:xfrm>
            <a:custGeom>
              <a:avLst/>
              <a:gdLst>
                <a:gd name="T0" fmla="*/ 0 w 533"/>
                <a:gd name="T1" fmla="*/ 76 h 58"/>
                <a:gd name="T2" fmla="*/ 0 w 533"/>
                <a:gd name="T3" fmla="*/ 0 h 58"/>
                <a:gd name="T4" fmla="*/ 703 w 533"/>
                <a:gd name="T5" fmla="*/ 0 h 58"/>
                <a:gd name="T6" fmla="*/ 0 60000 65536"/>
                <a:gd name="T7" fmla="*/ 0 60000 65536"/>
                <a:gd name="T8" fmla="*/ 0 60000 65536"/>
              </a:gdLst>
              <a:ahLst/>
              <a:cxnLst>
                <a:cxn ang="T6">
                  <a:pos x="T0" y="T1"/>
                </a:cxn>
                <a:cxn ang="T7">
                  <a:pos x="T2" y="T3"/>
                </a:cxn>
                <a:cxn ang="T8">
                  <a:pos x="T4" y="T5"/>
                </a:cxn>
              </a:cxnLst>
              <a:rect l="0" t="0" r="r" b="b"/>
              <a:pathLst>
                <a:path w="533" h="58">
                  <a:moveTo>
                    <a:pt x="0" y="58"/>
                  </a:moveTo>
                  <a:lnTo>
                    <a:pt x="0" y="0"/>
                  </a:lnTo>
                  <a:lnTo>
                    <a:pt x="533" y="0"/>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05" name="Freeform 27">
              <a:extLst>
                <a:ext uri="{FF2B5EF4-FFF2-40B4-BE49-F238E27FC236}">
                  <a16:creationId xmlns:a16="http://schemas.microsoft.com/office/drawing/2014/main" id="{76282762-31D3-0FE0-A1E8-336E5841459C}"/>
                </a:ext>
              </a:extLst>
            </p:cNvPr>
            <p:cNvSpPr>
              <a:spLocks/>
            </p:cNvSpPr>
            <p:nvPr/>
          </p:nvSpPr>
          <p:spPr bwMode="auto">
            <a:xfrm>
              <a:off x="2078" y="3547"/>
              <a:ext cx="688" cy="393"/>
            </a:xfrm>
            <a:custGeom>
              <a:avLst/>
              <a:gdLst>
                <a:gd name="T0" fmla="*/ 0 w 522"/>
                <a:gd name="T1" fmla="*/ 57 h 298"/>
                <a:gd name="T2" fmla="*/ 0 w 522"/>
                <a:gd name="T3" fmla="*/ 0 h 298"/>
                <a:gd name="T4" fmla="*/ 688 w 522"/>
                <a:gd name="T5" fmla="*/ 0 h 298"/>
                <a:gd name="T6" fmla="*/ 688 w 522"/>
                <a:gd name="T7" fmla="*/ 393 h 2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2" h="298">
                  <a:moveTo>
                    <a:pt x="0" y="43"/>
                  </a:moveTo>
                  <a:lnTo>
                    <a:pt x="0" y="0"/>
                  </a:lnTo>
                  <a:lnTo>
                    <a:pt x="522" y="0"/>
                  </a:lnTo>
                  <a:lnTo>
                    <a:pt x="522" y="298"/>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06" name="Freeform 28">
              <a:extLst>
                <a:ext uri="{FF2B5EF4-FFF2-40B4-BE49-F238E27FC236}">
                  <a16:creationId xmlns:a16="http://schemas.microsoft.com/office/drawing/2014/main" id="{5726D267-1D64-4F08-1F81-C9B996556124}"/>
                </a:ext>
              </a:extLst>
            </p:cNvPr>
            <p:cNvSpPr>
              <a:spLocks/>
            </p:cNvSpPr>
            <p:nvPr/>
          </p:nvSpPr>
          <p:spPr bwMode="auto">
            <a:xfrm>
              <a:off x="4424" y="3450"/>
              <a:ext cx="583" cy="490"/>
            </a:xfrm>
            <a:custGeom>
              <a:avLst/>
              <a:gdLst>
                <a:gd name="T0" fmla="*/ 0 w 442"/>
                <a:gd name="T1" fmla="*/ 209 h 372"/>
                <a:gd name="T2" fmla="*/ 0 w 442"/>
                <a:gd name="T3" fmla="*/ 0 h 372"/>
                <a:gd name="T4" fmla="*/ 583 w 442"/>
                <a:gd name="T5" fmla="*/ 0 h 372"/>
                <a:gd name="T6" fmla="*/ 583 w 442"/>
                <a:gd name="T7" fmla="*/ 490 h 3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2" h="372">
                  <a:moveTo>
                    <a:pt x="0" y="159"/>
                  </a:moveTo>
                  <a:lnTo>
                    <a:pt x="0" y="0"/>
                  </a:lnTo>
                  <a:lnTo>
                    <a:pt x="442" y="0"/>
                  </a:lnTo>
                  <a:lnTo>
                    <a:pt x="442" y="37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07" name="Freeform 29">
              <a:extLst>
                <a:ext uri="{FF2B5EF4-FFF2-40B4-BE49-F238E27FC236}">
                  <a16:creationId xmlns:a16="http://schemas.microsoft.com/office/drawing/2014/main" id="{94347C4C-2B4E-D5A7-456D-005A93DEB8C0}"/>
                </a:ext>
              </a:extLst>
            </p:cNvPr>
            <p:cNvSpPr>
              <a:spLocks/>
            </p:cNvSpPr>
            <p:nvPr/>
          </p:nvSpPr>
          <p:spPr bwMode="auto">
            <a:xfrm>
              <a:off x="2422" y="3351"/>
              <a:ext cx="493" cy="589"/>
            </a:xfrm>
            <a:custGeom>
              <a:avLst/>
              <a:gdLst>
                <a:gd name="T0" fmla="*/ 0 w 374"/>
                <a:gd name="T1" fmla="*/ 196 h 447"/>
                <a:gd name="T2" fmla="*/ 0 w 374"/>
                <a:gd name="T3" fmla="*/ 0 h 447"/>
                <a:gd name="T4" fmla="*/ 493 w 374"/>
                <a:gd name="T5" fmla="*/ 0 h 447"/>
                <a:gd name="T6" fmla="*/ 493 w 374"/>
                <a:gd name="T7" fmla="*/ 589 h 4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4" h="447">
                  <a:moveTo>
                    <a:pt x="0" y="149"/>
                  </a:moveTo>
                  <a:lnTo>
                    <a:pt x="0" y="0"/>
                  </a:lnTo>
                  <a:lnTo>
                    <a:pt x="374" y="0"/>
                  </a:lnTo>
                  <a:lnTo>
                    <a:pt x="374" y="447"/>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08" name="Freeform 30">
              <a:extLst>
                <a:ext uri="{FF2B5EF4-FFF2-40B4-BE49-F238E27FC236}">
                  <a16:creationId xmlns:a16="http://schemas.microsoft.com/office/drawing/2014/main" id="{AA44D7EF-0C68-5CCC-B418-EC6111AADAC8}"/>
                </a:ext>
              </a:extLst>
            </p:cNvPr>
            <p:cNvSpPr>
              <a:spLocks/>
            </p:cNvSpPr>
            <p:nvPr/>
          </p:nvSpPr>
          <p:spPr bwMode="auto">
            <a:xfrm>
              <a:off x="2668" y="3190"/>
              <a:ext cx="397" cy="750"/>
            </a:xfrm>
            <a:custGeom>
              <a:avLst/>
              <a:gdLst>
                <a:gd name="T0" fmla="*/ 0 w 301"/>
                <a:gd name="T1" fmla="*/ 161 h 569"/>
                <a:gd name="T2" fmla="*/ 0 w 301"/>
                <a:gd name="T3" fmla="*/ 0 h 569"/>
                <a:gd name="T4" fmla="*/ 397 w 301"/>
                <a:gd name="T5" fmla="*/ 0 h 569"/>
                <a:gd name="T6" fmla="*/ 397 w 301"/>
                <a:gd name="T7" fmla="*/ 750 h 5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1" h="569">
                  <a:moveTo>
                    <a:pt x="0" y="122"/>
                  </a:moveTo>
                  <a:lnTo>
                    <a:pt x="0" y="0"/>
                  </a:lnTo>
                  <a:lnTo>
                    <a:pt x="301" y="0"/>
                  </a:lnTo>
                  <a:lnTo>
                    <a:pt x="301" y="569"/>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09" name="Freeform 31">
              <a:extLst>
                <a:ext uri="{FF2B5EF4-FFF2-40B4-BE49-F238E27FC236}">
                  <a16:creationId xmlns:a16="http://schemas.microsoft.com/office/drawing/2014/main" id="{33ACAADD-5258-16DF-96DD-2BBEF8F612F5}"/>
                </a:ext>
              </a:extLst>
            </p:cNvPr>
            <p:cNvSpPr>
              <a:spLocks/>
            </p:cNvSpPr>
            <p:nvPr/>
          </p:nvSpPr>
          <p:spPr bwMode="auto">
            <a:xfrm>
              <a:off x="4715" y="3106"/>
              <a:ext cx="442" cy="834"/>
            </a:xfrm>
            <a:custGeom>
              <a:avLst/>
              <a:gdLst>
                <a:gd name="T0" fmla="*/ 0 w 335"/>
                <a:gd name="T1" fmla="*/ 344 h 633"/>
                <a:gd name="T2" fmla="*/ 0 w 335"/>
                <a:gd name="T3" fmla="*/ 0 h 633"/>
                <a:gd name="T4" fmla="*/ 442 w 335"/>
                <a:gd name="T5" fmla="*/ 0 h 633"/>
                <a:gd name="T6" fmla="*/ 442 w 335"/>
                <a:gd name="T7" fmla="*/ 834 h 6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5" h="633">
                  <a:moveTo>
                    <a:pt x="0" y="261"/>
                  </a:moveTo>
                  <a:lnTo>
                    <a:pt x="0" y="0"/>
                  </a:lnTo>
                  <a:lnTo>
                    <a:pt x="335" y="0"/>
                  </a:lnTo>
                  <a:lnTo>
                    <a:pt x="335" y="633"/>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10" name="Freeform 32">
              <a:extLst>
                <a:ext uri="{FF2B5EF4-FFF2-40B4-BE49-F238E27FC236}">
                  <a16:creationId xmlns:a16="http://schemas.microsoft.com/office/drawing/2014/main" id="{B5616CEF-094D-F645-06CD-5D85EBD7513E}"/>
                </a:ext>
              </a:extLst>
            </p:cNvPr>
            <p:cNvSpPr>
              <a:spLocks/>
            </p:cNvSpPr>
            <p:nvPr/>
          </p:nvSpPr>
          <p:spPr bwMode="auto">
            <a:xfrm>
              <a:off x="2862" y="1208"/>
              <a:ext cx="2071" cy="1982"/>
            </a:xfrm>
            <a:custGeom>
              <a:avLst/>
              <a:gdLst>
                <a:gd name="T0" fmla="*/ 2071 w 1571"/>
                <a:gd name="T1" fmla="*/ 1898 h 1504"/>
                <a:gd name="T2" fmla="*/ 2071 w 1571"/>
                <a:gd name="T3" fmla="*/ 0 h 1504"/>
                <a:gd name="T4" fmla="*/ 0 w 1571"/>
                <a:gd name="T5" fmla="*/ 0 h 1504"/>
                <a:gd name="T6" fmla="*/ 0 w 1571"/>
                <a:gd name="T7" fmla="*/ 1982 h 15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71" h="1504">
                  <a:moveTo>
                    <a:pt x="1571" y="1440"/>
                  </a:moveTo>
                  <a:lnTo>
                    <a:pt x="1571" y="0"/>
                  </a:lnTo>
                  <a:lnTo>
                    <a:pt x="0" y="0"/>
                  </a:lnTo>
                  <a:lnTo>
                    <a:pt x="0" y="1504"/>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11" name="Line 33">
              <a:extLst>
                <a:ext uri="{FF2B5EF4-FFF2-40B4-BE49-F238E27FC236}">
                  <a16:creationId xmlns:a16="http://schemas.microsoft.com/office/drawing/2014/main" id="{D86CCB67-00C9-C2E5-47D7-79A1BB6DE567}"/>
                </a:ext>
              </a:extLst>
            </p:cNvPr>
            <p:cNvSpPr>
              <a:spLocks noChangeShapeType="1"/>
            </p:cNvSpPr>
            <p:nvPr/>
          </p:nvSpPr>
          <p:spPr bwMode="auto">
            <a:xfrm>
              <a:off x="674" y="3933"/>
              <a:ext cx="4632" cy="2"/>
            </a:xfrm>
            <a:prstGeom prst="line">
              <a:avLst/>
            </a:prstGeom>
            <a:noFill/>
            <a:ln w="508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8675" name="Picture 34">
            <a:extLst>
              <a:ext uri="{FF2B5EF4-FFF2-40B4-BE49-F238E27FC236}">
                <a16:creationId xmlns:a16="http://schemas.microsoft.com/office/drawing/2014/main" id="{70D65F49-32D2-83EF-CBD3-028B0CCDD3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3451225" cy="342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8676" name="Picture 35">
            <a:extLst>
              <a:ext uri="{FF2B5EF4-FFF2-40B4-BE49-F238E27FC236}">
                <a16:creationId xmlns:a16="http://schemas.microsoft.com/office/drawing/2014/main" id="{DA2F87D8-430D-CDAD-85BC-A498F773D0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833813"/>
            <a:ext cx="4741863" cy="2779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677" name="Text Box 36">
            <a:extLst>
              <a:ext uri="{FF2B5EF4-FFF2-40B4-BE49-F238E27FC236}">
                <a16:creationId xmlns:a16="http://schemas.microsoft.com/office/drawing/2014/main" id="{1DCF32EA-6F54-1D10-26C7-33AB9688684A}"/>
              </a:ext>
            </a:extLst>
          </p:cNvPr>
          <p:cNvSpPr txBox="1">
            <a:spLocks noChangeArrowheads="1"/>
          </p:cNvSpPr>
          <p:nvPr/>
        </p:nvSpPr>
        <p:spPr bwMode="auto">
          <a:xfrm>
            <a:off x="838200" y="6400800"/>
            <a:ext cx="21875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Average linkage</a:t>
            </a:r>
          </a:p>
        </p:txBody>
      </p:sp>
      <p:pic>
        <p:nvPicPr>
          <p:cNvPr id="28678" name="Picture 37">
            <a:extLst>
              <a:ext uri="{FF2B5EF4-FFF2-40B4-BE49-F238E27FC236}">
                <a16:creationId xmlns:a16="http://schemas.microsoft.com/office/drawing/2014/main" id="{A45F271B-4E0D-C967-3309-D7CDDE84EB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3962400"/>
            <a:ext cx="4437063" cy="2676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679" name="Text Box 38">
            <a:extLst>
              <a:ext uri="{FF2B5EF4-FFF2-40B4-BE49-F238E27FC236}">
                <a16:creationId xmlns:a16="http://schemas.microsoft.com/office/drawing/2014/main" id="{50216D36-DD7D-1A63-E4B4-AB4A6DD526B7}"/>
              </a:ext>
            </a:extLst>
          </p:cNvPr>
          <p:cNvSpPr txBox="1">
            <a:spLocks noChangeArrowheads="1"/>
          </p:cNvSpPr>
          <p:nvPr/>
        </p:nvSpPr>
        <p:spPr bwMode="auto">
          <a:xfrm>
            <a:off x="5834063" y="6400800"/>
            <a:ext cx="19510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Wards linkage</a:t>
            </a:r>
          </a:p>
        </p:txBody>
      </p:sp>
      <p:sp>
        <p:nvSpPr>
          <p:cNvPr id="28680" name="Text Box 39">
            <a:extLst>
              <a:ext uri="{FF2B5EF4-FFF2-40B4-BE49-F238E27FC236}">
                <a16:creationId xmlns:a16="http://schemas.microsoft.com/office/drawing/2014/main" id="{34F6BCF5-522B-A98B-953C-8575225B54F2}"/>
              </a:ext>
            </a:extLst>
          </p:cNvPr>
          <p:cNvSpPr txBox="1">
            <a:spLocks noChangeArrowheads="1"/>
          </p:cNvSpPr>
          <p:nvPr/>
        </p:nvSpPr>
        <p:spPr bwMode="auto">
          <a:xfrm>
            <a:off x="5867400" y="2743200"/>
            <a:ext cx="19335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Single linkage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77154" name="Text Box 1026">
            <a:extLst>
              <a:ext uri="{FF2B5EF4-FFF2-40B4-BE49-F238E27FC236}">
                <a16:creationId xmlns:a16="http://schemas.microsoft.com/office/drawing/2014/main" id="{5058608F-0678-410B-93A7-6DBBBFF028A3}"/>
              </a:ext>
            </a:extLst>
          </p:cNvPr>
          <p:cNvSpPr txBox="1">
            <a:spLocks noChangeArrowheads="1"/>
          </p:cNvSpPr>
          <p:nvPr/>
        </p:nvSpPr>
        <p:spPr bwMode="auto">
          <a:xfrm>
            <a:off x="152400" y="304800"/>
            <a:ext cx="8839200" cy="5637213"/>
          </a:xfrm>
          <a:prstGeom prst="rect">
            <a:avLst/>
          </a:prstGeom>
          <a:noFill/>
          <a:ln>
            <a:noFill/>
          </a:ln>
          <a:effectLst/>
        </p:spPr>
        <p:txBody>
          <a:bodyPr>
            <a:spAutoFit/>
          </a:bodyPr>
          <a:lstStyle/>
          <a:p>
            <a:pPr eaLnBrk="1" hangingPunct="1">
              <a:defRPr/>
            </a:pPr>
            <a:r>
              <a:rPr lang="en-US" altLang="en-US" sz="3600">
                <a:solidFill>
                  <a:schemeClr val="tx2"/>
                </a:solidFill>
                <a:effectLst>
                  <a:outerShdw blurRad="38100" dist="38100" dir="2700000" algn="tl">
                    <a:srgbClr val="C0C0C0"/>
                  </a:outerShdw>
                </a:effectLst>
              </a:rPr>
              <a:t>Summary of Hierarchal Clustering Methods</a:t>
            </a:r>
          </a:p>
          <a:p>
            <a:pPr eaLnBrk="1" hangingPunct="1">
              <a:defRPr/>
            </a:pPr>
            <a:endParaRPr lang="en-US" altLang="en-US" sz="4000">
              <a:solidFill>
                <a:schemeClr val="tx2"/>
              </a:solidFill>
              <a:effectLst>
                <a:outerShdw blurRad="38100" dist="38100" dir="2700000" algn="tl">
                  <a:srgbClr val="C0C0C0"/>
                </a:outerShdw>
              </a:effectLst>
            </a:endParaRPr>
          </a:p>
          <a:p>
            <a:pPr eaLnBrk="1" hangingPunct="1">
              <a:buFontTx/>
              <a:buChar char="•"/>
              <a:defRPr/>
            </a:pPr>
            <a:r>
              <a:rPr lang="en-US" altLang="en-US" sz="3200"/>
              <a:t> No need to specify the number of clusters in advance. </a:t>
            </a:r>
          </a:p>
          <a:p>
            <a:pPr eaLnBrk="1" hangingPunct="1">
              <a:buFontTx/>
              <a:buChar char="•"/>
              <a:defRPr/>
            </a:pPr>
            <a:r>
              <a:rPr lang="en-US" altLang="en-US" sz="3200"/>
              <a:t> Hierarchal nature maps nicely onto human intuition for some domains</a:t>
            </a:r>
          </a:p>
          <a:p>
            <a:pPr eaLnBrk="1" hangingPunct="1">
              <a:buFontTx/>
              <a:buChar char="•"/>
              <a:defRPr/>
            </a:pPr>
            <a:r>
              <a:rPr lang="en-US" altLang="en-US" sz="3200"/>
              <a:t> They do not scale well: time complexity of at least O(</a:t>
            </a:r>
            <a:r>
              <a:rPr lang="en-US" altLang="en-US" sz="3200" i="1"/>
              <a:t>n</a:t>
            </a:r>
            <a:r>
              <a:rPr lang="en-US" altLang="en-US" sz="3200" baseline="30000"/>
              <a:t>2</a:t>
            </a:r>
            <a:r>
              <a:rPr lang="en-US" altLang="en-US" sz="3200"/>
              <a:t>), where </a:t>
            </a:r>
            <a:r>
              <a:rPr lang="en-US" altLang="en-US" sz="3200" i="1"/>
              <a:t>n</a:t>
            </a:r>
            <a:r>
              <a:rPr lang="en-US" altLang="en-US" sz="3200"/>
              <a:t> is the number of total objects.</a:t>
            </a:r>
          </a:p>
          <a:p>
            <a:pPr eaLnBrk="1" hangingPunct="1">
              <a:buFontTx/>
              <a:buChar char="•"/>
              <a:defRPr/>
            </a:pPr>
            <a:r>
              <a:rPr lang="en-US" altLang="en-US" sz="3200"/>
              <a:t> Like any heuristic search algorithms, local optima are a problem.</a:t>
            </a:r>
          </a:p>
          <a:p>
            <a:pPr eaLnBrk="1" hangingPunct="1">
              <a:buFontTx/>
              <a:buChar char="•"/>
              <a:defRPr/>
            </a:pPr>
            <a:r>
              <a:rPr lang="en-US" altLang="en-US" sz="3200"/>
              <a:t> Interpretation of results is (very) subjective.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E2F22015-36CF-BBDB-F3B5-78EAF8FCBCFD}"/>
              </a:ext>
            </a:extLst>
          </p:cNvPr>
          <p:cNvSpPr>
            <a:spLocks noGrp="1" noChangeArrowheads="1"/>
          </p:cNvSpPr>
          <p:nvPr>
            <p:ph type="title"/>
          </p:nvPr>
        </p:nvSpPr>
        <p:spPr>
          <a:xfrm>
            <a:off x="695325" y="171450"/>
            <a:ext cx="7772400" cy="1143000"/>
          </a:xfrm>
        </p:spPr>
        <p:txBody>
          <a:bodyPr/>
          <a:lstStyle/>
          <a:p>
            <a:pPr eaLnBrk="1" hangingPunct="1"/>
            <a:br>
              <a:rPr lang="en-US" altLang="en-US" sz="3600"/>
            </a:br>
            <a:r>
              <a:rPr lang="en-US" altLang="en-US" sz="2400">
                <a:solidFill>
                  <a:srgbClr val="969696"/>
                </a:solidFill>
              </a:rPr>
              <a:t>Up to this point we have simply assumed that we can measure similarity, but</a:t>
            </a:r>
            <a:br>
              <a:rPr lang="en-US" altLang="en-US" sz="3600">
                <a:solidFill>
                  <a:srgbClr val="969696"/>
                </a:solidFill>
              </a:rPr>
            </a:br>
            <a:r>
              <a:rPr lang="en-US" altLang="en-US" sz="3600"/>
              <a:t>How do we measure similarity?</a:t>
            </a:r>
            <a:r>
              <a:rPr lang="en-US" altLang="en-US"/>
              <a:t> </a:t>
            </a:r>
          </a:p>
        </p:txBody>
      </p:sp>
      <p:pic>
        <p:nvPicPr>
          <p:cNvPr id="30723" name="Picture 3">
            <a:extLst>
              <a:ext uri="{FF2B5EF4-FFF2-40B4-BE49-F238E27FC236}">
                <a16:creationId xmlns:a16="http://schemas.microsoft.com/office/drawing/2014/main" id="{39537EBD-0193-B311-BD93-5E1C1B4481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09788"/>
            <a:ext cx="17748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4">
            <a:extLst>
              <a:ext uri="{FF2B5EF4-FFF2-40B4-BE49-F238E27FC236}">
                <a16:creationId xmlns:a16="http://schemas.microsoft.com/office/drawing/2014/main" id="{C5D324BE-0FA3-FDFF-A9EA-C80EE79E27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2492375"/>
            <a:ext cx="1019175"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Rectangle 5">
            <a:extLst>
              <a:ext uri="{FF2B5EF4-FFF2-40B4-BE49-F238E27FC236}">
                <a16:creationId xmlns:a16="http://schemas.microsoft.com/office/drawing/2014/main" id="{38A3C48D-4098-7B79-65C6-5D6E65BF2066}"/>
              </a:ext>
            </a:extLst>
          </p:cNvPr>
          <p:cNvSpPr>
            <a:spLocks noChangeArrowheads="1"/>
          </p:cNvSpPr>
          <p:nvPr/>
        </p:nvSpPr>
        <p:spPr bwMode="auto">
          <a:xfrm>
            <a:off x="781050" y="4237038"/>
            <a:ext cx="1390650" cy="1390650"/>
          </a:xfrm>
          <a:prstGeom prst="rect">
            <a:avLst/>
          </a:prstGeom>
          <a:solidFill>
            <a:srgbClr val="969696"/>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969696"/>
            </a:extrusionClr>
            <a:contourClr>
              <a:srgbClr val="96969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0726" name="Rectangle 6">
            <a:extLst>
              <a:ext uri="{FF2B5EF4-FFF2-40B4-BE49-F238E27FC236}">
                <a16:creationId xmlns:a16="http://schemas.microsoft.com/office/drawing/2014/main" id="{BA964ECC-8171-9BB8-75A8-180E36DC6D3B}"/>
              </a:ext>
            </a:extLst>
          </p:cNvPr>
          <p:cNvSpPr>
            <a:spLocks noChangeArrowheads="1"/>
          </p:cNvSpPr>
          <p:nvPr/>
        </p:nvSpPr>
        <p:spPr bwMode="auto">
          <a:xfrm>
            <a:off x="7000875" y="4237038"/>
            <a:ext cx="1390650" cy="1390650"/>
          </a:xfrm>
          <a:prstGeom prst="rect">
            <a:avLst/>
          </a:prstGeom>
          <a:solidFill>
            <a:srgbClr val="969696"/>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969696"/>
            </a:extrusionClr>
            <a:contourClr>
              <a:srgbClr val="96969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0727" name="Rectangle 7">
            <a:extLst>
              <a:ext uri="{FF2B5EF4-FFF2-40B4-BE49-F238E27FC236}">
                <a16:creationId xmlns:a16="http://schemas.microsoft.com/office/drawing/2014/main" id="{05D52E0F-6119-AE75-6EDF-EA6804E85E15}"/>
              </a:ext>
            </a:extLst>
          </p:cNvPr>
          <p:cNvSpPr>
            <a:spLocks noChangeArrowheads="1"/>
          </p:cNvSpPr>
          <p:nvPr/>
        </p:nvSpPr>
        <p:spPr bwMode="auto">
          <a:xfrm>
            <a:off x="3981450" y="4237038"/>
            <a:ext cx="1390650" cy="1390650"/>
          </a:xfrm>
          <a:prstGeom prst="rect">
            <a:avLst/>
          </a:prstGeom>
          <a:solidFill>
            <a:srgbClr val="969696"/>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969696"/>
            </a:extrusionClr>
            <a:contourClr>
              <a:srgbClr val="96969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0728" name="AutoShape 8">
            <a:extLst>
              <a:ext uri="{FF2B5EF4-FFF2-40B4-BE49-F238E27FC236}">
                <a16:creationId xmlns:a16="http://schemas.microsoft.com/office/drawing/2014/main" id="{B753CA89-0224-9995-F585-85E183656775}"/>
              </a:ext>
            </a:extLst>
          </p:cNvPr>
          <p:cNvSpPr>
            <a:spLocks noChangeArrowheads="1"/>
          </p:cNvSpPr>
          <p:nvPr/>
        </p:nvSpPr>
        <p:spPr bwMode="auto">
          <a:xfrm rot="-992687">
            <a:off x="933450" y="3779838"/>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0729" name="AutoShape 9">
            <a:extLst>
              <a:ext uri="{FF2B5EF4-FFF2-40B4-BE49-F238E27FC236}">
                <a16:creationId xmlns:a16="http://schemas.microsoft.com/office/drawing/2014/main" id="{1A43DD61-CA92-9A27-D05E-57A80C51519C}"/>
              </a:ext>
            </a:extLst>
          </p:cNvPr>
          <p:cNvSpPr>
            <a:spLocks noChangeArrowheads="1"/>
          </p:cNvSpPr>
          <p:nvPr/>
        </p:nvSpPr>
        <p:spPr bwMode="auto">
          <a:xfrm rot="-992687">
            <a:off x="4057650" y="3779838"/>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0730" name="AutoShape 10">
            <a:extLst>
              <a:ext uri="{FF2B5EF4-FFF2-40B4-BE49-F238E27FC236}">
                <a16:creationId xmlns:a16="http://schemas.microsoft.com/office/drawing/2014/main" id="{399CC862-D46A-9BE1-B83A-F7030A650119}"/>
              </a:ext>
            </a:extLst>
          </p:cNvPr>
          <p:cNvSpPr>
            <a:spLocks noChangeArrowheads="1"/>
          </p:cNvSpPr>
          <p:nvPr/>
        </p:nvSpPr>
        <p:spPr bwMode="auto">
          <a:xfrm rot="-992687">
            <a:off x="7153275" y="3779838"/>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0731" name="AutoShape 11">
            <a:extLst>
              <a:ext uri="{FF2B5EF4-FFF2-40B4-BE49-F238E27FC236}">
                <a16:creationId xmlns:a16="http://schemas.microsoft.com/office/drawing/2014/main" id="{006E05C5-E6BD-C233-B618-35B4ED809C10}"/>
              </a:ext>
            </a:extLst>
          </p:cNvPr>
          <p:cNvSpPr>
            <a:spLocks noChangeArrowheads="1"/>
          </p:cNvSpPr>
          <p:nvPr/>
        </p:nvSpPr>
        <p:spPr bwMode="auto">
          <a:xfrm rot="992687" flipH="1">
            <a:off x="1924050" y="3779838"/>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0732" name="AutoShape 12">
            <a:extLst>
              <a:ext uri="{FF2B5EF4-FFF2-40B4-BE49-F238E27FC236}">
                <a16:creationId xmlns:a16="http://schemas.microsoft.com/office/drawing/2014/main" id="{405B5AC2-04EA-11BD-C13B-6DB6808C6AA2}"/>
              </a:ext>
            </a:extLst>
          </p:cNvPr>
          <p:cNvSpPr>
            <a:spLocks noChangeArrowheads="1"/>
          </p:cNvSpPr>
          <p:nvPr/>
        </p:nvSpPr>
        <p:spPr bwMode="auto">
          <a:xfrm rot="992687" flipH="1">
            <a:off x="5157788" y="3779838"/>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0733" name="AutoShape 13">
            <a:extLst>
              <a:ext uri="{FF2B5EF4-FFF2-40B4-BE49-F238E27FC236}">
                <a16:creationId xmlns:a16="http://schemas.microsoft.com/office/drawing/2014/main" id="{75B85A6F-5BA8-F35D-4732-E95D7852D03B}"/>
              </a:ext>
            </a:extLst>
          </p:cNvPr>
          <p:cNvSpPr>
            <a:spLocks noChangeArrowheads="1"/>
          </p:cNvSpPr>
          <p:nvPr/>
        </p:nvSpPr>
        <p:spPr bwMode="auto">
          <a:xfrm rot="992687" flipH="1">
            <a:off x="8143875" y="3779838"/>
            <a:ext cx="228600" cy="304800"/>
          </a:xfrm>
          <a:prstGeom prst="downArrow">
            <a:avLst>
              <a:gd name="adj1" fmla="val 50000"/>
              <a:gd name="adj2" fmla="val 33333"/>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0734" name="Text Box 14">
            <a:extLst>
              <a:ext uri="{FF2B5EF4-FFF2-40B4-BE49-F238E27FC236}">
                <a16:creationId xmlns:a16="http://schemas.microsoft.com/office/drawing/2014/main" id="{50EF040B-2BA9-36D8-379C-B2EF8DEBAD36}"/>
              </a:ext>
            </a:extLst>
          </p:cNvPr>
          <p:cNvSpPr txBox="1">
            <a:spLocks noChangeArrowheads="1"/>
          </p:cNvSpPr>
          <p:nvPr/>
        </p:nvSpPr>
        <p:spPr bwMode="auto">
          <a:xfrm>
            <a:off x="1076325" y="6094413"/>
            <a:ext cx="717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0.23</a:t>
            </a:r>
          </a:p>
        </p:txBody>
      </p:sp>
      <p:sp>
        <p:nvSpPr>
          <p:cNvPr id="30735" name="AutoShape 15">
            <a:extLst>
              <a:ext uri="{FF2B5EF4-FFF2-40B4-BE49-F238E27FC236}">
                <a16:creationId xmlns:a16="http://schemas.microsoft.com/office/drawing/2014/main" id="{2EC7738E-B060-7A89-ECC4-3F38884EDFA9}"/>
              </a:ext>
            </a:extLst>
          </p:cNvPr>
          <p:cNvSpPr>
            <a:spLocks noChangeArrowheads="1"/>
          </p:cNvSpPr>
          <p:nvPr/>
        </p:nvSpPr>
        <p:spPr bwMode="auto">
          <a:xfrm rot="21550572" flipH="1">
            <a:off x="1219200" y="5875338"/>
            <a:ext cx="228600" cy="228600"/>
          </a:xfrm>
          <a:prstGeom prst="downArrow">
            <a:avLst>
              <a:gd name="adj1" fmla="val 50000"/>
              <a:gd name="adj2" fmla="val 25000"/>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0736" name="Text Box 16">
            <a:extLst>
              <a:ext uri="{FF2B5EF4-FFF2-40B4-BE49-F238E27FC236}">
                <a16:creationId xmlns:a16="http://schemas.microsoft.com/office/drawing/2014/main" id="{201B8AF2-85B5-92B9-D693-58D2D0F18C68}"/>
              </a:ext>
            </a:extLst>
          </p:cNvPr>
          <p:cNvSpPr txBox="1">
            <a:spLocks noChangeArrowheads="1"/>
          </p:cNvSpPr>
          <p:nvPr/>
        </p:nvSpPr>
        <p:spPr bwMode="auto">
          <a:xfrm>
            <a:off x="4379913" y="6094413"/>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3</a:t>
            </a:r>
          </a:p>
        </p:txBody>
      </p:sp>
      <p:sp>
        <p:nvSpPr>
          <p:cNvPr id="30737" name="AutoShape 17">
            <a:extLst>
              <a:ext uri="{FF2B5EF4-FFF2-40B4-BE49-F238E27FC236}">
                <a16:creationId xmlns:a16="http://schemas.microsoft.com/office/drawing/2014/main" id="{38ACF684-6225-F0DE-ECD2-021626AA5D62}"/>
              </a:ext>
            </a:extLst>
          </p:cNvPr>
          <p:cNvSpPr>
            <a:spLocks noChangeArrowheads="1"/>
          </p:cNvSpPr>
          <p:nvPr/>
        </p:nvSpPr>
        <p:spPr bwMode="auto">
          <a:xfrm rot="21550572" flipH="1">
            <a:off x="4419600" y="5875338"/>
            <a:ext cx="228600" cy="228600"/>
          </a:xfrm>
          <a:prstGeom prst="downArrow">
            <a:avLst>
              <a:gd name="adj1" fmla="val 50000"/>
              <a:gd name="adj2" fmla="val 25000"/>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0738" name="Text Box 18">
            <a:extLst>
              <a:ext uri="{FF2B5EF4-FFF2-40B4-BE49-F238E27FC236}">
                <a16:creationId xmlns:a16="http://schemas.microsoft.com/office/drawing/2014/main" id="{0B9F94B9-311E-F384-31E1-E354C02D9C6B}"/>
              </a:ext>
            </a:extLst>
          </p:cNvPr>
          <p:cNvSpPr txBox="1">
            <a:spLocks noChangeArrowheads="1"/>
          </p:cNvSpPr>
          <p:nvPr/>
        </p:nvSpPr>
        <p:spPr bwMode="auto">
          <a:xfrm>
            <a:off x="7248525" y="6094413"/>
            <a:ext cx="869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342.7</a:t>
            </a:r>
          </a:p>
        </p:txBody>
      </p:sp>
      <p:sp>
        <p:nvSpPr>
          <p:cNvPr id="30739" name="AutoShape 19">
            <a:extLst>
              <a:ext uri="{FF2B5EF4-FFF2-40B4-BE49-F238E27FC236}">
                <a16:creationId xmlns:a16="http://schemas.microsoft.com/office/drawing/2014/main" id="{D56F314B-B36B-1D90-F94D-680252F18A38}"/>
              </a:ext>
            </a:extLst>
          </p:cNvPr>
          <p:cNvSpPr>
            <a:spLocks noChangeArrowheads="1"/>
          </p:cNvSpPr>
          <p:nvPr/>
        </p:nvSpPr>
        <p:spPr bwMode="auto">
          <a:xfrm rot="21550572" flipH="1">
            <a:off x="7515225" y="5875338"/>
            <a:ext cx="228600" cy="228600"/>
          </a:xfrm>
          <a:prstGeom prst="downArrow">
            <a:avLst>
              <a:gd name="adj1" fmla="val 50000"/>
              <a:gd name="adj2" fmla="val 25000"/>
            </a:avLst>
          </a:prstGeom>
          <a:solidFill>
            <a:srgbClr val="FFCC00"/>
          </a:solidFill>
          <a:ln w="9525">
            <a:solidFill>
              <a:schemeClr val="tx1"/>
            </a:solidFill>
            <a:miter lim="800000"/>
            <a:headEnd/>
            <a:tailEnd/>
          </a:ln>
          <a:effectLst>
            <a:outerShdw dist="107763" dir="8100000" algn="ctr" rotWithShape="0">
              <a:schemeClr val="bg2"/>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0740" name="Text Box 20">
            <a:extLst>
              <a:ext uri="{FF2B5EF4-FFF2-40B4-BE49-F238E27FC236}">
                <a16:creationId xmlns:a16="http://schemas.microsoft.com/office/drawing/2014/main" id="{1BFE5E28-ABA6-5061-2B88-9A76BC2BCD6D}"/>
              </a:ext>
            </a:extLst>
          </p:cNvPr>
          <p:cNvSpPr txBox="1">
            <a:spLocks noChangeArrowheads="1"/>
          </p:cNvSpPr>
          <p:nvPr/>
        </p:nvSpPr>
        <p:spPr bwMode="auto">
          <a:xfrm>
            <a:off x="3448050" y="3124200"/>
            <a:ext cx="1247775" cy="519113"/>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800" b="1">
                <a:latin typeface="Courier New" panose="02070309020205020404" pitchFamily="49" charset="0"/>
              </a:rPr>
              <a:t>Peter</a:t>
            </a:r>
          </a:p>
        </p:txBody>
      </p:sp>
      <p:sp>
        <p:nvSpPr>
          <p:cNvPr id="30741" name="Text Box 21">
            <a:extLst>
              <a:ext uri="{FF2B5EF4-FFF2-40B4-BE49-F238E27FC236}">
                <a16:creationId xmlns:a16="http://schemas.microsoft.com/office/drawing/2014/main" id="{D60592C8-3605-5509-DA13-B0BA58E7732C}"/>
              </a:ext>
            </a:extLst>
          </p:cNvPr>
          <p:cNvSpPr txBox="1">
            <a:spLocks noChangeArrowheads="1"/>
          </p:cNvSpPr>
          <p:nvPr/>
        </p:nvSpPr>
        <p:spPr bwMode="auto">
          <a:xfrm>
            <a:off x="4814888" y="3124200"/>
            <a:ext cx="1247775" cy="519113"/>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800" b="1">
                <a:latin typeface="Courier New" panose="02070309020205020404" pitchFamily="49" charset="0"/>
              </a:rPr>
              <a:t>Piotr</a:t>
            </a:r>
          </a:p>
        </p:txBody>
      </p:sp>
      <p:pic>
        <p:nvPicPr>
          <p:cNvPr id="30742" name="Picture 22">
            <a:extLst>
              <a:ext uri="{FF2B5EF4-FFF2-40B4-BE49-F238E27FC236}">
                <a16:creationId xmlns:a16="http://schemas.microsoft.com/office/drawing/2014/main" id="{EA24F321-F945-5744-A9F5-F94FEB5909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8900" y="2436813"/>
            <a:ext cx="1266825"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3" name="Picture 23">
            <a:extLst>
              <a:ext uri="{FF2B5EF4-FFF2-40B4-BE49-F238E27FC236}">
                <a16:creationId xmlns:a16="http://schemas.microsoft.com/office/drawing/2014/main" id="{9BC8E107-AF59-0ADE-827C-FE92365ED8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6675" y="2436813"/>
            <a:ext cx="1266825"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BAA63456-D885-1F25-FDD4-541934FA3A42}"/>
              </a:ext>
            </a:extLst>
          </p:cNvPr>
          <p:cNvSpPr>
            <a:spLocks noChangeArrowheads="1"/>
          </p:cNvSpPr>
          <p:nvPr/>
        </p:nvSpPr>
        <p:spPr bwMode="auto">
          <a:xfrm>
            <a:off x="0" y="0"/>
            <a:ext cx="9144000" cy="1143000"/>
          </a:xfrm>
          <a:prstGeom prst="rect">
            <a:avLst/>
          </a:prstGeom>
          <a:noFill/>
          <a:ln>
            <a:noFill/>
          </a:ln>
          <a:effectLst/>
        </p:spPr>
        <p:txBody>
          <a:bodyPr anchor="ctr"/>
          <a:lstStyle>
            <a:lvl1pPr algn="l" eaLnBrk="0" hangingPunct="0">
              <a:defRPr sz="2400">
                <a:solidFill>
                  <a:schemeClr val="tx1"/>
                </a:solidFill>
                <a:latin typeface="Times New Roman" panose="02020603050405020304" pitchFamily="18" charset="0"/>
              </a:defRPr>
            </a:lvl1pPr>
            <a:lvl2pPr algn="l" eaLnBrk="0" hangingPunct="0">
              <a:defRPr sz="2400">
                <a:solidFill>
                  <a:schemeClr val="tx1"/>
                </a:solidFill>
                <a:latin typeface="Times New Roman" panose="02020603050405020304" pitchFamily="18" charset="0"/>
              </a:defRPr>
            </a:lvl2pPr>
            <a:lvl3pPr algn="l" eaLnBrk="0" hangingPunct="0">
              <a:defRPr sz="2400">
                <a:solidFill>
                  <a:schemeClr val="tx1"/>
                </a:solidFill>
                <a:latin typeface="Times New Roman" panose="02020603050405020304" pitchFamily="18" charset="0"/>
              </a:defRPr>
            </a:lvl3pPr>
            <a:lvl4pPr algn="l" eaLnBrk="0" hangingPunct="0">
              <a:defRPr sz="2400">
                <a:solidFill>
                  <a:schemeClr val="tx1"/>
                </a:solidFill>
                <a:latin typeface="Times New Roman" panose="02020603050405020304" pitchFamily="18" charset="0"/>
              </a:defRPr>
            </a:lvl4pPr>
            <a:lvl5pPr algn="l" eaLnBrk="0" hangingPunct="0">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kumimoji="1" lang="en-US" altLang="en-US" sz="3200" b="1">
                <a:solidFill>
                  <a:schemeClr val="tx2"/>
                </a:solidFill>
                <a:effectLst>
                  <a:outerShdw blurRad="38100" dist="38100" dir="2700000" algn="tl">
                    <a:srgbClr val="C0C0C0"/>
                  </a:outerShdw>
                </a:effectLst>
              </a:rPr>
              <a:t>A generic technique for measuring similarity</a:t>
            </a:r>
          </a:p>
        </p:txBody>
      </p:sp>
      <p:sp>
        <p:nvSpPr>
          <p:cNvPr id="31747" name="Text Box 3">
            <a:extLst>
              <a:ext uri="{FF2B5EF4-FFF2-40B4-BE49-F238E27FC236}">
                <a16:creationId xmlns:a16="http://schemas.microsoft.com/office/drawing/2014/main" id="{B5ABDD40-6CC7-18D3-189C-EB1313D3AFA7}"/>
              </a:ext>
            </a:extLst>
          </p:cNvPr>
          <p:cNvSpPr txBox="1">
            <a:spLocks noChangeArrowheads="1"/>
          </p:cNvSpPr>
          <p:nvPr/>
        </p:nvSpPr>
        <p:spPr bwMode="auto">
          <a:xfrm>
            <a:off x="114300" y="1060450"/>
            <a:ext cx="6151563"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To measure the similarity between two objects, transform one of the objects into the other, and measure how much effort it took. The measure of effort becomes the distance measure.</a:t>
            </a:r>
          </a:p>
        </p:txBody>
      </p:sp>
      <p:grpSp>
        <p:nvGrpSpPr>
          <p:cNvPr id="31748" name="Group 4">
            <a:extLst>
              <a:ext uri="{FF2B5EF4-FFF2-40B4-BE49-F238E27FC236}">
                <a16:creationId xmlns:a16="http://schemas.microsoft.com/office/drawing/2014/main" id="{14DCE01E-4CA4-A0C7-A51A-2C9E597814C7}"/>
              </a:ext>
            </a:extLst>
          </p:cNvPr>
          <p:cNvGrpSpPr>
            <a:grpSpLocks/>
          </p:cNvGrpSpPr>
          <p:nvPr/>
        </p:nvGrpSpPr>
        <p:grpSpPr bwMode="auto">
          <a:xfrm>
            <a:off x="6019800" y="1295400"/>
            <a:ext cx="2857500" cy="2716213"/>
            <a:chOff x="114" y="1088"/>
            <a:chExt cx="3296" cy="3133"/>
          </a:xfrm>
        </p:grpSpPr>
        <p:pic>
          <p:nvPicPr>
            <p:cNvPr id="31752" name="Picture 5">
              <a:extLst>
                <a:ext uri="{FF2B5EF4-FFF2-40B4-BE49-F238E27FC236}">
                  <a16:creationId xmlns:a16="http://schemas.microsoft.com/office/drawing/2014/main" id="{A93D3F65-7A89-0692-8AFE-608C099C74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 y="2184"/>
              <a:ext cx="662" cy="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753" name="Group 6">
              <a:extLst>
                <a:ext uri="{FF2B5EF4-FFF2-40B4-BE49-F238E27FC236}">
                  <a16:creationId xmlns:a16="http://schemas.microsoft.com/office/drawing/2014/main" id="{2E7EE643-6A56-4AA3-0C60-152AB89B8C60}"/>
                </a:ext>
              </a:extLst>
            </p:cNvPr>
            <p:cNvGrpSpPr>
              <a:grpSpLocks/>
            </p:cNvGrpSpPr>
            <p:nvPr/>
          </p:nvGrpSpPr>
          <p:grpSpPr bwMode="auto">
            <a:xfrm>
              <a:off x="1152" y="2538"/>
              <a:ext cx="2258" cy="1608"/>
              <a:chOff x="252" y="2364"/>
              <a:chExt cx="2258" cy="1608"/>
            </a:xfrm>
          </p:grpSpPr>
          <p:pic>
            <p:nvPicPr>
              <p:cNvPr id="31761" name="Picture 7">
                <a:extLst>
                  <a:ext uri="{FF2B5EF4-FFF2-40B4-BE49-F238E27FC236}">
                    <a16:creationId xmlns:a16="http://schemas.microsoft.com/office/drawing/2014/main" id="{0F978478-3387-962E-B1BC-46CD612F60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 y="2364"/>
                <a:ext cx="900" cy="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762" name="Picture 8">
                <a:extLst>
                  <a:ext uri="{FF2B5EF4-FFF2-40B4-BE49-F238E27FC236}">
                    <a16:creationId xmlns:a16="http://schemas.microsoft.com/office/drawing/2014/main" id="{B6A21639-FA95-9A4D-77E6-804D04F37C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6" y="2412"/>
                <a:ext cx="1154" cy="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1754" name="Line 9">
              <a:extLst>
                <a:ext uri="{FF2B5EF4-FFF2-40B4-BE49-F238E27FC236}">
                  <a16:creationId xmlns:a16="http://schemas.microsoft.com/office/drawing/2014/main" id="{A35BDB15-4AAE-0730-F521-DB9B1DE3581F}"/>
                </a:ext>
              </a:extLst>
            </p:cNvPr>
            <p:cNvSpPr>
              <a:spLocks noChangeShapeType="1"/>
            </p:cNvSpPr>
            <p:nvPr/>
          </p:nvSpPr>
          <p:spPr bwMode="auto">
            <a:xfrm flipH="1" flipV="1">
              <a:off x="636" y="1290"/>
              <a:ext cx="0" cy="1008"/>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5" name="Line 10">
              <a:extLst>
                <a:ext uri="{FF2B5EF4-FFF2-40B4-BE49-F238E27FC236}">
                  <a16:creationId xmlns:a16="http://schemas.microsoft.com/office/drawing/2014/main" id="{3D711456-6A9D-CC38-D131-8E37969E87D7}"/>
                </a:ext>
              </a:extLst>
            </p:cNvPr>
            <p:cNvSpPr>
              <a:spLocks noChangeShapeType="1"/>
            </p:cNvSpPr>
            <p:nvPr/>
          </p:nvSpPr>
          <p:spPr bwMode="auto">
            <a:xfrm flipH="1" flipV="1">
              <a:off x="2796" y="2010"/>
              <a:ext cx="0" cy="288"/>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6" name="Line 11">
              <a:extLst>
                <a:ext uri="{FF2B5EF4-FFF2-40B4-BE49-F238E27FC236}">
                  <a16:creationId xmlns:a16="http://schemas.microsoft.com/office/drawing/2014/main" id="{7EAD853A-30E4-C080-35EF-3EFF0FABFCDA}"/>
                </a:ext>
              </a:extLst>
            </p:cNvPr>
            <p:cNvSpPr>
              <a:spLocks noChangeShapeType="1"/>
            </p:cNvSpPr>
            <p:nvPr/>
          </p:nvSpPr>
          <p:spPr bwMode="auto">
            <a:xfrm flipH="1" flipV="1">
              <a:off x="1716" y="2010"/>
              <a:ext cx="0" cy="288"/>
            </a:xfrm>
            <a:prstGeom prst="line">
              <a:avLst/>
            </a:prstGeom>
            <a:noFill/>
            <a:ln w="317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7" name="Line 12">
              <a:extLst>
                <a:ext uri="{FF2B5EF4-FFF2-40B4-BE49-F238E27FC236}">
                  <a16:creationId xmlns:a16="http://schemas.microsoft.com/office/drawing/2014/main" id="{5ADA37EE-24FC-748F-4E60-71346A681EE8}"/>
                </a:ext>
              </a:extLst>
            </p:cNvPr>
            <p:cNvSpPr>
              <a:spLocks noChangeShapeType="1"/>
            </p:cNvSpPr>
            <p:nvPr/>
          </p:nvSpPr>
          <p:spPr bwMode="auto">
            <a:xfrm flipH="1">
              <a:off x="1707" y="2010"/>
              <a:ext cx="109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8" name="Line 13">
              <a:extLst>
                <a:ext uri="{FF2B5EF4-FFF2-40B4-BE49-F238E27FC236}">
                  <a16:creationId xmlns:a16="http://schemas.microsoft.com/office/drawing/2014/main" id="{99287898-D54D-65C4-7731-B87511345982}"/>
                </a:ext>
              </a:extLst>
            </p:cNvPr>
            <p:cNvSpPr>
              <a:spLocks noChangeShapeType="1"/>
            </p:cNvSpPr>
            <p:nvPr/>
          </p:nvSpPr>
          <p:spPr bwMode="auto">
            <a:xfrm flipH="1">
              <a:off x="627" y="1297"/>
              <a:ext cx="1636"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9" name="Line 14">
              <a:extLst>
                <a:ext uri="{FF2B5EF4-FFF2-40B4-BE49-F238E27FC236}">
                  <a16:creationId xmlns:a16="http://schemas.microsoft.com/office/drawing/2014/main" id="{08BC4273-7957-6279-A063-95C081A5AC43}"/>
                </a:ext>
              </a:extLst>
            </p:cNvPr>
            <p:cNvSpPr>
              <a:spLocks noChangeShapeType="1"/>
            </p:cNvSpPr>
            <p:nvPr/>
          </p:nvSpPr>
          <p:spPr bwMode="auto">
            <a:xfrm rot="5400000" flipH="1">
              <a:off x="1898" y="1661"/>
              <a:ext cx="71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60" name="Line 15">
              <a:extLst>
                <a:ext uri="{FF2B5EF4-FFF2-40B4-BE49-F238E27FC236}">
                  <a16:creationId xmlns:a16="http://schemas.microsoft.com/office/drawing/2014/main" id="{E16A5E92-ACA3-E65B-BD2C-F18CB95F6C11}"/>
                </a:ext>
              </a:extLst>
            </p:cNvPr>
            <p:cNvSpPr>
              <a:spLocks noChangeShapeType="1"/>
            </p:cNvSpPr>
            <p:nvPr/>
          </p:nvSpPr>
          <p:spPr bwMode="auto">
            <a:xfrm rot="5400000" flipH="1">
              <a:off x="1361" y="1190"/>
              <a:ext cx="20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1749" name="Text Box 16">
            <a:extLst>
              <a:ext uri="{FF2B5EF4-FFF2-40B4-BE49-F238E27FC236}">
                <a16:creationId xmlns:a16="http://schemas.microsoft.com/office/drawing/2014/main" id="{A501CC6F-5AF6-A428-399C-6EDDD6502EB9}"/>
              </a:ext>
            </a:extLst>
          </p:cNvPr>
          <p:cNvSpPr txBox="1">
            <a:spLocks noChangeArrowheads="1"/>
          </p:cNvSpPr>
          <p:nvPr/>
        </p:nvSpPr>
        <p:spPr bwMode="auto">
          <a:xfrm>
            <a:off x="304800" y="2895600"/>
            <a:ext cx="5105400" cy="155575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The distance between Patty and Selma.</a:t>
            </a:r>
          </a:p>
          <a:p>
            <a:pPr algn="l" eaLnBrk="1" hangingPunct="1"/>
            <a:r>
              <a:rPr lang="en-US" altLang="en-US" sz="1600" b="1">
                <a:latin typeface="Courier New" panose="02070309020205020404" pitchFamily="49" charset="0"/>
              </a:rPr>
              <a:t> Change dress color,   1 point</a:t>
            </a:r>
          </a:p>
          <a:p>
            <a:pPr algn="l" eaLnBrk="1" hangingPunct="1"/>
            <a:r>
              <a:rPr lang="en-US" altLang="en-US" sz="1600" b="1">
                <a:latin typeface="Courier New" panose="02070309020205020404" pitchFamily="49" charset="0"/>
              </a:rPr>
              <a:t> Change earring shape, 1 point</a:t>
            </a:r>
          </a:p>
          <a:p>
            <a:pPr algn="l" eaLnBrk="1" hangingPunct="1"/>
            <a:r>
              <a:rPr lang="en-US" altLang="en-US" sz="1600" b="1">
                <a:latin typeface="Courier New" panose="02070309020205020404" pitchFamily="49" charset="0"/>
              </a:rPr>
              <a:t> Change hair part,     1 point</a:t>
            </a:r>
          </a:p>
          <a:p>
            <a:pPr algn="l" eaLnBrk="1" hangingPunct="1"/>
            <a:r>
              <a:rPr lang="en-US" altLang="en-US"/>
              <a:t>D(Patty,Selma) = </a:t>
            </a:r>
            <a:r>
              <a:rPr lang="en-US" altLang="en-US" b="1"/>
              <a:t>3</a:t>
            </a:r>
          </a:p>
        </p:txBody>
      </p:sp>
      <p:sp>
        <p:nvSpPr>
          <p:cNvPr id="31750" name="Text Box 17">
            <a:extLst>
              <a:ext uri="{FF2B5EF4-FFF2-40B4-BE49-F238E27FC236}">
                <a16:creationId xmlns:a16="http://schemas.microsoft.com/office/drawing/2014/main" id="{B8EAF1FB-A641-7EF2-2A50-63C661A1EA60}"/>
              </a:ext>
            </a:extLst>
          </p:cNvPr>
          <p:cNvSpPr txBox="1">
            <a:spLocks noChangeArrowheads="1"/>
          </p:cNvSpPr>
          <p:nvPr/>
        </p:nvSpPr>
        <p:spPr bwMode="auto">
          <a:xfrm>
            <a:off x="304800" y="4648200"/>
            <a:ext cx="5121275" cy="2044700"/>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The distance between Marge and Selma.</a:t>
            </a:r>
          </a:p>
          <a:p>
            <a:pPr algn="l" eaLnBrk="1" hangingPunct="1"/>
            <a:r>
              <a:rPr lang="en-US" altLang="en-US" sz="1600" b="1">
                <a:latin typeface="Courier New" panose="02070309020205020404" pitchFamily="49" charset="0"/>
              </a:rPr>
              <a:t> Change dress color,   1 point</a:t>
            </a:r>
          </a:p>
          <a:p>
            <a:pPr algn="l" eaLnBrk="1" hangingPunct="1"/>
            <a:r>
              <a:rPr lang="en-US" altLang="en-US" sz="1600" b="1">
                <a:latin typeface="Courier New" panose="02070309020205020404" pitchFamily="49" charset="0"/>
              </a:rPr>
              <a:t> Add earrings,         1 point</a:t>
            </a:r>
          </a:p>
          <a:p>
            <a:pPr algn="l" eaLnBrk="1" hangingPunct="1"/>
            <a:r>
              <a:rPr lang="en-US" altLang="en-US" sz="1600" b="1">
                <a:latin typeface="Courier New" panose="02070309020205020404" pitchFamily="49" charset="0"/>
              </a:rPr>
              <a:t> Decrease height,      1 point</a:t>
            </a:r>
          </a:p>
          <a:p>
            <a:pPr algn="l" eaLnBrk="1" hangingPunct="1"/>
            <a:r>
              <a:rPr lang="en-US" altLang="en-US" sz="1600" b="1">
                <a:latin typeface="Courier New" panose="02070309020205020404" pitchFamily="49" charset="0"/>
              </a:rPr>
              <a:t> Take up smoking,      1 point</a:t>
            </a:r>
          </a:p>
          <a:p>
            <a:pPr algn="l" eaLnBrk="1" hangingPunct="1"/>
            <a:r>
              <a:rPr lang="en-US" altLang="en-US" sz="1600" b="1">
                <a:latin typeface="Courier New" panose="02070309020205020404" pitchFamily="49" charset="0"/>
              </a:rPr>
              <a:t> Lose weight,          1 point</a:t>
            </a:r>
          </a:p>
          <a:p>
            <a:pPr algn="l" eaLnBrk="1" hangingPunct="1"/>
            <a:r>
              <a:rPr lang="en-US" altLang="en-US"/>
              <a:t>D(Marge,Selma) = </a:t>
            </a:r>
            <a:r>
              <a:rPr lang="en-US" altLang="en-US" b="1"/>
              <a:t>5</a:t>
            </a:r>
          </a:p>
        </p:txBody>
      </p:sp>
      <p:sp>
        <p:nvSpPr>
          <p:cNvPr id="31751" name="Text Box 18">
            <a:extLst>
              <a:ext uri="{FF2B5EF4-FFF2-40B4-BE49-F238E27FC236}">
                <a16:creationId xmlns:a16="http://schemas.microsoft.com/office/drawing/2014/main" id="{57FEB7B9-4DAF-7BBB-A8B5-1D99D5BAD6A8}"/>
              </a:ext>
            </a:extLst>
          </p:cNvPr>
          <p:cNvSpPr txBox="1">
            <a:spLocks noChangeArrowheads="1"/>
          </p:cNvSpPr>
          <p:nvPr/>
        </p:nvSpPr>
        <p:spPr bwMode="auto">
          <a:xfrm>
            <a:off x="5816600" y="5162550"/>
            <a:ext cx="3327400" cy="143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kumimoji="1" lang="en-US" altLang="en-US" sz="2000">
                <a:latin typeface="Helvetica" panose="020B0604020202020204" pitchFamily="34" charset="0"/>
              </a:rPr>
              <a:t>This is called the “edit distance” or the “transformation distance”</a:t>
            </a:r>
          </a:p>
          <a:p>
            <a:pPr algn="l" eaLnBrk="1" hangingPunct="1"/>
            <a:endParaRPr lang="en-US" altLang="en-US" sz="2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FD522026-1522-4984-20DE-02DB824AD70F}"/>
              </a:ext>
            </a:extLst>
          </p:cNvPr>
          <p:cNvSpPr>
            <a:spLocks noChangeArrowheads="1"/>
          </p:cNvSpPr>
          <p:nvPr/>
        </p:nvSpPr>
        <p:spPr bwMode="auto">
          <a:xfrm>
            <a:off x="4791075" y="0"/>
            <a:ext cx="4352925" cy="6858000"/>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2771" name="Rectangle 3">
            <a:extLst>
              <a:ext uri="{FF2B5EF4-FFF2-40B4-BE49-F238E27FC236}">
                <a16:creationId xmlns:a16="http://schemas.microsoft.com/office/drawing/2014/main" id="{D437D4C2-6D10-C274-322F-EFE75287178A}"/>
              </a:ext>
            </a:extLst>
          </p:cNvPr>
          <p:cNvSpPr>
            <a:spLocks noChangeArrowheads="1"/>
          </p:cNvSpPr>
          <p:nvPr/>
        </p:nvSpPr>
        <p:spPr bwMode="auto">
          <a:xfrm>
            <a:off x="5599113" y="3006725"/>
            <a:ext cx="1651000" cy="368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600" b="1">
                <a:latin typeface="Courier New" panose="02070309020205020404" pitchFamily="49" charset="0"/>
              </a:rPr>
              <a:t>Peter</a:t>
            </a:r>
          </a:p>
          <a:p>
            <a:pPr eaLnBrk="1" hangingPunct="1"/>
            <a:endParaRPr lang="en-US" altLang="en-US" sz="3600" b="1">
              <a:latin typeface="Courier New" panose="02070309020205020404" pitchFamily="49" charset="0"/>
            </a:endParaRPr>
          </a:p>
          <a:p>
            <a:pPr eaLnBrk="1" hangingPunct="1"/>
            <a:r>
              <a:rPr lang="en-US" altLang="en-US" sz="3200" b="1">
                <a:latin typeface="Courier New" panose="02070309020205020404" pitchFamily="49" charset="0"/>
              </a:rPr>
              <a:t>Piter</a:t>
            </a:r>
          </a:p>
          <a:p>
            <a:pPr eaLnBrk="1" hangingPunct="1"/>
            <a:endParaRPr lang="en-US" altLang="en-US" sz="3200" b="1">
              <a:latin typeface="Courier New" panose="02070309020205020404" pitchFamily="49" charset="0"/>
            </a:endParaRPr>
          </a:p>
          <a:p>
            <a:pPr eaLnBrk="1" hangingPunct="1"/>
            <a:r>
              <a:rPr lang="en-US" altLang="en-US" sz="3200" b="1">
                <a:latin typeface="Courier New" panose="02070309020205020404" pitchFamily="49" charset="0"/>
              </a:rPr>
              <a:t>Pioter</a:t>
            </a:r>
          </a:p>
          <a:p>
            <a:pPr eaLnBrk="1" hangingPunct="1"/>
            <a:endParaRPr lang="en-US" altLang="en-US" sz="3200" b="1">
              <a:latin typeface="Courier New" panose="02070309020205020404" pitchFamily="49" charset="0"/>
            </a:endParaRPr>
          </a:p>
          <a:p>
            <a:pPr eaLnBrk="1" hangingPunct="1"/>
            <a:r>
              <a:rPr lang="en-US" altLang="en-US" sz="3600" b="1">
                <a:latin typeface="Courier New" panose="02070309020205020404" pitchFamily="49" charset="0"/>
              </a:rPr>
              <a:t>Piotr</a:t>
            </a:r>
          </a:p>
        </p:txBody>
      </p:sp>
      <p:sp>
        <p:nvSpPr>
          <p:cNvPr id="32772" name="Line 4">
            <a:extLst>
              <a:ext uri="{FF2B5EF4-FFF2-40B4-BE49-F238E27FC236}">
                <a16:creationId xmlns:a16="http://schemas.microsoft.com/office/drawing/2014/main" id="{DF4FE274-DB62-C083-ABBB-6F55B957F42B}"/>
              </a:ext>
            </a:extLst>
          </p:cNvPr>
          <p:cNvSpPr>
            <a:spLocks noChangeShapeType="1"/>
          </p:cNvSpPr>
          <p:nvPr/>
        </p:nvSpPr>
        <p:spPr bwMode="auto">
          <a:xfrm>
            <a:off x="6156325" y="3527425"/>
            <a:ext cx="9525" cy="60960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3" name="Line 5">
            <a:extLst>
              <a:ext uri="{FF2B5EF4-FFF2-40B4-BE49-F238E27FC236}">
                <a16:creationId xmlns:a16="http://schemas.microsoft.com/office/drawing/2014/main" id="{1FA6EDB4-5C44-BF6B-4666-C1E37C9E2673}"/>
              </a:ext>
            </a:extLst>
          </p:cNvPr>
          <p:cNvSpPr>
            <a:spLocks noChangeShapeType="1"/>
          </p:cNvSpPr>
          <p:nvPr/>
        </p:nvSpPr>
        <p:spPr bwMode="auto">
          <a:xfrm flipH="1">
            <a:off x="6318250" y="4613275"/>
            <a:ext cx="9525" cy="619125"/>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4" name="Line 6">
            <a:extLst>
              <a:ext uri="{FF2B5EF4-FFF2-40B4-BE49-F238E27FC236}">
                <a16:creationId xmlns:a16="http://schemas.microsoft.com/office/drawing/2014/main" id="{C9B07E14-A9DD-CD9C-0BFF-8042D10BA019}"/>
              </a:ext>
            </a:extLst>
          </p:cNvPr>
          <p:cNvSpPr>
            <a:spLocks noChangeShapeType="1"/>
          </p:cNvSpPr>
          <p:nvPr/>
        </p:nvSpPr>
        <p:spPr bwMode="auto">
          <a:xfrm>
            <a:off x="6823075" y="5641975"/>
            <a:ext cx="9525" cy="60960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5" name="Text Box 7">
            <a:extLst>
              <a:ext uri="{FF2B5EF4-FFF2-40B4-BE49-F238E27FC236}">
                <a16:creationId xmlns:a16="http://schemas.microsoft.com/office/drawing/2014/main" id="{E52529A0-7989-B240-00E7-317F68ABC27A}"/>
              </a:ext>
            </a:extLst>
          </p:cNvPr>
          <p:cNvSpPr txBox="1">
            <a:spLocks noChangeArrowheads="1"/>
          </p:cNvSpPr>
          <p:nvPr/>
        </p:nvSpPr>
        <p:spPr bwMode="auto">
          <a:xfrm>
            <a:off x="6835775" y="3713163"/>
            <a:ext cx="23082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000">
                <a:solidFill>
                  <a:schemeClr val="bg2"/>
                </a:solidFill>
              </a:rPr>
              <a:t>Substitution (i for e) </a:t>
            </a:r>
          </a:p>
        </p:txBody>
      </p:sp>
      <p:sp>
        <p:nvSpPr>
          <p:cNvPr id="32776" name="Text Box 8">
            <a:extLst>
              <a:ext uri="{FF2B5EF4-FFF2-40B4-BE49-F238E27FC236}">
                <a16:creationId xmlns:a16="http://schemas.microsoft.com/office/drawing/2014/main" id="{848C5AEE-0D7E-D937-B56A-0D732DAE079A}"/>
              </a:ext>
            </a:extLst>
          </p:cNvPr>
          <p:cNvSpPr txBox="1">
            <a:spLocks noChangeArrowheads="1"/>
          </p:cNvSpPr>
          <p:nvPr/>
        </p:nvSpPr>
        <p:spPr bwMode="auto">
          <a:xfrm>
            <a:off x="6835775" y="4675188"/>
            <a:ext cx="157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000">
                <a:solidFill>
                  <a:schemeClr val="bg2"/>
                </a:solidFill>
              </a:rPr>
              <a:t>Insertion  (o) </a:t>
            </a:r>
          </a:p>
        </p:txBody>
      </p:sp>
      <p:sp>
        <p:nvSpPr>
          <p:cNvPr id="32777" name="Text Box 9">
            <a:extLst>
              <a:ext uri="{FF2B5EF4-FFF2-40B4-BE49-F238E27FC236}">
                <a16:creationId xmlns:a16="http://schemas.microsoft.com/office/drawing/2014/main" id="{814717B3-4DDA-D654-1114-D1A6188A269D}"/>
              </a:ext>
            </a:extLst>
          </p:cNvPr>
          <p:cNvSpPr txBox="1">
            <a:spLocks noChangeArrowheads="1"/>
          </p:cNvSpPr>
          <p:nvPr/>
        </p:nvSpPr>
        <p:spPr bwMode="auto">
          <a:xfrm>
            <a:off x="6835775" y="5684838"/>
            <a:ext cx="15287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000">
                <a:solidFill>
                  <a:schemeClr val="bg2"/>
                </a:solidFill>
              </a:rPr>
              <a:t>Deletion  (e) </a:t>
            </a:r>
          </a:p>
        </p:txBody>
      </p:sp>
      <p:sp>
        <p:nvSpPr>
          <p:cNvPr id="184330" name="Text Box 10">
            <a:extLst>
              <a:ext uri="{FF2B5EF4-FFF2-40B4-BE49-F238E27FC236}">
                <a16:creationId xmlns:a16="http://schemas.microsoft.com/office/drawing/2014/main" id="{182532AC-58A0-11C5-FF16-32B67B562801}"/>
              </a:ext>
            </a:extLst>
          </p:cNvPr>
          <p:cNvSpPr txBox="1">
            <a:spLocks noChangeArrowheads="1"/>
          </p:cNvSpPr>
          <p:nvPr/>
        </p:nvSpPr>
        <p:spPr bwMode="auto">
          <a:xfrm>
            <a:off x="152400" y="0"/>
            <a:ext cx="4270375" cy="579438"/>
          </a:xfrm>
          <a:prstGeom prst="rect">
            <a:avLst/>
          </a:prstGeom>
          <a:noFill/>
          <a:ln>
            <a:noFill/>
          </a:ln>
          <a:effectLst/>
        </p:spPr>
        <p:txBody>
          <a:bodyPr wrap="none">
            <a:spAutoFit/>
          </a:bodyPr>
          <a:lstStyle/>
          <a:p>
            <a:pPr eaLnBrk="1" hangingPunct="1">
              <a:defRPr/>
            </a:pPr>
            <a:r>
              <a:rPr kumimoji="1" lang="en-US" altLang="en-US" sz="3200" b="1">
                <a:solidFill>
                  <a:schemeClr val="tx2"/>
                </a:solidFill>
                <a:effectLst>
                  <a:outerShdw blurRad="38100" dist="38100" dir="2700000" algn="tl">
                    <a:srgbClr val="C0C0C0"/>
                  </a:outerShdw>
                </a:effectLst>
              </a:rPr>
              <a:t>Edit Distance Example</a:t>
            </a:r>
            <a:r>
              <a:rPr kumimoji="1" lang="en-US" altLang="en-US" sz="3200" b="1">
                <a:solidFill>
                  <a:schemeClr val="tx2"/>
                </a:solidFill>
                <a:effectLst>
                  <a:outerShdw blurRad="38100" dist="38100" dir="2700000" algn="tl">
                    <a:srgbClr val="C0C0C0"/>
                  </a:outerShdw>
                </a:effectLst>
                <a:latin typeface="Helvetica" panose="020B0604020202020204" pitchFamily="34" charset="0"/>
              </a:rPr>
              <a:t> </a:t>
            </a:r>
          </a:p>
        </p:txBody>
      </p:sp>
      <p:sp>
        <p:nvSpPr>
          <p:cNvPr id="32779" name="Text Box 11">
            <a:extLst>
              <a:ext uri="{FF2B5EF4-FFF2-40B4-BE49-F238E27FC236}">
                <a16:creationId xmlns:a16="http://schemas.microsoft.com/office/drawing/2014/main" id="{BACE7AEE-0ED7-B659-21E8-64C77BD9ABBF}"/>
              </a:ext>
            </a:extLst>
          </p:cNvPr>
          <p:cNvSpPr txBox="1">
            <a:spLocks noChangeArrowheads="1"/>
          </p:cNvSpPr>
          <p:nvPr/>
        </p:nvSpPr>
        <p:spPr bwMode="auto">
          <a:xfrm>
            <a:off x="136525" y="755650"/>
            <a:ext cx="4608513" cy="353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2000"/>
              <a:t>It is possible to transform any string </a:t>
            </a:r>
            <a:r>
              <a:rPr lang="en-US" altLang="en-US" sz="2000" i="1"/>
              <a:t>Q</a:t>
            </a:r>
            <a:r>
              <a:rPr lang="en-US" altLang="en-US" sz="2000"/>
              <a:t> into string </a:t>
            </a:r>
            <a:r>
              <a:rPr lang="en-US" altLang="en-US" sz="2000" i="1"/>
              <a:t>C</a:t>
            </a:r>
            <a:r>
              <a:rPr lang="en-US" altLang="en-US" sz="2000"/>
              <a:t>, using only </a:t>
            </a:r>
            <a:r>
              <a:rPr lang="en-US" altLang="en-US" sz="2000" i="1"/>
              <a:t>Substitution</a:t>
            </a:r>
            <a:r>
              <a:rPr lang="en-US" altLang="en-US" sz="2000"/>
              <a:t>, </a:t>
            </a:r>
            <a:r>
              <a:rPr lang="en-US" altLang="en-US" sz="2000" i="1"/>
              <a:t>Insertion</a:t>
            </a:r>
            <a:r>
              <a:rPr lang="en-US" altLang="en-US" sz="2000"/>
              <a:t> and </a:t>
            </a:r>
            <a:r>
              <a:rPr lang="en-US" altLang="en-US" sz="2000" i="1"/>
              <a:t>Deletion</a:t>
            </a:r>
            <a:r>
              <a:rPr lang="en-US" altLang="en-US" sz="2000"/>
              <a:t>.</a:t>
            </a:r>
          </a:p>
          <a:p>
            <a:pPr algn="l" eaLnBrk="1" hangingPunct="1"/>
            <a:r>
              <a:rPr lang="en-US" altLang="en-US" sz="2000"/>
              <a:t>Assume that each of these operators has a cost associated with it.</a:t>
            </a:r>
          </a:p>
          <a:p>
            <a:pPr algn="l" eaLnBrk="1" hangingPunct="1"/>
            <a:endParaRPr lang="en-US" altLang="en-US" sz="2000"/>
          </a:p>
          <a:p>
            <a:pPr algn="l" eaLnBrk="1" hangingPunct="1"/>
            <a:r>
              <a:rPr lang="en-US" altLang="en-US" sz="2000"/>
              <a:t>The similarity between two strings can be defined as the cost of the cheapest transformation from </a:t>
            </a:r>
            <a:r>
              <a:rPr lang="en-US" altLang="en-US" sz="2000" i="1"/>
              <a:t>Q</a:t>
            </a:r>
            <a:r>
              <a:rPr lang="en-US" altLang="en-US" sz="2000"/>
              <a:t> to </a:t>
            </a:r>
            <a:r>
              <a:rPr lang="en-US" altLang="en-US" sz="2000" i="1"/>
              <a:t>C.</a:t>
            </a:r>
          </a:p>
          <a:p>
            <a:pPr algn="l" eaLnBrk="1" hangingPunct="1"/>
            <a:r>
              <a:rPr lang="en-US" altLang="en-US" sz="1400"/>
              <a:t> </a:t>
            </a:r>
            <a:r>
              <a:rPr lang="en-US" altLang="en-US" sz="1000">
                <a:solidFill>
                  <a:schemeClr val="bg2"/>
                </a:solidFill>
              </a:rPr>
              <a:t>Note that for now we have ignored the issue of how we can find this cheapest transformation</a:t>
            </a:r>
            <a:r>
              <a:rPr lang="en-US" altLang="en-US" sz="1600"/>
              <a:t>  </a:t>
            </a:r>
          </a:p>
          <a:p>
            <a:pPr algn="l" eaLnBrk="1" hangingPunct="1"/>
            <a:r>
              <a:rPr lang="en-US" altLang="en-US" sz="1600"/>
              <a:t> </a:t>
            </a:r>
          </a:p>
        </p:txBody>
      </p:sp>
      <p:sp>
        <p:nvSpPr>
          <p:cNvPr id="32780" name="Rectangle 12">
            <a:extLst>
              <a:ext uri="{FF2B5EF4-FFF2-40B4-BE49-F238E27FC236}">
                <a16:creationId xmlns:a16="http://schemas.microsoft.com/office/drawing/2014/main" id="{4E91E973-18AA-AE32-1474-1A6C4B913196}"/>
              </a:ext>
            </a:extLst>
          </p:cNvPr>
          <p:cNvSpPr>
            <a:spLocks noChangeArrowheads="1"/>
          </p:cNvSpPr>
          <p:nvPr/>
        </p:nvSpPr>
        <p:spPr bwMode="auto">
          <a:xfrm>
            <a:off x="4791075" y="0"/>
            <a:ext cx="4352925" cy="277177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2781" name="Text Box 13">
            <a:extLst>
              <a:ext uri="{FF2B5EF4-FFF2-40B4-BE49-F238E27FC236}">
                <a16:creationId xmlns:a16="http://schemas.microsoft.com/office/drawing/2014/main" id="{32EF55EC-CD54-A2B9-1D45-0DA5ED38A0D0}"/>
              </a:ext>
            </a:extLst>
          </p:cNvPr>
          <p:cNvSpPr txBox="1">
            <a:spLocks noChangeArrowheads="1"/>
          </p:cNvSpPr>
          <p:nvPr/>
        </p:nvSpPr>
        <p:spPr bwMode="auto">
          <a:xfrm>
            <a:off x="4927600" y="214313"/>
            <a:ext cx="4073525" cy="240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How similar are the names “Peter” and “Piotr”?</a:t>
            </a:r>
          </a:p>
          <a:p>
            <a:pPr algn="l" eaLnBrk="1" hangingPunct="1"/>
            <a:r>
              <a:rPr lang="en-US" altLang="en-US" sz="1600"/>
              <a:t>Assume the following cost function </a:t>
            </a:r>
          </a:p>
          <a:p>
            <a:pPr algn="r" eaLnBrk="1" hangingPunct="1"/>
            <a:r>
              <a:rPr lang="en-US" altLang="en-US" sz="1600" i="1"/>
              <a:t>Substitution	</a:t>
            </a:r>
            <a:r>
              <a:rPr lang="en-US" altLang="en-US" sz="1600"/>
              <a:t>1 Unit</a:t>
            </a:r>
          </a:p>
          <a:p>
            <a:pPr algn="r" eaLnBrk="1" hangingPunct="1"/>
            <a:r>
              <a:rPr lang="en-US" altLang="en-US" sz="1600" i="1"/>
              <a:t>Insertion		</a:t>
            </a:r>
            <a:r>
              <a:rPr lang="en-US" altLang="en-US" sz="1600"/>
              <a:t>1 Unit</a:t>
            </a:r>
          </a:p>
          <a:p>
            <a:pPr algn="r" eaLnBrk="1" hangingPunct="1"/>
            <a:r>
              <a:rPr lang="en-US" altLang="en-US" sz="1600" i="1"/>
              <a:t>Deletion</a:t>
            </a:r>
            <a:r>
              <a:rPr lang="en-US" altLang="en-US" sz="1600"/>
              <a:t>		1 Unit</a:t>
            </a:r>
          </a:p>
          <a:p>
            <a:pPr algn="l" eaLnBrk="1" hangingPunct="1"/>
            <a:endParaRPr lang="en-US" altLang="en-US" sz="2000"/>
          </a:p>
          <a:p>
            <a:pPr algn="l" eaLnBrk="1" hangingPunct="1"/>
            <a:r>
              <a:rPr lang="en-US" altLang="en-US" sz="2000" i="1"/>
              <a:t>D</a:t>
            </a:r>
            <a:r>
              <a:rPr lang="en-US" altLang="en-US" sz="2000"/>
              <a:t>(</a:t>
            </a:r>
            <a:r>
              <a:rPr lang="en-US" altLang="en-US" sz="2000" b="1">
                <a:latin typeface="Courier New" panose="02070309020205020404" pitchFamily="49" charset="0"/>
              </a:rPr>
              <a:t>Peter</a:t>
            </a:r>
            <a:r>
              <a:rPr lang="en-US" altLang="en-US" sz="2000">
                <a:latin typeface="Courier New" panose="02070309020205020404" pitchFamily="49" charset="0"/>
              </a:rPr>
              <a:t>,</a:t>
            </a:r>
            <a:r>
              <a:rPr lang="en-US" altLang="en-US" sz="2000" b="1">
                <a:latin typeface="Courier New" panose="02070309020205020404" pitchFamily="49" charset="0"/>
              </a:rPr>
              <a:t>Piotr</a:t>
            </a:r>
            <a:r>
              <a:rPr lang="en-US" altLang="en-US" sz="2000"/>
              <a:t>) is 3</a:t>
            </a:r>
            <a:endParaRPr lang="en-US" altLang="en-US"/>
          </a:p>
        </p:txBody>
      </p:sp>
      <p:sp>
        <p:nvSpPr>
          <p:cNvPr id="32782" name="Line 14">
            <a:extLst>
              <a:ext uri="{FF2B5EF4-FFF2-40B4-BE49-F238E27FC236}">
                <a16:creationId xmlns:a16="http://schemas.microsoft.com/office/drawing/2014/main" id="{0026B3B4-11F7-4743-A04E-6AE7E8F54C4C}"/>
              </a:ext>
            </a:extLst>
          </p:cNvPr>
          <p:cNvSpPr>
            <a:spLocks noChangeShapeType="1"/>
          </p:cNvSpPr>
          <p:nvPr/>
        </p:nvSpPr>
        <p:spPr bwMode="auto">
          <a:xfrm>
            <a:off x="412750" y="5984875"/>
            <a:ext cx="4371975" cy="0"/>
          </a:xfrm>
          <a:prstGeom prst="line">
            <a:avLst/>
          </a:prstGeom>
          <a:noFill/>
          <a:ln w="4445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2783" name="Group 15">
            <a:extLst>
              <a:ext uri="{FF2B5EF4-FFF2-40B4-BE49-F238E27FC236}">
                <a16:creationId xmlns:a16="http://schemas.microsoft.com/office/drawing/2014/main" id="{EEFFCAAA-9341-1B76-B5C7-340256B35605}"/>
              </a:ext>
            </a:extLst>
          </p:cNvPr>
          <p:cNvGrpSpPr>
            <a:grpSpLocks/>
          </p:cNvGrpSpPr>
          <p:nvPr/>
        </p:nvGrpSpPr>
        <p:grpSpPr bwMode="auto">
          <a:xfrm>
            <a:off x="522288" y="4159250"/>
            <a:ext cx="3930650" cy="1639888"/>
            <a:chOff x="215" y="2808"/>
            <a:chExt cx="1887" cy="971"/>
          </a:xfrm>
        </p:grpSpPr>
        <p:sp>
          <p:nvSpPr>
            <p:cNvPr id="32794" name="Rectangle 16">
              <a:extLst>
                <a:ext uri="{FF2B5EF4-FFF2-40B4-BE49-F238E27FC236}">
                  <a16:creationId xmlns:a16="http://schemas.microsoft.com/office/drawing/2014/main" id="{8F28DC4F-A09F-B495-6EBC-10CE82B1548B}"/>
                </a:ext>
              </a:extLst>
            </p:cNvPr>
            <p:cNvSpPr>
              <a:spLocks noChangeArrowheads="1"/>
            </p:cNvSpPr>
            <p:nvPr/>
          </p:nvSpPr>
          <p:spPr bwMode="auto">
            <a:xfrm>
              <a:off x="215" y="3634"/>
              <a:ext cx="271" cy="145"/>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2795" name="Rectangle 17">
              <a:extLst>
                <a:ext uri="{FF2B5EF4-FFF2-40B4-BE49-F238E27FC236}">
                  <a16:creationId xmlns:a16="http://schemas.microsoft.com/office/drawing/2014/main" id="{F3F36BF0-6CBB-8687-DE3B-B45D921BF715}"/>
                </a:ext>
              </a:extLst>
            </p:cNvPr>
            <p:cNvSpPr>
              <a:spLocks noChangeArrowheads="1"/>
            </p:cNvSpPr>
            <p:nvPr/>
          </p:nvSpPr>
          <p:spPr bwMode="auto">
            <a:xfrm>
              <a:off x="757" y="3497"/>
              <a:ext cx="271" cy="282"/>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2796" name="Rectangle 18">
              <a:extLst>
                <a:ext uri="{FF2B5EF4-FFF2-40B4-BE49-F238E27FC236}">
                  <a16:creationId xmlns:a16="http://schemas.microsoft.com/office/drawing/2014/main" id="{AD2163CE-A56E-7C87-F05F-F1F92C03A59E}"/>
                </a:ext>
              </a:extLst>
            </p:cNvPr>
            <p:cNvSpPr>
              <a:spLocks noChangeArrowheads="1"/>
            </p:cNvSpPr>
            <p:nvPr/>
          </p:nvSpPr>
          <p:spPr bwMode="auto">
            <a:xfrm>
              <a:off x="1571" y="3497"/>
              <a:ext cx="261" cy="282"/>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2797" name="Freeform 19">
              <a:extLst>
                <a:ext uri="{FF2B5EF4-FFF2-40B4-BE49-F238E27FC236}">
                  <a16:creationId xmlns:a16="http://schemas.microsoft.com/office/drawing/2014/main" id="{15EAA048-EBA5-F120-8B20-9AE3E25466AD}"/>
                </a:ext>
              </a:extLst>
            </p:cNvPr>
            <p:cNvSpPr>
              <a:spLocks/>
            </p:cNvSpPr>
            <p:nvPr/>
          </p:nvSpPr>
          <p:spPr bwMode="auto">
            <a:xfrm>
              <a:off x="893" y="3397"/>
              <a:ext cx="407" cy="382"/>
            </a:xfrm>
            <a:custGeom>
              <a:avLst/>
              <a:gdLst>
                <a:gd name="T0" fmla="*/ 0 w 234"/>
                <a:gd name="T1" fmla="*/ 100 h 252"/>
                <a:gd name="T2" fmla="*/ 0 w 234"/>
                <a:gd name="T3" fmla="*/ 0 h 252"/>
                <a:gd name="T4" fmla="*/ 407 w 234"/>
                <a:gd name="T5" fmla="*/ 0 h 252"/>
                <a:gd name="T6" fmla="*/ 407 w 234"/>
                <a:gd name="T7" fmla="*/ 382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4" h="252">
                  <a:moveTo>
                    <a:pt x="0" y="66"/>
                  </a:moveTo>
                  <a:lnTo>
                    <a:pt x="0" y="0"/>
                  </a:lnTo>
                  <a:lnTo>
                    <a:pt x="234" y="0"/>
                  </a:lnTo>
                  <a:lnTo>
                    <a:pt x="234" y="25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798" name="Freeform 20">
              <a:extLst>
                <a:ext uri="{FF2B5EF4-FFF2-40B4-BE49-F238E27FC236}">
                  <a16:creationId xmlns:a16="http://schemas.microsoft.com/office/drawing/2014/main" id="{038F9C78-3E28-2C8C-DD0F-5A413E5FC23E}"/>
                </a:ext>
              </a:extLst>
            </p:cNvPr>
            <p:cNvSpPr>
              <a:spLocks/>
            </p:cNvSpPr>
            <p:nvPr/>
          </p:nvSpPr>
          <p:spPr bwMode="auto">
            <a:xfrm>
              <a:off x="1091" y="3251"/>
              <a:ext cx="616" cy="246"/>
            </a:xfrm>
            <a:custGeom>
              <a:avLst/>
              <a:gdLst>
                <a:gd name="T0" fmla="*/ 0 w 354"/>
                <a:gd name="T1" fmla="*/ 146 h 162"/>
                <a:gd name="T2" fmla="*/ 0 w 354"/>
                <a:gd name="T3" fmla="*/ 0 h 162"/>
                <a:gd name="T4" fmla="*/ 616 w 354"/>
                <a:gd name="T5" fmla="*/ 0 h 162"/>
                <a:gd name="T6" fmla="*/ 616 w 354"/>
                <a:gd name="T7" fmla="*/ 246 h 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4" h="162">
                  <a:moveTo>
                    <a:pt x="0" y="96"/>
                  </a:moveTo>
                  <a:lnTo>
                    <a:pt x="0" y="0"/>
                  </a:lnTo>
                  <a:lnTo>
                    <a:pt x="354" y="0"/>
                  </a:lnTo>
                  <a:lnTo>
                    <a:pt x="354" y="16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799" name="Freeform 21">
              <a:extLst>
                <a:ext uri="{FF2B5EF4-FFF2-40B4-BE49-F238E27FC236}">
                  <a16:creationId xmlns:a16="http://schemas.microsoft.com/office/drawing/2014/main" id="{8F91F44E-F472-8B43-C939-CE9B66890689}"/>
                </a:ext>
              </a:extLst>
            </p:cNvPr>
            <p:cNvSpPr>
              <a:spLocks/>
            </p:cNvSpPr>
            <p:nvPr/>
          </p:nvSpPr>
          <p:spPr bwMode="auto">
            <a:xfrm>
              <a:off x="351" y="3059"/>
              <a:ext cx="1043" cy="575"/>
            </a:xfrm>
            <a:custGeom>
              <a:avLst/>
              <a:gdLst>
                <a:gd name="T0" fmla="*/ 1043 w 600"/>
                <a:gd name="T1" fmla="*/ 192 h 378"/>
                <a:gd name="T2" fmla="*/ 1043 w 600"/>
                <a:gd name="T3" fmla="*/ 0 h 378"/>
                <a:gd name="T4" fmla="*/ 0 w 600"/>
                <a:gd name="T5" fmla="*/ 0 h 378"/>
                <a:gd name="T6" fmla="*/ 0 w 600"/>
                <a:gd name="T7" fmla="*/ 575 h 3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0" h="378">
                  <a:moveTo>
                    <a:pt x="600" y="126"/>
                  </a:moveTo>
                  <a:lnTo>
                    <a:pt x="600" y="0"/>
                  </a:lnTo>
                  <a:lnTo>
                    <a:pt x="0" y="0"/>
                  </a:lnTo>
                  <a:lnTo>
                    <a:pt x="0" y="378"/>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800" name="Freeform 22">
              <a:extLst>
                <a:ext uri="{FF2B5EF4-FFF2-40B4-BE49-F238E27FC236}">
                  <a16:creationId xmlns:a16="http://schemas.microsoft.com/office/drawing/2014/main" id="{A2DA3738-509B-46FC-2128-890CFD56BFD9}"/>
                </a:ext>
              </a:extLst>
            </p:cNvPr>
            <p:cNvSpPr>
              <a:spLocks/>
            </p:cNvSpPr>
            <p:nvPr/>
          </p:nvSpPr>
          <p:spPr bwMode="auto">
            <a:xfrm>
              <a:off x="872" y="2987"/>
              <a:ext cx="1230" cy="155"/>
            </a:xfrm>
            <a:custGeom>
              <a:avLst/>
              <a:gdLst>
                <a:gd name="T0" fmla="*/ 0 w 1038"/>
                <a:gd name="T1" fmla="*/ 73 h 102"/>
                <a:gd name="T2" fmla="*/ 0 w 1038"/>
                <a:gd name="T3" fmla="*/ 0 h 102"/>
                <a:gd name="T4" fmla="*/ 1230 w 1038"/>
                <a:gd name="T5" fmla="*/ 0 h 102"/>
                <a:gd name="T6" fmla="*/ 1230 w 1038"/>
                <a:gd name="T7" fmla="*/ 155 h 1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38" h="102">
                  <a:moveTo>
                    <a:pt x="0" y="48"/>
                  </a:moveTo>
                  <a:lnTo>
                    <a:pt x="0" y="0"/>
                  </a:lnTo>
                  <a:lnTo>
                    <a:pt x="1038" y="0"/>
                  </a:lnTo>
                  <a:lnTo>
                    <a:pt x="1038" y="102"/>
                  </a:lnTo>
                </a:path>
              </a:pathLst>
            </a:custGeom>
            <a:noFill/>
            <a:ln w="19050">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801" name="Line 23">
              <a:extLst>
                <a:ext uri="{FF2B5EF4-FFF2-40B4-BE49-F238E27FC236}">
                  <a16:creationId xmlns:a16="http://schemas.microsoft.com/office/drawing/2014/main" id="{B1460BB6-55D8-78FF-A8AF-50A3D3838A67}"/>
                </a:ext>
              </a:extLst>
            </p:cNvPr>
            <p:cNvSpPr>
              <a:spLocks noChangeShapeType="1"/>
            </p:cNvSpPr>
            <p:nvPr/>
          </p:nvSpPr>
          <p:spPr bwMode="auto">
            <a:xfrm>
              <a:off x="1774" y="2808"/>
              <a:ext cx="0" cy="18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802" name="Line 24">
              <a:extLst>
                <a:ext uri="{FF2B5EF4-FFF2-40B4-BE49-F238E27FC236}">
                  <a16:creationId xmlns:a16="http://schemas.microsoft.com/office/drawing/2014/main" id="{7D66FE68-D6A9-AD3E-3EAA-5CC810870379}"/>
                </a:ext>
              </a:extLst>
            </p:cNvPr>
            <p:cNvSpPr>
              <a:spLocks noChangeShapeType="1"/>
            </p:cNvSpPr>
            <p:nvPr/>
          </p:nvSpPr>
          <p:spPr bwMode="auto">
            <a:xfrm>
              <a:off x="2101" y="2989"/>
              <a:ext cx="0" cy="776"/>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2784" name="Line 25">
            <a:extLst>
              <a:ext uri="{FF2B5EF4-FFF2-40B4-BE49-F238E27FC236}">
                <a16:creationId xmlns:a16="http://schemas.microsoft.com/office/drawing/2014/main" id="{D3B7963D-65F8-A372-A77A-6C5D918E285A}"/>
              </a:ext>
            </a:extLst>
          </p:cNvPr>
          <p:cNvSpPr>
            <a:spLocks noChangeShapeType="1"/>
          </p:cNvSpPr>
          <p:nvPr/>
        </p:nvSpPr>
        <p:spPr bwMode="auto">
          <a:xfrm>
            <a:off x="152400" y="5791200"/>
            <a:ext cx="4578350" cy="0"/>
          </a:xfrm>
          <a:prstGeom prst="line">
            <a:avLst/>
          </a:prstGeom>
          <a:noFill/>
          <a:ln w="4445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2785" name="Group 26">
            <a:extLst>
              <a:ext uri="{FF2B5EF4-FFF2-40B4-BE49-F238E27FC236}">
                <a16:creationId xmlns:a16="http://schemas.microsoft.com/office/drawing/2014/main" id="{DB6A5E66-A513-847D-8529-E30C881D4969}"/>
              </a:ext>
            </a:extLst>
          </p:cNvPr>
          <p:cNvGrpSpPr>
            <a:grpSpLocks/>
          </p:cNvGrpSpPr>
          <p:nvPr/>
        </p:nvGrpSpPr>
        <p:grpSpPr bwMode="auto">
          <a:xfrm>
            <a:off x="122238" y="5553075"/>
            <a:ext cx="4508500" cy="1138238"/>
            <a:chOff x="13" y="3550"/>
            <a:chExt cx="2840" cy="717"/>
          </a:xfrm>
        </p:grpSpPr>
        <p:sp>
          <p:nvSpPr>
            <p:cNvPr id="32786" name="Rectangle 27">
              <a:extLst>
                <a:ext uri="{FF2B5EF4-FFF2-40B4-BE49-F238E27FC236}">
                  <a16:creationId xmlns:a16="http://schemas.microsoft.com/office/drawing/2014/main" id="{73C04F00-5AB6-AD46-D7B3-921B373E0AF0}"/>
                </a:ext>
              </a:extLst>
            </p:cNvPr>
            <p:cNvSpPr>
              <a:spLocks noChangeArrowheads="1"/>
            </p:cNvSpPr>
            <p:nvPr/>
          </p:nvSpPr>
          <p:spPr bwMode="auto">
            <a:xfrm rot="-3934905">
              <a:off x="-118" y="3702"/>
              <a:ext cx="569"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3200">
                  <a:solidFill>
                    <a:srgbClr val="000000"/>
                  </a:solidFill>
                  <a:latin typeface="Helvetica" panose="020B0604020202020204" pitchFamily="34" charset="0"/>
                </a:rPr>
                <a:t> </a:t>
              </a:r>
              <a:r>
                <a:rPr lang="en-US" altLang="en-US"/>
                <a:t>Piotr</a:t>
              </a:r>
            </a:p>
          </p:txBody>
        </p:sp>
        <p:sp>
          <p:nvSpPr>
            <p:cNvPr id="32787" name="Rectangle 28">
              <a:extLst>
                <a:ext uri="{FF2B5EF4-FFF2-40B4-BE49-F238E27FC236}">
                  <a16:creationId xmlns:a16="http://schemas.microsoft.com/office/drawing/2014/main" id="{6672420D-29B0-58FF-40F3-2622B0B2778D}"/>
                </a:ext>
              </a:extLst>
            </p:cNvPr>
            <p:cNvSpPr>
              <a:spLocks noChangeArrowheads="1"/>
            </p:cNvSpPr>
            <p:nvPr/>
          </p:nvSpPr>
          <p:spPr bwMode="auto">
            <a:xfrm rot="-3946978">
              <a:off x="271" y="3722"/>
              <a:ext cx="62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3200">
                  <a:solidFill>
                    <a:srgbClr val="000000"/>
                  </a:solidFill>
                  <a:latin typeface="Helvetica" panose="020B0604020202020204" pitchFamily="34" charset="0"/>
                </a:rPr>
                <a:t> </a:t>
              </a:r>
              <a:r>
                <a:rPr lang="en-US" altLang="en-US"/>
                <a:t>Pyotr</a:t>
              </a:r>
            </a:p>
          </p:txBody>
        </p:sp>
        <p:sp>
          <p:nvSpPr>
            <p:cNvPr id="32788" name="Rectangle 29">
              <a:extLst>
                <a:ext uri="{FF2B5EF4-FFF2-40B4-BE49-F238E27FC236}">
                  <a16:creationId xmlns:a16="http://schemas.microsoft.com/office/drawing/2014/main" id="{91D9F91F-447E-F69D-76BC-74BB408D5EAD}"/>
                </a:ext>
              </a:extLst>
            </p:cNvPr>
            <p:cNvSpPr>
              <a:spLocks noChangeArrowheads="1"/>
            </p:cNvSpPr>
            <p:nvPr/>
          </p:nvSpPr>
          <p:spPr bwMode="auto">
            <a:xfrm rot="-3928464">
              <a:off x="589" y="3761"/>
              <a:ext cx="70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3200">
                  <a:solidFill>
                    <a:srgbClr val="000000"/>
                  </a:solidFill>
                  <a:latin typeface="Helvetica" panose="020B0604020202020204" pitchFamily="34" charset="0"/>
                </a:rPr>
                <a:t> </a:t>
              </a:r>
              <a:r>
                <a:rPr lang="en-US" altLang="en-US"/>
                <a:t>Petros</a:t>
              </a:r>
            </a:p>
          </p:txBody>
        </p:sp>
        <p:sp>
          <p:nvSpPr>
            <p:cNvPr id="32789" name="Rectangle 30">
              <a:extLst>
                <a:ext uri="{FF2B5EF4-FFF2-40B4-BE49-F238E27FC236}">
                  <a16:creationId xmlns:a16="http://schemas.microsoft.com/office/drawing/2014/main" id="{C6E0A326-E9D3-EF4D-4220-915DF5CDA3E2}"/>
                </a:ext>
              </a:extLst>
            </p:cNvPr>
            <p:cNvSpPr>
              <a:spLocks noChangeArrowheads="1"/>
            </p:cNvSpPr>
            <p:nvPr/>
          </p:nvSpPr>
          <p:spPr bwMode="auto">
            <a:xfrm rot="-3922811">
              <a:off x="997" y="3745"/>
              <a:ext cx="66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3200">
                  <a:solidFill>
                    <a:srgbClr val="000000"/>
                  </a:solidFill>
                  <a:latin typeface="Helvetica" panose="020B0604020202020204" pitchFamily="34" charset="0"/>
                </a:rPr>
                <a:t> </a:t>
              </a:r>
              <a:r>
                <a:rPr lang="en-US" altLang="en-US"/>
                <a:t>Pietro</a:t>
              </a:r>
            </a:p>
          </p:txBody>
        </p:sp>
        <p:sp>
          <p:nvSpPr>
            <p:cNvPr id="32790" name="Rectangle 31">
              <a:extLst>
                <a:ext uri="{FF2B5EF4-FFF2-40B4-BE49-F238E27FC236}">
                  <a16:creationId xmlns:a16="http://schemas.microsoft.com/office/drawing/2014/main" id="{FC7A5639-DD6B-13EC-EA71-EC5253146831}"/>
                </a:ext>
              </a:extLst>
            </p:cNvPr>
            <p:cNvSpPr>
              <a:spLocks noChangeArrowheads="1"/>
            </p:cNvSpPr>
            <p:nvPr/>
          </p:nvSpPr>
          <p:spPr bwMode="auto">
            <a:xfrm rot="-3945962">
              <a:off x="1425" y="3719"/>
              <a:ext cx="5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Pedro</a:t>
              </a:r>
            </a:p>
          </p:txBody>
        </p:sp>
        <p:sp>
          <p:nvSpPr>
            <p:cNvPr id="32791" name="Rectangle 32">
              <a:extLst>
                <a:ext uri="{FF2B5EF4-FFF2-40B4-BE49-F238E27FC236}">
                  <a16:creationId xmlns:a16="http://schemas.microsoft.com/office/drawing/2014/main" id="{9CD71229-061C-6481-D499-2328A192EDD4}"/>
                </a:ext>
              </a:extLst>
            </p:cNvPr>
            <p:cNvSpPr>
              <a:spLocks noChangeArrowheads="1"/>
            </p:cNvSpPr>
            <p:nvPr/>
          </p:nvSpPr>
          <p:spPr bwMode="auto">
            <a:xfrm rot="-3931340">
              <a:off x="1633" y="3743"/>
              <a:ext cx="67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3200">
                  <a:solidFill>
                    <a:srgbClr val="000000"/>
                  </a:solidFill>
                  <a:latin typeface="Helvetica" panose="020B0604020202020204" pitchFamily="34" charset="0"/>
                </a:rPr>
                <a:t> </a:t>
              </a:r>
              <a:r>
                <a:rPr lang="en-US" altLang="en-US"/>
                <a:t>Pierre</a:t>
              </a:r>
            </a:p>
          </p:txBody>
        </p:sp>
        <p:sp>
          <p:nvSpPr>
            <p:cNvPr id="32792" name="Rectangle 33">
              <a:extLst>
                <a:ext uri="{FF2B5EF4-FFF2-40B4-BE49-F238E27FC236}">
                  <a16:creationId xmlns:a16="http://schemas.microsoft.com/office/drawing/2014/main" id="{289E505C-62C3-028A-C2BB-E48FF035CE48}"/>
                </a:ext>
              </a:extLst>
            </p:cNvPr>
            <p:cNvSpPr>
              <a:spLocks noChangeArrowheads="1"/>
            </p:cNvSpPr>
            <p:nvPr/>
          </p:nvSpPr>
          <p:spPr bwMode="auto">
            <a:xfrm rot="-3949083">
              <a:off x="2036" y="3716"/>
              <a:ext cx="61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3200">
                  <a:solidFill>
                    <a:srgbClr val="000000"/>
                  </a:solidFill>
                  <a:latin typeface="Helvetica" panose="020B0604020202020204" pitchFamily="34" charset="0"/>
                </a:rPr>
                <a:t> </a:t>
              </a:r>
              <a:r>
                <a:rPr lang="en-US" altLang="en-US"/>
                <a:t>Piero</a:t>
              </a:r>
            </a:p>
          </p:txBody>
        </p:sp>
        <p:sp>
          <p:nvSpPr>
            <p:cNvPr id="32793" name="Rectangle 34">
              <a:extLst>
                <a:ext uri="{FF2B5EF4-FFF2-40B4-BE49-F238E27FC236}">
                  <a16:creationId xmlns:a16="http://schemas.microsoft.com/office/drawing/2014/main" id="{14415437-451F-CA4C-2A68-5E8F7FD6AB45}"/>
                </a:ext>
              </a:extLst>
            </p:cNvPr>
            <p:cNvSpPr>
              <a:spLocks noChangeArrowheads="1"/>
            </p:cNvSpPr>
            <p:nvPr/>
          </p:nvSpPr>
          <p:spPr bwMode="auto">
            <a:xfrm rot="-3950123">
              <a:off x="2398" y="3710"/>
              <a:ext cx="60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3200">
                  <a:solidFill>
                    <a:srgbClr val="000000"/>
                  </a:solidFill>
                  <a:latin typeface="Helvetica" panose="020B0604020202020204" pitchFamily="34" charset="0"/>
                </a:rPr>
                <a:t> </a:t>
              </a:r>
              <a:r>
                <a:rPr lang="en-US" altLang="en-US"/>
                <a:t>Peter</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a:extLst>
              <a:ext uri="{FF2B5EF4-FFF2-40B4-BE49-F238E27FC236}">
                <a16:creationId xmlns:a16="http://schemas.microsoft.com/office/drawing/2014/main" id="{ABA6200D-6950-34D0-137D-4BE632443ABB}"/>
              </a:ext>
            </a:extLst>
          </p:cNvPr>
          <p:cNvSpPr>
            <a:spLocks noChangeArrowheads="1"/>
          </p:cNvSpPr>
          <p:nvPr/>
        </p:nvSpPr>
        <p:spPr bwMode="auto">
          <a:xfrm>
            <a:off x="685800" y="0"/>
            <a:ext cx="7772400" cy="1219200"/>
          </a:xfrm>
          <a:prstGeom prst="rect">
            <a:avLst/>
          </a:prstGeom>
          <a:noFill/>
          <a:ln>
            <a:noFill/>
          </a:ln>
          <a:effectLst/>
        </p:spPr>
        <p:txBody>
          <a:bodyPr lIns="92075" tIns="46038" rIns="92075" bIns="46038" anchor="ctr"/>
          <a:lstStyle>
            <a:lvl1pPr algn="l" eaLnBrk="0" hangingPunct="0">
              <a:defRPr sz="2400">
                <a:solidFill>
                  <a:schemeClr val="tx1"/>
                </a:solidFill>
                <a:latin typeface="Times New Roman" panose="02020603050405020304" pitchFamily="18" charset="0"/>
              </a:defRPr>
            </a:lvl1pPr>
            <a:lvl2pPr algn="l" eaLnBrk="0" hangingPunct="0">
              <a:defRPr sz="2400">
                <a:solidFill>
                  <a:schemeClr val="tx1"/>
                </a:solidFill>
                <a:latin typeface="Times New Roman" panose="02020603050405020304" pitchFamily="18" charset="0"/>
              </a:defRPr>
            </a:lvl2pPr>
            <a:lvl3pPr algn="l" eaLnBrk="0" hangingPunct="0">
              <a:defRPr sz="2400">
                <a:solidFill>
                  <a:schemeClr val="tx1"/>
                </a:solidFill>
                <a:latin typeface="Times New Roman" panose="02020603050405020304" pitchFamily="18" charset="0"/>
              </a:defRPr>
            </a:lvl3pPr>
            <a:lvl4pPr algn="l" eaLnBrk="0" hangingPunct="0">
              <a:defRPr sz="2400">
                <a:solidFill>
                  <a:schemeClr val="tx1"/>
                </a:solidFill>
                <a:latin typeface="Times New Roman" panose="02020603050405020304" pitchFamily="18" charset="0"/>
              </a:defRPr>
            </a:lvl4pPr>
            <a:lvl5pPr algn="l" eaLnBrk="0" hangingPunct="0">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altLang="en-US" sz="4400">
                <a:solidFill>
                  <a:schemeClr val="tx2"/>
                </a:solidFill>
                <a:effectLst>
                  <a:outerShdw blurRad="38100" dist="38100" dir="2700000" algn="tl">
                    <a:srgbClr val="C0C0C0"/>
                  </a:outerShdw>
                </a:effectLst>
              </a:rPr>
              <a:t>Partitional Clustering</a:t>
            </a:r>
          </a:p>
        </p:txBody>
      </p:sp>
      <mc:AlternateContent xmlns:mc="http://schemas.openxmlformats.org/markup-compatibility/2006" xmlns:a14="http://schemas.microsoft.com/office/drawing/2010/main">
        <mc:Choice Requires="a14">
          <p:sp>
            <p:nvSpPr>
              <p:cNvPr id="33795" name="Rectangle 3">
                <a:extLst>
                  <a:ext uri="{FF2B5EF4-FFF2-40B4-BE49-F238E27FC236}">
                    <a16:creationId xmlns:a16="http://schemas.microsoft.com/office/drawing/2014/main" id="{B5FC4FAE-B018-3D56-6EDB-6CA7BA1FAE65}"/>
                  </a:ext>
                </a:extLst>
              </p:cNvPr>
              <p:cNvSpPr>
                <a:spLocks noChangeArrowheads="1"/>
              </p:cNvSpPr>
              <p:nvPr/>
            </p:nvSpPr>
            <p:spPr bwMode="auto">
              <a:xfrm>
                <a:off x="1035" y="1066800"/>
                <a:ext cx="9140896" cy="2473325"/>
              </a:xfrm>
              <a:prstGeom prst="rect">
                <a:avLst/>
              </a:prstGeom>
              <a:noFill/>
              <a:ln>
                <a:noFill/>
              </a:ln>
              <a:effectLst/>
              <a:extLst>
                <a:ext uri="{909E8E84-426E-40DD-AFC4-6F175D3DCCD1}">
                  <a14:hiddenFill>
                    <a:solidFill>
                      <a:schemeClr val="accent1"/>
                    </a:solidFill>
                  </a14:hiddenFill>
                </a:ext>
                <a:ext uri="{91240B29-F687-4F45-9708-019B960494DF}">
                  <a14:hiddenLine w="12700" cap="sq">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lIns="91440" tIns="45720" rIns="91440" bIns="45720" anchor="t"/>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r>
                  <a:rPr lang="en-US" altLang="en-US" dirty="0">
                    <a:latin typeface="Times New Roman"/>
                    <a:cs typeface="Times New Roman"/>
                  </a:rPr>
                  <a:t>Nonhierarchical (non-ranked), each instance is placed in exactly one of </a:t>
                </a:r>
                <a14:m>
                  <m:oMath xmlns:m="http://schemas.openxmlformats.org/officeDocument/2006/math">
                    <m:r>
                      <a:rPr lang="en-US" altLang="en-US" i="1" dirty="0" smtClean="0">
                        <a:solidFill>
                          <a:srgbClr val="FF0000"/>
                        </a:solidFill>
                        <a:latin typeface="Cambria Math" panose="02040503050406030204" pitchFamily="18" charset="0"/>
                        <a:cs typeface="Times New Roman"/>
                      </a:rPr>
                      <m:t>𝐾</m:t>
                    </m:r>
                  </m:oMath>
                </a14:m>
                <a:r>
                  <a:rPr lang="en-US" altLang="en-US" dirty="0">
                    <a:solidFill>
                      <a:srgbClr val="FF0000"/>
                    </a:solidFill>
                    <a:latin typeface="Times New Roman"/>
                    <a:cs typeface="Times New Roman"/>
                  </a:rPr>
                  <a:t> nonoverlapping clusters</a:t>
                </a:r>
                <a:r>
                  <a:rPr lang="en-US" altLang="en-US" dirty="0">
                    <a:latin typeface="Times New Roman"/>
                    <a:cs typeface="Times New Roman"/>
                  </a:rPr>
                  <a:t>.</a:t>
                </a:r>
              </a:p>
              <a:p>
                <a:pPr eaLnBrk="1" hangingPunct="1"/>
                <a:r>
                  <a:rPr lang="en-US" altLang="en-US" dirty="0">
                    <a:latin typeface="Times New Roman"/>
                    <a:cs typeface="Times New Roman"/>
                  </a:rPr>
                  <a:t>Since only one set of clusters is output, the user normally has to input the desired number of clusters </a:t>
                </a:r>
                <a14:m>
                  <m:oMath xmlns:m="http://schemas.openxmlformats.org/officeDocument/2006/math">
                    <m:r>
                      <a:rPr lang="en-US" altLang="en-US" i="1" dirty="0" smtClean="0">
                        <a:latin typeface="Cambria Math" panose="02040503050406030204" pitchFamily="18" charset="0"/>
                        <a:cs typeface="Times New Roman"/>
                      </a:rPr>
                      <m:t>𝐾</m:t>
                    </m:r>
                  </m:oMath>
                </a14:m>
                <a:r>
                  <a:rPr lang="en-US" altLang="en-US" dirty="0">
                    <a:latin typeface="Times New Roman"/>
                    <a:cs typeface="Times New Roman"/>
                  </a:rPr>
                  <a:t>.</a:t>
                </a:r>
              </a:p>
            </p:txBody>
          </p:sp>
        </mc:Choice>
        <mc:Fallback xmlns="">
          <p:sp>
            <p:nvSpPr>
              <p:cNvPr id="33795" name="Rectangle 3">
                <a:extLst>
                  <a:ext uri="{FF2B5EF4-FFF2-40B4-BE49-F238E27FC236}">
                    <a16:creationId xmlns:a16="http://schemas.microsoft.com/office/drawing/2014/main" id="{B5FC4FAE-B018-3D56-6EDB-6CA7BA1FAE65}"/>
                  </a:ext>
                </a:extLst>
              </p:cNvPr>
              <p:cNvSpPr>
                <a:spLocks noRot="1" noChangeAspect="1" noMove="1" noResize="1" noEditPoints="1" noAdjustHandles="1" noChangeArrowheads="1" noChangeShapeType="1" noTextEdit="1"/>
              </p:cNvSpPr>
              <p:nvPr/>
            </p:nvSpPr>
            <p:spPr bwMode="auto">
              <a:xfrm>
                <a:off x="1035" y="1066800"/>
                <a:ext cx="9140896" cy="2473325"/>
              </a:xfrm>
              <a:prstGeom prst="rect">
                <a:avLst/>
              </a:prstGeom>
              <a:blipFill>
                <a:blip r:embed="rId2"/>
                <a:stretch>
                  <a:fillRect l="-1467" t="-3448" r="-1200" b="-1403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nvGrpSpPr>
          <p:cNvPr id="33796" name="Group 4">
            <a:extLst>
              <a:ext uri="{FF2B5EF4-FFF2-40B4-BE49-F238E27FC236}">
                <a16:creationId xmlns:a16="http://schemas.microsoft.com/office/drawing/2014/main" id="{38EFF863-3082-69A9-D509-E07A66932682}"/>
              </a:ext>
            </a:extLst>
          </p:cNvPr>
          <p:cNvGrpSpPr>
            <a:grpSpLocks/>
          </p:cNvGrpSpPr>
          <p:nvPr/>
        </p:nvGrpSpPr>
        <p:grpSpPr bwMode="auto">
          <a:xfrm>
            <a:off x="152400" y="5334000"/>
            <a:ext cx="5029200" cy="1103313"/>
            <a:chOff x="36" y="642"/>
            <a:chExt cx="5760" cy="1413"/>
          </a:xfrm>
        </p:grpSpPr>
        <p:pic>
          <p:nvPicPr>
            <p:cNvPr id="33811" name="Picture 5" descr="Edna Krabappel">
              <a:extLst>
                <a:ext uri="{FF2B5EF4-FFF2-40B4-BE49-F238E27FC236}">
                  <a16:creationId xmlns:a16="http://schemas.microsoft.com/office/drawing/2014/main" id="{62734596-223C-0E19-743D-7A3DE9140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 y="789"/>
              <a:ext cx="513" cy="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12" name="Picture 6" descr="Principal Seymour  Skinner">
              <a:extLst>
                <a:ext uri="{FF2B5EF4-FFF2-40B4-BE49-F238E27FC236}">
                  <a16:creationId xmlns:a16="http://schemas.microsoft.com/office/drawing/2014/main" id="{7EB1B9F0-9D07-BC43-8031-1FACF0C144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4" y="828"/>
              <a:ext cx="514"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13" name="Rectangle 7">
              <a:extLst>
                <a:ext uri="{FF2B5EF4-FFF2-40B4-BE49-F238E27FC236}">
                  <a16:creationId xmlns:a16="http://schemas.microsoft.com/office/drawing/2014/main" id="{97CF30FE-4A15-0FB3-ED86-BAC5F76B55E0}"/>
                </a:ext>
              </a:extLst>
            </p:cNvPr>
            <p:cNvSpPr>
              <a:spLocks noChangeArrowheads="1"/>
            </p:cNvSpPr>
            <p:nvPr/>
          </p:nvSpPr>
          <p:spPr bwMode="auto">
            <a:xfrm>
              <a:off x="36" y="1365"/>
              <a:ext cx="576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3814" name="Picture 8" descr="Groundskeeper Willie">
              <a:extLst>
                <a:ext uri="{FF2B5EF4-FFF2-40B4-BE49-F238E27FC236}">
                  <a16:creationId xmlns:a16="http://schemas.microsoft.com/office/drawing/2014/main" id="{3E359254-E24F-D6EE-F3B0-0BF9B338DA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3" y="920"/>
              <a:ext cx="569"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15" name="Picture 9">
              <a:extLst>
                <a:ext uri="{FF2B5EF4-FFF2-40B4-BE49-F238E27FC236}">
                  <a16:creationId xmlns:a16="http://schemas.microsoft.com/office/drawing/2014/main" id="{4C977988-8A24-143C-7FEB-E286BA9187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9" y="865"/>
              <a:ext cx="635" cy="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16" name="Picture 10">
              <a:extLst>
                <a:ext uri="{FF2B5EF4-FFF2-40B4-BE49-F238E27FC236}">
                  <a16:creationId xmlns:a16="http://schemas.microsoft.com/office/drawing/2014/main" id="{2E6F46FD-58F8-6E4B-082F-FDE22D37EF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95" y="753"/>
              <a:ext cx="580" cy="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17" name="Picture 11">
              <a:extLst>
                <a:ext uri="{FF2B5EF4-FFF2-40B4-BE49-F238E27FC236}">
                  <a16:creationId xmlns:a16="http://schemas.microsoft.com/office/drawing/2014/main" id="{729E5827-34AF-F28C-27DF-B9F18269BFB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4" y="806"/>
              <a:ext cx="592" cy="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18" name="Picture 12">
              <a:extLst>
                <a:ext uri="{FF2B5EF4-FFF2-40B4-BE49-F238E27FC236}">
                  <a16:creationId xmlns:a16="http://schemas.microsoft.com/office/drawing/2014/main" id="{F5591AD6-18DE-FFCD-3EC9-2D58B056F1C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27" y="1090"/>
              <a:ext cx="454" cy="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19" name="Picture 13">
              <a:extLst>
                <a:ext uri="{FF2B5EF4-FFF2-40B4-BE49-F238E27FC236}">
                  <a16:creationId xmlns:a16="http://schemas.microsoft.com/office/drawing/2014/main" id="{B88D0E5F-C447-B155-65F8-8BA28934B3B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95" y="1096"/>
              <a:ext cx="306" cy="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20" name="Picture 14">
              <a:extLst>
                <a:ext uri="{FF2B5EF4-FFF2-40B4-BE49-F238E27FC236}">
                  <a16:creationId xmlns:a16="http://schemas.microsoft.com/office/drawing/2014/main" id="{C1AD4CD8-6EFD-A87B-D59E-067533EFFD4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81" y="642"/>
              <a:ext cx="459" cy="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3797" name="Group 15">
            <a:extLst>
              <a:ext uri="{FF2B5EF4-FFF2-40B4-BE49-F238E27FC236}">
                <a16:creationId xmlns:a16="http://schemas.microsoft.com/office/drawing/2014/main" id="{52B415CB-4774-17D4-0B7A-945F09C958C0}"/>
              </a:ext>
            </a:extLst>
          </p:cNvPr>
          <p:cNvGrpSpPr>
            <a:grpSpLocks/>
          </p:cNvGrpSpPr>
          <p:nvPr/>
        </p:nvGrpSpPr>
        <p:grpSpPr bwMode="auto">
          <a:xfrm>
            <a:off x="6400800" y="5105400"/>
            <a:ext cx="2530475" cy="1487488"/>
            <a:chOff x="1880" y="2584"/>
            <a:chExt cx="1267" cy="745"/>
          </a:xfrm>
        </p:grpSpPr>
        <p:grpSp>
          <p:nvGrpSpPr>
            <p:cNvPr id="33799" name="Group 16">
              <a:extLst>
                <a:ext uri="{FF2B5EF4-FFF2-40B4-BE49-F238E27FC236}">
                  <a16:creationId xmlns:a16="http://schemas.microsoft.com/office/drawing/2014/main" id="{6300D3A3-D00D-5BCC-B1C3-6F846B6866BC}"/>
                </a:ext>
              </a:extLst>
            </p:cNvPr>
            <p:cNvGrpSpPr>
              <a:grpSpLocks/>
            </p:cNvGrpSpPr>
            <p:nvPr/>
          </p:nvGrpSpPr>
          <p:grpSpPr bwMode="auto">
            <a:xfrm>
              <a:off x="1880" y="2584"/>
              <a:ext cx="1267" cy="745"/>
              <a:chOff x="156" y="2634"/>
              <a:chExt cx="2286" cy="1344"/>
            </a:xfrm>
          </p:grpSpPr>
          <p:sp>
            <p:nvSpPr>
              <p:cNvPr id="33809" name="Rectangle 17">
                <a:extLst>
                  <a:ext uri="{FF2B5EF4-FFF2-40B4-BE49-F238E27FC236}">
                    <a16:creationId xmlns:a16="http://schemas.microsoft.com/office/drawing/2014/main" id="{2551BD3D-FA49-EDAA-3CCE-AB251D974821}"/>
                  </a:ext>
                </a:extLst>
              </p:cNvPr>
              <p:cNvSpPr>
                <a:spLocks noChangeArrowheads="1"/>
              </p:cNvSpPr>
              <p:nvPr/>
            </p:nvSpPr>
            <p:spPr bwMode="auto">
              <a:xfrm>
                <a:off x="156" y="2634"/>
                <a:ext cx="1080" cy="1344"/>
              </a:xfrm>
              <a:prstGeom prst="rect">
                <a:avLst/>
              </a:prstGeom>
              <a:solidFill>
                <a:schemeClr val="bg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3810" name="Rectangle 18">
                <a:extLst>
                  <a:ext uri="{FF2B5EF4-FFF2-40B4-BE49-F238E27FC236}">
                    <a16:creationId xmlns:a16="http://schemas.microsoft.com/office/drawing/2014/main" id="{B48C3CE7-4EFE-7AC7-0273-A32C76D82E40}"/>
                  </a:ext>
                </a:extLst>
              </p:cNvPr>
              <p:cNvSpPr>
                <a:spLocks noChangeArrowheads="1"/>
              </p:cNvSpPr>
              <p:nvPr/>
            </p:nvSpPr>
            <p:spPr bwMode="auto">
              <a:xfrm>
                <a:off x="1362" y="2634"/>
                <a:ext cx="1080" cy="1344"/>
              </a:xfrm>
              <a:prstGeom prst="rect">
                <a:avLst/>
              </a:prstGeom>
              <a:solidFill>
                <a:schemeClr val="bg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pic>
          <p:nvPicPr>
            <p:cNvPr id="33800" name="Picture 19" descr="Edna Krabappel">
              <a:extLst>
                <a:ext uri="{FF2B5EF4-FFF2-40B4-BE49-F238E27FC236}">
                  <a16:creationId xmlns:a16="http://schemas.microsoft.com/office/drawing/2014/main" id="{0B46EB24-E7A7-2E33-52EF-9AAF06F52B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0" y="2626"/>
              <a:ext cx="168"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1" name="Picture 20" descr="Principal Seymour  Skinner">
              <a:extLst>
                <a:ext uri="{FF2B5EF4-FFF2-40B4-BE49-F238E27FC236}">
                  <a16:creationId xmlns:a16="http://schemas.microsoft.com/office/drawing/2014/main" id="{27861E73-F2A0-0BF2-EAAF-96A2227F01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1" y="2958"/>
              <a:ext cx="16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2" name="Picture 21" descr="Groundskeeper Willie">
              <a:extLst>
                <a:ext uri="{FF2B5EF4-FFF2-40B4-BE49-F238E27FC236}">
                  <a16:creationId xmlns:a16="http://schemas.microsoft.com/office/drawing/2014/main" id="{C50D020C-6407-BD98-F3ED-7F2F298328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9" y="3005"/>
              <a:ext cx="186"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3" name="Picture 22">
              <a:extLst>
                <a:ext uri="{FF2B5EF4-FFF2-40B4-BE49-F238E27FC236}">
                  <a16:creationId xmlns:a16="http://schemas.microsoft.com/office/drawing/2014/main" id="{3F2F898E-98DA-3CB4-5F3D-2AE24EF210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9" y="2595"/>
              <a:ext cx="20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04" name="Picture 23">
              <a:extLst>
                <a:ext uri="{FF2B5EF4-FFF2-40B4-BE49-F238E27FC236}">
                  <a16:creationId xmlns:a16="http://schemas.microsoft.com/office/drawing/2014/main" id="{5BAF4EBF-2D8D-A5CD-1FCC-60472546456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38" y="2602"/>
              <a:ext cx="190"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05" name="Picture 24">
              <a:extLst>
                <a:ext uri="{FF2B5EF4-FFF2-40B4-BE49-F238E27FC236}">
                  <a16:creationId xmlns:a16="http://schemas.microsoft.com/office/drawing/2014/main" id="{14D2A03C-F9D4-33FF-9F5B-85B1CE17252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7" y="2984"/>
              <a:ext cx="195"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06" name="Picture 25">
              <a:extLst>
                <a:ext uri="{FF2B5EF4-FFF2-40B4-BE49-F238E27FC236}">
                  <a16:creationId xmlns:a16="http://schemas.microsoft.com/office/drawing/2014/main" id="{43FB1269-F854-82A7-3280-08DD5F2C195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85" y="2695"/>
              <a:ext cx="149"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07" name="Picture 26">
              <a:extLst>
                <a:ext uri="{FF2B5EF4-FFF2-40B4-BE49-F238E27FC236}">
                  <a16:creationId xmlns:a16="http://schemas.microsoft.com/office/drawing/2014/main" id="{D1624DB8-10A7-0CE5-BBCA-A505443E66F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91" y="3050"/>
              <a:ext cx="10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08" name="Picture 27">
              <a:extLst>
                <a:ext uri="{FF2B5EF4-FFF2-40B4-BE49-F238E27FC236}">
                  <a16:creationId xmlns:a16="http://schemas.microsoft.com/office/drawing/2014/main" id="{A6E3F3FB-697F-213C-B97C-70547F94F59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13" y="2608"/>
              <a:ext cx="151"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3798" name="AutoShape 28">
            <a:extLst>
              <a:ext uri="{FF2B5EF4-FFF2-40B4-BE49-F238E27FC236}">
                <a16:creationId xmlns:a16="http://schemas.microsoft.com/office/drawing/2014/main" id="{1A1ECD7F-CCF0-77C8-0B3B-5D946E59FE9B}"/>
              </a:ext>
            </a:extLst>
          </p:cNvPr>
          <p:cNvSpPr>
            <a:spLocks noChangeArrowheads="1"/>
          </p:cNvSpPr>
          <p:nvPr/>
        </p:nvSpPr>
        <p:spPr bwMode="auto">
          <a:xfrm>
            <a:off x="5410200" y="5562600"/>
            <a:ext cx="533400" cy="457200"/>
          </a:xfrm>
          <a:prstGeom prst="rightArrow">
            <a:avLst>
              <a:gd name="adj1" fmla="val 50000"/>
              <a:gd name="adj2" fmla="val 29167"/>
            </a:avLst>
          </a:prstGeom>
          <a:solidFill>
            <a:srgbClr val="FF9900"/>
          </a:solidFill>
          <a:ln w="0">
            <a:solidFill>
              <a:srgbClr val="000000"/>
            </a:solidFill>
            <a:miter lim="800000"/>
            <a:headEnd/>
            <a:tailEnd/>
          </a:ln>
          <a:effectLst>
            <a:outerShdw dist="107763" dir="8100000" algn="ctr" rotWithShape="0">
              <a:srgbClr val="808080"/>
            </a:outerShdw>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BDFB634-EC32-D878-FB61-A66CFC9B61E2}"/>
              </a:ext>
            </a:extLst>
          </p:cNvPr>
          <p:cNvSpPr>
            <a:spLocks noChangeArrowheads="1"/>
          </p:cNvSpPr>
          <p:nvPr/>
        </p:nvSpPr>
        <p:spPr bwMode="auto">
          <a:xfrm>
            <a:off x="-2309" y="166568"/>
            <a:ext cx="9101029"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anchor="t">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sz="4000" b="1" dirty="0">
                <a:latin typeface="Times New Roman"/>
                <a:cs typeface="Times New Roman"/>
              </a:rPr>
              <a:t>Algorithm</a:t>
            </a:r>
            <a:r>
              <a:rPr lang="en-US" altLang="en-US" sz="4000" dirty="0">
                <a:latin typeface="Times New Roman"/>
                <a:cs typeface="Times New Roman"/>
              </a:rPr>
              <a:t> </a:t>
            </a:r>
            <a:r>
              <a:rPr lang="en-US" altLang="en-US" sz="4000" i="1" dirty="0">
                <a:latin typeface="Times New Roman"/>
                <a:cs typeface="Times New Roman"/>
              </a:rPr>
              <a:t>k-means clustering</a:t>
            </a:r>
            <a:r>
              <a:rPr lang="en-US" altLang="en-US" sz="4000" dirty="0">
                <a:latin typeface="Times New Roman"/>
                <a:cs typeface="Times New Roman"/>
              </a:rPr>
              <a:t>	</a:t>
            </a:r>
          </a:p>
          <a:p>
            <a:pPr marL="514350" indent="-514350" algn="l" eaLnBrk="1" hangingPunct="1">
              <a:spcBef>
                <a:spcPct val="50000"/>
              </a:spcBef>
              <a:buAutoNum type="arabicPeriod"/>
            </a:pPr>
            <a:r>
              <a:rPr lang="en-US" altLang="en-US" sz="2800" dirty="0">
                <a:latin typeface="Times New Roman"/>
                <a:cs typeface="Times New Roman"/>
              </a:rPr>
              <a:t>Decide on a value for </a:t>
            </a:r>
            <a:r>
              <a:rPr lang="en-US" altLang="en-US" sz="2800" i="1" dirty="0">
                <a:latin typeface="Times New Roman"/>
                <a:cs typeface="Times New Roman"/>
              </a:rPr>
              <a:t>k = # of clusters: </a:t>
            </a:r>
            <a:r>
              <a:rPr lang="en-US" altLang="en-US" sz="2800" i="1" dirty="0">
                <a:solidFill>
                  <a:srgbClr val="FF0000"/>
                </a:solidFill>
                <a:latin typeface="Times New Roman"/>
                <a:cs typeface="Times New Roman"/>
              </a:rPr>
              <a:t>Hyperparameter</a:t>
            </a:r>
            <a:endParaRPr lang="en-US" altLang="en-US" sz="2800" dirty="0">
              <a:latin typeface="Times New Roman"/>
              <a:cs typeface="Times New Roman"/>
            </a:endParaRPr>
          </a:p>
          <a:p>
            <a:pPr algn="l" eaLnBrk="1" hangingPunct="1">
              <a:spcBef>
                <a:spcPct val="50000"/>
              </a:spcBef>
            </a:pPr>
            <a:r>
              <a:rPr lang="en-US" altLang="en-US" sz="2800" dirty="0">
                <a:latin typeface="Times New Roman"/>
                <a:cs typeface="Times New Roman"/>
              </a:rPr>
              <a:t>2. Initialize the </a:t>
            </a:r>
            <a:r>
              <a:rPr lang="en-US" altLang="en-US" sz="2800" i="1" dirty="0">
                <a:latin typeface="Times New Roman"/>
                <a:cs typeface="Times New Roman"/>
              </a:rPr>
              <a:t>k</a:t>
            </a:r>
            <a:r>
              <a:rPr lang="en-US" altLang="en-US" sz="2800" dirty="0">
                <a:latin typeface="Times New Roman"/>
                <a:cs typeface="Times New Roman"/>
              </a:rPr>
              <a:t> cluster centers/centroids (randomly based on an empirical probability distribution of the points).	</a:t>
            </a:r>
          </a:p>
          <a:p>
            <a:pPr algn="l" eaLnBrk="1" hangingPunct="1">
              <a:spcBef>
                <a:spcPct val="50000"/>
              </a:spcBef>
            </a:pPr>
            <a:r>
              <a:rPr lang="en-US" altLang="en-US" sz="2800" dirty="0">
                <a:latin typeface="Times New Roman"/>
                <a:cs typeface="Times New Roman"/>
              </a:rPr>
              <a:t>3. Decide the class memberships of the </a:t>
            </a:r>
            <a:r>
              <a:rPr lang="en-US" altLang="en-US" sz="2800" i="1" dirty="0">
                <a:latin typeface="Times New Roman"/>
                <a:cs typeface="Times New Roman"/>
              </a:rPr>
              <a:t>N</a:t>
            </a:r>
            <a:r>
              <a:rPr lang="en-US" altLang="en-US" sz="2800" dirty="0">
                <a:latin typeface="Times New Roman"/>
                <a:cs typeface="Times New Roman"/>
              </a:rPr>
              <a:t> objects by assigning them to the nearest cluster center.	</a:t>
            </a:r>
          </a:p>
          <a:p>
            <a:pPr algn="l" eaLnBrk="1" hangingPunct="1">
              <a:spcBef>
                <a:spcPct val="50000"/>
              </a:spcBef>
            </a:pPr>
            <a:r>
              <a:rPr lang="en-US" altLang="en-US" sz="2800" dirty="0">
                <a:latin typeface="Times New Roman"/>
                <a:cs typeface="Times New Roman"/>
              </a:rPr>
              <a:t>4. Re-estimate/Update the </a:t>
            </a:r>
            <a:r>
              <a:rPr lang="en-US" altLang="en-US" sz="2800" i="1" dirty="0">
                <a:latin typeface="Times New Roman"/>
                <a:cs typeface="Times New Roman"/>
              </a:rPr>
              <a:t>k</a:t>
            </a:r>
            <a:r>
              <a:rPr lang="en-US" altLang="en-US" sz="2800" dirty="0">
                <a:latin typeface="Times New Roman"/>
                <a:cs typeface="Times New Roman"/>
              </a:rPr>
              <a:t> cluster centers, by assuming the memberships found above are correct by measuring the </a:t>
            </a:r>
            <a:r>
              <a:rPr lang="en-US" altLang="en-US" sz="2800" dirty="0">
                <a:solidFill>
                  <a:srgbClr val="FF0000"/>
                </a:solidFill>
                <a:latin typeface="Times New Roman"/>
                <a:cs typeface="Times New Roman"/>
              </a:rPr>
              <a:t>mean</a:t>
            </a:r>
            <a:r>
              <a:rPr lang="en-US" altLang="en-US" sz="2800" dirty="0">
                <a:latin typeface="Times New Roman"/>
                <a:cs typeface="Times New Roman"/>
              </a:rPr>
              <a:t> position/coordinate of the data samples.	</a:t>
            </a:r>
          </a:p>
          <a:p>
            <a:pPr algn="l" eaLnBrk="1" hangingPunct="1">
              <a:spcBef>
                <a:spcPct val="50000"/>
              </a:spcBef>
            </a:pPr>
            <a:r>
              <a:rPr lang="en-US" altLang="en-US" sz="2800" dirty="0">
                <a:latin typeface="Times New Roman"/>
                <a:cs typeface="Times New Roman"/>
              </a:rPr>
              <a:t>5. If none of the </a:t>
            </a:r>
            <a:r>
              <a:rPr lang="en-US" altLang="en-US" sz="2800" i="1" dirty="0">
                <a:latin typeface="Times New Roman"/>
                <a:cs typeface="Times New Roman"/>
              </a:rPr>
              <a:t>N</a:t>
            </a:r>
            <a:r>
              <a:rPr lang="en-US" altLang="en-US" sz="2800" dirty="0">
                <a:latin typeface="Times New Roman"/>
                <a:cs typeface="Times New Roman"/>
              </a:rPr>
              <a:t> objects changed membership in the last iteration, exit. Otherwise go to 3.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a:extLst>
              <a:ext uri="{FF2B5EF4-FFF2-40B4-BE49-F238E27FC236}">
                <a16:creationId xmlns:a16="http://schemas.microsoft.com/office/drawing/2014/main" id="{B2CEE7E4-3D48-E26B-A521-8D44F91D15BD}"/>
              </a:ext>
            </a:extLst>
          </p:cNvPr>
          <p:cNvSpPr>
            <a:spLocks noChangeArrowheads="1"/>
          </p:cNvSpPr>
          <p:nvPr/>
        </p:nvSpPr>
        <p:spPr bwMode="auto">
          <a:xfrm>
            <a:off x="781050" y="0"/>
            <a:ext cx="7772400" cy="1219200"/>
          </a:xfrm>
          <a:prstGeom prst="rect">
            <a:avLst/>
          </a:prstGeom>
          <a:noFill/>
          <a:ln>
            <a:noFill/>
          </a:ln>
          <a:effectLst/>
        </p:spPr>
        <p:txBody>
          <a:bodyPr lIns="92075" tIns="46038" rIns="92075" bIns="46038" anchor="ctr"/>
          <a:lstStyle>
            <a:lvl1pPr algn="l" eaLnBrk="0" hangingPunct="0">
              <a:defRPr sz="2400">
                <a:solidFill>
                  <a:schemeClr val="tx1"/>
                </a:solidFill>
                <a:latin typeface="Times New Roman" panose="02020603050405020304" pitchFamily="18" charset="0"/>
              </a:defRPr>
            </a:lvl1pPr>
            <a:lvl2pPr algn="l" eaLnBrk="0" hangingPunct="0">
              <a:defRPr sz="2400">
                <a:solidFill>
                  <a:schemeClr val="tx1"/>
                </a:solidFill>
                <a:latin typeface="Times New Roman" panose="02020603050405020304" pitchFamily="18" charset="0"/>
              </a:defRPr>
            </a:lvl2pPr>
            <a:lvl3pPr algn="l" eaLnBrk="0" hangingPunct="0">
              <a:defRPr sz="2400">
                <a:solidFill>
                  <a:schemeClr val="tx1"/>
                </a:solidFill>
                <a:latin typeface="Times New Roman" panose="02020603050405020304" pitchFamily="18" charset="0"/>
              </a:defRPr>
            </a:lvl3pPr>
            <a:lvl4pPr algn="l" eaLnBrk="0" hangingPunct="0">
              <a:defRPr sz="2400">
                <a:solidFill>
                  <a:schemeClr val="tx1"/>
                </a:solidFill>
                <a:latin typeface="Times New Roman" panose="02020603050405020304" pitchFamily="18" charset="0"/>
              </a:defRPr>
            </a:lvl4pPr>
            <a:lvl5pPr algn="l" eaLnBrk="0" hangingPunct="0">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altLang="en-US" sz="4400">
                <a:solidFill>
                  <a:schemeClr val="tx2"/>
                </a:solidFill>
                <a:effectLst>
                  <a:outerShdw blurRad="38100" dist="38100" dir="2700000" algn="tl">
                    <a:srgbClr val="C0C0C0"/>
                  </a:outerShdw>
                </a:effectLst>
              </a:rPr>
              <a:t>Squared Error</a:t>
            </a:r>
          </a:p>
        </p:txBody>
      </p:sp>
      <p:sp>
        <p:nvSpPr>
          <p:cNvPr id="34819" name="Rectangle 3">
            <a:extLst>
              <a:ext uri="{FF2B5EF4-FFF2-40B4-BE49-F238E27FC236}">
                <a16:creationId xmlns:a16="http://schemas.microsoft.com/office/drawing/2014/main" id="{77BE0E59-DFAD-ECF0-D745-0F7656C9ED5E}"/>
              </a:ext>
            </a:extLst>
          </p:cNvPr>
          <p:cNvSpPr>
            <a:spLocks noChangeArrowheads="1"/>
          </p:cNvSpPr>
          <p:nvPr/>
        </p:nvSpPr>
        <p:spPr bwMode="auto">
          <a:xfrm>
            <a:off x="685800" y="1641475"/>
            <a:ext cx="7772400" cy="445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a:p>
        </p:txBody>
      </p:sp>
      <p:pic>
        <p:nvPicPr>
          <p:cNvPr id="34820" name="Picture 4">
            <a:extLst>
              <a:ext uri="{FF2B5EF4-FFF2-40B4-BE49-F238E27FC236}">
                <a16:creationId xmlns:a16="http://schemas.microsoft.com/office/drawing/2014/main" id="{02B22310-4798-9F91-B21F-4C16C9D6B0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057400"/>
            <a:ext cx="4295775"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a14:hiddenLine>
            </a:ext>
          </a:extLst>
        </p:spPr>
      </p:pic>
      <p:grpSp>
        <p:nvGrpSpPr>
          <p:cNvPr id="34821" name="Group 5">
            <a:extLst>
              <a:ext uri="{FF2B5EF4-FFF2-40B4-BE49-F238E27FC236}">
                <a16:creationId xmlns:a16="http://schemas.microsoft.com/office/drawing/2014/main" id="{17A8F439-D040-A7D4-E8FE-9FAB0AF48771}"/>
              </a:ext>
            </a:extLst>
          </p:cNvPr>
          <p:cNvGrpSpPr>
            <a:grpSpLocks/>
          </p:cNvGrpSpPr>
          <p:nvPr/>
        </p:nvGrpSpPr>
        <p:grpSpPr bwMode="auto">
          <a:xfrm>
            <a:off x="4360863" y="1819275"/>
            <a:ext cx="4662487" cy="4589463"/>
            <a:chOff x="3335" y="1557"/>
            <a:chExt cx="2160" cy="2126"/>
          </a:xfrm>
        </p:grpSpPr>
        <p:sp>
          <p:nvSpPr>
            <p:cNvPr id="34838" name="Rectangle 6">
              <a:extLst>
                <a:ext uri="{FF2B5EF4-FFF2-40B4-BE49-F238E27FC236}">
                  <a16:creationId xmlns:a16="http://schemas.microsoft.com/office/drawing/2014/main" id="{2C777777-A984-FD27-A35E-6E2F42187AA8}"/>
                </a:ext>
              </a:extLst>
            </p:cNvPr>
            <p:cNvSpPr>
              <a:spLocks noChangeArrowheads="1"/>
            </p:cNvSpPr>
            <p:nvPr/>
          </p:nvSpPr>
          <p:spPr bwMode="auto">
            <a:xfrm>
              <a:off x="3335" y="1557"/>
              <a:ext cx="2160" cy="211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39" name="Rectangle 7">
              <a:extLst>
                <a:ext uri="{FF2B5EF4-FFF2-40B4-BE49-F238E27FC236}">
                  <a16:creationId xmlns:a16="http://schemas.microsoft.com/office/drawing/2014/main" id="{EF6E6528-4B8E-7882-064F-474787EFAB9B}"/>
                </a:ext>
              </a:extLst>
            </p:cNvPr>
            <p:cNvSpPr>
              <a:spLocks noChangeArrowheads="1"/>
            </p:cNvSpPr>
            <p:nvPr/>
          </p:nvSpPr>
          <p:spPr bwMode="auto">
            <a:xfrm>
              <a:off x="3377" y="1588"/>
              <a:ext cx="22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40" name="Rectangle 8">
              <a:extLst>
                <a:ext uri="{FF2B5EF4-FFF2-40B4-BE49-F238E27FC236}">
                  <a16:creationId xmlns:a16="http://schemas.microsoft.com/office/drawing/2014/main" id="{0F413D89-045B-E43F-3ADA-EABD6672FABB}"/>
                </a:ext>
              </a:extLst>
            </p:cNvPr>
            <p:cNvSpPr>
              <a:spLocks noChangeArrowheads="1"/>
            </p:cNvSpPr>
            <p:nvPr/>
          </p:nvSpPr>
          <p:spPr bwMode="auto">
            <a:xfrm>
              <a:off x="3420" y="1620"/>
              <a:ext cx="106"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10</a:t>
              </a:r>
              <a:endParaRPr lang="en-US" altLang="en-US"/>
            </a:p>
          </p:txBody>
        </p:sp>
        <p:grpSp>
          <p:nvGrpSpPr>
            <p:cNvPr id="34841" name="Group 9">
              <a:extLst>
                <a:ext uri="{FF2B5EF4-FFF2-40B4-BE49-F238E27FC236}">
                  <a16:creationId xmlns:a16="http://schemas.microsoft.com/office/drawing/2014/main" id="{337F9B73-BF1E-CEA0-2438-2402700D745D}"/>
                </a:ext>
              </a:extLst>
            </p:cNvPr>
            <p:cNvGrpSpPr>
              <a:grpSpLocks/>
            </p:cNvGrpSpPr>
            <p:nvPr/>
          </p:nvGrpSpPr>
          <p:grpSpPr bwMode="auto">
            <a:xfrm>
              <a:off x="3413" y="1695"/>
              <a:ext cx="2074" cy="1988"/>
              <a:chOff x="3413" y="1695"/>
              <a:chExt cx="2074" cy="1988"/>
            </a:xfrm>
          </p:grpSpPr>
          <p:sp>
            <p:nvSpPr>
              <p:cNvPr id="34854" name="Rectangle 10">
                <a:extLst>
                  <a:ext uri="{FF2B5EF4-FFF2-40B4-BE49-F238E27FC236}">
                    <a16:creationId xmlns:a16="http://schemas.microsoft.com/office/drawing/2014/main" id="{86369E03-17E5-FB62-E867-35FB33847ACE}"/>
                  </a:ext>
                </a:extLst>
              </p:cNvPr>
              <p:cNvSpPr>
                <a:spLocks noChangeArrowheads="1"/>
              </p:cNvSpPr>
              <p:nvPr/>
            </p:nvSpPr>
            <p:spPr bwMode="auto">
              <a:xfrm>
                <a:off x="3590"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55" name="Rectangle 11">
                <a:extLst>
                  <a:ext uri="{FF2B5EF4-FFF2-40B4-BE49-F238E27FC236}">
                    <a16:creationId xmlns:a16="http://schemas.microsoft.com/office/drawing/2014/main" id="{9DFD9E2A-067B-4B7E-A730-0F5FB99EAD38}"/>
                  </a:ext>
                </a:extLst>
              </p:cNvPr>
              <p:cNvSpPr>
                <a:spLocks noChangeArrowheads="1"/>
              </p:cNvSpPr>
              <p:nvPr/>
            </p:nvSpPr>
            <p:spPr bwMode="auto">
              <a:xfrm>
                <a:off x="3768"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56" name="Rectangle 12">
                <a:extLst>
                  <a:ext uri="{FF2B5EF4-FFF2-40B4-BE49-F238E27FC236}">
                    <a16:creationId xmlns:a16="http://schemas.microsoft.com/office/drawing/2014/main" id="{1844A1DA-6CAB-FC81-DB61-723CDD59A674}"/>
                  </a:ext>
                </a:extLst>
              </p:cNvPr>
              <p:cNvSpPr>
                <a:spLocks noChangeArrowheads="1"/>
              </p:cNvSpPr>
              <p:nvPr/>
            </p:nvSpPr>
            <p:spPr bwMode="auto">
              <a:xfrm>
                <a:off x="3945"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57" name="Rectangle 13">
                <a:extLst>
                  <a:ext uri="{FF2B5EF4-FFF2-40B4-BE49-F238E27FC236}">
                    <a16:creationId xmlns:a16="http://schemas.microsoft.com/office/drawing/2014/main" id="{892B4974-B42E-E6CA-2251-18D1325B1EAE}"/>
                  </a:ext>
                </a:extLst>
              </p:cNvPr>
              <p:cNvSpPr>
                <a:spLocks noChangeArrowheads="1"/>
              </p:cNvSpPr>
              <p:nvPr/>
            </p:nvSpPr>
            <p:spPr bwMode="auto">
              <a:xfrm>
                <a:off x="4123"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58" name="Rectangle 14">
                <a:extLst>
                  <a:ext uri="{FF2B5EF4-FFF2-40B4-BE49-F238E27FC236}">
                    <a16:creationId xmlns:a16="http://schemas.microsoft.com/office/drawing/2014/main" id="{A8355ABF-74ED-3C30-0311-9C9C5029C979}"/>
                  </a:ext>
                </a:extLst>
              </p:cNvPr>
              <p:cNvSpPr>
                <a:spLocks noChangeArrowheads="1"/>
              </p:cNvSpPr>
              <p:nvPr/>
            </p:nvSpPr>
            <p:spPr bwMode="auto">
              <a:xfrm>
                <a:off x="4300"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59" name="Rectangle 15">
                <a:extLst>
                  <a:ext uri="{FF2B5EF4-FFF2-40B4-BE49-F238E27FC236}">
                    <a16:creationId xmlns:a16="http://schemas.microsoft.com/office/drawing/2014/main" id="{8BC2275E-19A0-D4F8-A3BA-090A33CCF2B2}"/>
                  </a:ext>
                </a:extLst>
              </p:cNvPr>
              <p:cNvSpPr>
                <a:spLocks noChangeArrowheads="1"/>
              </p:cNvSpPr>
              <p:nvPr/>
            </p:nvSpPr>
            <p:spPr bwMode="auto">
              <a:xfrm>
                <a:off x="4478"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60" name="Rectangle 16">
                <a:extLst>
                  <a:ext uri="{FF2B5EF4-FFF2-40B4-BE49-F238E27FC236}">
                    <a16:creationId xmlns:a16="http://schemas.microsoft.com/office/drawing/2014/main" id="{14F6ED1F-E5AA-5620-3A28-874C8E35FE36}"/>
                  </a:ext>
                </a:extLst>
              </p:cNvPr>
              <p:cNvSpPr>
                <a:spLocks noChangeArrowheads="1"/>
              </p:cNvSpPr>
              <p:nvPr/>
            </p:nvSpPr>
            <p:spPr bwMode="auto">
              <a:xfrm>
                <a:off x="4655"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61" name="Rectangle 17">
                <a:extLst>
                  <a:ext uri="{FF2B5EF4-FFF2-40B4-BE49-F238E27FC236}">
                    <a16:creationId xmlns:a16="http://schemas.microsoft.com/office/drawing/2014/main" id="{E3810952-C3FB-2FFA-1AC7-AACA6C6C7366}"/>
                  </a:ext>
                </a:extLst>
              </p:cNvPr>
              <p:cNvSpPr>
                <a:spLocks noChangeArrowheads="1"/>
              </p:cNvSpPr>
              <p:nvPr/>
            </p:nvSpPr>
            <p:spPr bwMode="auto">
              <a:xfrm>
                <a:off x="4833"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62" name="Rectangle 18">
                <a:extLst>
                  <a:ext uri="{FF2B5EF4-FFF2-40B4-BE49-F238E27FC236}">
                    <a16:creationId xmlns:a16="http://schemas.microsoft.com/office/drawing/2014/main" id="{BCE1A7BF-EC64-7A4F-0FF8-221B9218A75C}"/>
                  </a:ext>
                </a:extLst>
              </p:cNvPr>
              <p:cNvSpPr>
                <a:spLocks noChangeArrowheads="1"/>
              </p:cNvSpPr>
              <p:nvPr/>
            </p:nvSpPr>
            <p:spPr bwMode="auto">
              <a:xfrm>
                <a:off x="5010"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63" name="Rectangle 19">
                <a:extLst>
                  <a:ext uri="{FF2B5EF4-FFF2-40B4-BE49-F238E27FC236}">
                    <a16:creationId xmlns:a16="http://schemas.microsoft.com/office/drawing/2014/main" id="{0D89CDF2-5C43-0227-9039-3B7BC0C4613B}"/>
                  </a:ext>
                </a:extLst>
              </p:cNvPr>
              <p:cNvSpPr>
                <a:spLocks noChangeArrowheads="1"/>
              </p:cNvSpPr>
              <p:nvPr/>
            </p:nvSpPr>
            <p:spPr bwMode="auto">
              <a:xfrm>
                <a:off x="5188"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64" name="Rectangle 20">
                <a:extLst>
                  <a:ext uri="{FF2B5EF4-FFF2-40B4-BE49-F238E27FC236}">
                    <a16:creationId xmlns:a16="http://schemas.microsoft.com/office/drawing/2014/main" id="{32F953D8-A0FE-80FC-E925-9828C775562A}"/>
                  </a:ext>
                </a:extLst>
              </p:cNvPr>
              <p:cNvSpPr>
                <a:spLocks noChangeArrowheads="1"/>
              </p:cNvSpPr>
              <p:nvPr/>
            </p:nvSpPr>
            <p:spPr bwMode="auto">
              <a:xfrm>
                <a:off x="3590"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65" name="Rectangle 21">
                <a:extLst>
                  <a:ext uri="{FF2B5EF4-FFF2-40B4-BE49-F238E27FC236}">
                    <a16:creationId xmlns:a16="http://schemas.microsoft.com/office/drawing/2014/main" id="{4FE903F8-9FE9-81A9-11B3-3DDF6E00A214}"/>
                  </a:ext>
                </a:extLst>
              </p:cNvPr>
              <p:cNvSpPr>
                <a:spLocks noChangeArrowheads="1"/>
              </p:cNvSpPr>
              <p:nvPr/>
            </p:nvSpPr>
            <p:spPr bwMode="auto">
              <a:xfrm>
                <a:off x="3768"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66" name="Rectangle 22">
                <a:extLst>
                  <a:ext uri="{FF2B5EF4-FFF2-40B4-BE49-F238E27FC236}">
                    <a16:creationId xmlns:a16="http://schemas.microsoft.com/office/drawing/2014/main" id="{8C56332B-D689-4734-F886-97B36CD5B8CC}"/>
                  </a:ext>
                </a:extLst>
              </p:cNvPr>
              <p:cNvSpPr>
                <a:spLocks noChangeArrowheads="1"/>
              </p:cNvSpPr>
              <p:nvPr/>
            </p:nvSpPr>
            <p:spPr bwMode="auto">
              <a:xfrm>
                <a:off x="3945"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67" name="Rectangle 23">
                <a:extLst>
                  <a:ext uri="{FF2B5EF4-FFF2-40B4-BE49-F238E27FC236}">
                    <a16:creationId xmlns:a16="http://schemas.microsoft.com/office/drawing/2014/main" id="{3B233028-3D0C-0207-1665-00409BE311C2}"/>
                  </a:ext>
                </a:extLst>
              </p:cNvPr>
              <p:cNvSpPr>
                <a:spLocks noChangeArrowheads="1"/>
              </p:cNvSpPr>
              <p:nvPr/>
            </p:nvSpPr>
            <p:spPr bwMode="auto">
              <a:xfrm>
                <a:off x="4123"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68" name="Rectangle 24">
                <a:extLst>
                  <a:ext uri="{FF2B5EF4-FFF2-40B4-BE49-F238E27FC236}">
                    <a16:creationId xmlns:a16="http://schemas.microsoft.com/office/drawing/2014/main" id="{499B41AE-F587-4052-A148-AF4D4FE4F0B4}"/>
                  </a:ext>
                </a:extLst>
              </p:cNvPr>
              <p:cNvSpPr>
                <a:spLocks noChangeArrowheads="1"/>
              </p:cNvSpPr>
              <p:nvPr/>
            </p:nvSpPr>
            <p:spPr bwMode="auto">
              <a:xfrm>
                <a:off x="4300"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69" name="Rectangle 25">
                <a:extLst>
                  <a:ext uri="{FF2B5EF4-FFF2-40B4-BE49-F238E27FC236}">
                    <a16:creationId xmlns:a16="http://schemas.microsoft.com/office/drawing/2014/main" id="{00EC382C-373F-3DA0-E5A5-ABAFEA2A84F8}"/>
                  </a:ext>
                </a:extLst>
              </p:cNvPr>
              <p:cNvSpPr>
                <a:spLocks noChangeArrowheads="1"/>
              </p:cNvSpPr>
              <p:nvPr/>
            </p:nvSpPr>
            <p:spPr bwMode="auto">
              <a:xfrm>
                <a:off x="4478"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70" name="Rectangle 26">
                <a:extLst>
                  <a:ext uri="{FF2B5EF4-FFF2-40B4-BE49-F238E27FC236}">
                    <a16:creationId xmlns:a16="http://schemas.microsoft.com/office/drawing/2014/main" id="{FF23F744-7032-92E4-881F-7F3506824553}"/>
                  </a:ext>
                </a:extLst>
              </p:cNvPr>
              <p:cNvSpPr>
                <a:spLocks noChangeArrowheads="1"/>
              </p:cNvSpPr>
              <p:nvPr/>
            </p:nvSpPr>
            <p:spPr bwMode="auto">
              <a:xfrm>
                <a:off x="4655"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71" name="Rectangle 27">
                <a:extLst>
                  <a:ext uri="{FF2B5EF4-FFF2-40B4-BE49-F238E27FC236}">
                    <a16:creationId xmlns:a16="http://schemas.microsoft.com/office/drawing/2014/main" id="{36F2B550-E9B9-9F44-FE4E-8701117CD202}"/>
                  </a:ext>
                </a:extLst>
              </p:cNvPr>
              <p:cNvSpPr>
                <a:spLocks noChangeArrowheads="1"/>
              </p:cNvSpPr>
              <p:nvPr/>
            </p:nvSpPr>
            <p:spPr bwMode="auto">
              <a:xfrm>
                <a:off x="4833"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72" name="Rectangle 28">
                <a:extLst>
                  <a:ext uri="{FF2B5EF4-FFF2-40B4-BE49-F238E27FC236}">
                    <a16:creationId xmlns:a16="http://schemas.microsoft.com/office/drawing/2014/main" id="{EC24715C-0B09-6FB6-156A-8DC1C9CDAC90}"/>
                  </a:ext>
                </a:extLst>
              </p:cNvPr>
              <p:cNvSpPr>
                <a:spLocks noChangeArrowheads="1"/>
              </p:cNvSpPr>
              <p:nvPr/>
            </p:nvSpPr>
            <p:spPr bwMode="auto">
              <a:xfrm>
                <a:off x="5010"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73" name="Rectangle 29">
                <a:extLst>
                  <a:ext uri="{FF2B5EF4-FFF2-40B4-BE49-F238E27FC236}">
                    <a16:creationId xmlns:a16="http://schemas.microsoft.com/office/drawing/2014/main" id="{42021656-70FE-5511-37B9-D5BE1308100F}"/>
                  </a:ext>
                </a:extLst>
              </p:cNvPr>
              <p:cNvSpPr>
                <a:spLocks noChangeArrowheads="1"/>
              </p:cNvSpPr>
              <p:nvPr/>
            </p:nvSpPr>
            <p:spPr bwMode="auto">
              <a:xfrm>
                <a:off x="5188"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74" name="Rectangle 30">
                <a:extLst>
                  <a:ext uri="{FF2B5EF4-FFF2-40B4-BE49-F238E27FC236}">
                    <a16:creationId xmlns:a16="http://schemas.microsoft.com/office/drawing/2014/main" id="{FC323E94-739B-8AAB-7555-8671354688B0}"/>
                  </a:ext>
                </a:extLst>
              </p:cNvPr>
              <p:cNvSpPr>
                <a:spLocks noChangeArrowheads="1"/>
              </p:cNvSpPr>
              <p:nvPr/>
            </p:nvSpPr>
            <p:spPr bwMode="auto">
              <a:xfrm>
                <a:off x="3590"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75" name="Rectangle 31">
                <a:extLst>
                  <a:ext uri="{FF2B5EF4-FFF2-40B4-BE49-F238E27FC236}">
                    <a16:creationId xmlns:a16="http://schemas.microsoft.com/office/drawing/2014/main" id="{0180D6F0-ADD1-DCA9-247C-354046601AFC}"/>
                  </a:ext>
                </a:extLst>
              </p:cNvPr>
              <p:cNvSpPr>
                <a:spLocks noChangeArrowheads="1"/>
              </p:cNvSpPr>
              <p:nvPr/>
            </p:nvSpPr>
            <p:spPr bwMode="auto">
              <a:xfrm>
                <a:off x="3768"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76" name="Rectangle 32">
                <a:extLst>
                  <a:ext uri="{FF2B5EF4-FFF2-40B4-BE49-F238E27FC236}">
                    <a16:creationId xmlns:a16="http://schemas.microsoft.com/office/drawing/2014/main" id="{678EFFD8-258A-D8B7-100A-332E4365AC3A}"/>
                  </a:ext>
                </a:extLst>
              </p:cNvPr>
              <p:cNvSpPr>
                <a:spLocks noChangeArrowheads="1"/>
              </p:cNvSpPr>
              <p:nvPr/>
            </p:nvSpPr>
            <p:spPr bwMode="auto">
              <a:xfrm>
                <a:off x="3945"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77" name="Rectangle 33">
                <a:extLst>
                  <a:ext uri="{FF2B5EF4-FFF2-40B4-BE49-F238E27FC236}">
                    <a16:creationId xmlns:a16="http://schemas.microsoft.com/office/drawing/2014/main" id="{6BD49CC7-8312-ECD7-3A2F-C0E127759AB9}"/>
                  </a:ext>
                </a:extLst>
              </p:cNvPr>
              <p:cNvSpPr>
                <a:spLocks noChangeArrowheads="1"/>
              </p:cNvSpPr>
              <p:nvPr/>
            </p:nvSpPr>
            <p:spPr bwMode="auto">
              <a:xfrm>
                <a:off x="4123"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78" name="Rectangle 34">
                <a:extLst>
                  <a:ext uri="{FF2B5EF4-FFF2-40B4-BE49-F238E27FC236}">
                    <a16:creationId xmlns:a16="http://schemas.microsoft.com/office/drawing/2014/main" id="{522AFFA0-35B7-EF71-755C-DB14CA4C6325}"/>
                  </a:ext>
                </a:extLst>
              </p:cNvPr>
              <p:cNvSpPr>
                <a:spLocks noChangeArrowheads="1"/>
              </p:cNvSpPr>
              <p:nvPr/>
            </p:nvSpPr>
            <p:spPr bwMode="auto">
              <a:xfrm>
                <a:off x="4300"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79" name="Rectangle 35">
                <a:extLst>
                  <a:ext uri="{FF2B5EF4-FFF2-40B4-BE49-F238E27FC236}">
                    <a16:creationId xmlns:a16="http://schemas.microsoft.com/office/drawing/2014/main" id="{F752D8C3-09DC-401B-2248-D94D89A624CD}"/>
                  </a:ext>
                </a:extLst>
              </p:cNvPr>
              <p:cNvSpPr>
                <a:spLocks noChangeArrowheads="1"/>
              </p:cNvSpPr>
              <p:nvPr/>
            </p:nvSpPr>
            <p:spPr bwMode="auto">
              <a:xfrm>
                <a:off x="4478"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80" name="Rectangle 36">
                <a:extLst>
                  <a:ext uri="{FF2B5EF4-FFF2-40B4-BE49-F238E27FC236}">
                    <a16:creationId xmlns:a16="http://schemas.microsoft.com/office/drawing/2014/main" id="{E331B13A-BEF2-6C69-9AB9-D38DF9E997FC}"/>
                  </a:ext>
                </a:extLst>
              </p:cNvPr>
              <p:cNvSpPr>
                <a:spLocks noChangeArrowheads="1"/>
              </p:cNvSpPr>
              <p:nvPr/>
            </p:nvSpPr>
            <p:spPr bwMode="auto">
              <a:xfrm>
                <a:off x="4655"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81" name="Rectangle 37">
                <a:extLst>
                  <a:ext uri="{FF2B5EF4-FFF2-40B4-BE49-F238E27FC236}">
                    <a16:creationId xmlns:a16="http://schemas.microsoft.com/office/drawing/2014/main" id="{FBF86F64-431C-566E-D00A-668121EFD20B}"/>
                  </a:ext>
                </a:extLst>
              </p:cNvPr>
              <p:cNvSpPr>
                <a:spLocks noChangeArrowheads="1"/>
              </p:cNvSpPr>
              <p:nvPr/>
            </p:nvSpPr>
            <p:spPr bwMode="auto">
              <a:xfrm>
                <a:off x="4833"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82" name="Rectangle 38">
                <a:extLst>
                  <a:ext uri="{FF2B5EF4-FFF2-40B4-BE49-F238E27FC236}">
                    <a16:creationId xmlns:a16="http://schemas.microsoft.com/office/drawing/2014/main" id="{28380B89-F5C9-F38C-DDF8-BD4EF16C4227}"/>
                  </a:ext>
                </a:extLst>
              </p:cNvPr>
              <p:cNvSpPr>
                <a:spLocks noChangeArrowheads="1"/>
              </p:cNvSpPr>
              <p:nvPr/>
            </p:nvSpPr>
            <p:spPr bwMode="auto">
              <a:xfrm>
                <a:off x="5010"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83" name="Rectangle 39">
                <a:extLst>
                  <a:ext uri="{FF2B5EF4-FFF2-40B4-BE49-F238E27FC236}">
                    <a16:creationId xmlns:a16="http://schemas.microsoft.com/office/drawing/2014/main" id="{88434439-9E6A-382A-5B90-8E179F7639EF}"/>
                  </a:ext>
                </a:extLst>
              </p:cNvPr>
              <p:cNvSpPr>
                <a:spLocks noChangeArrowheads="1"/>
              </p:cNvSpPr>
              <p:nvPr/>
            </p:nvSpPr>
            <p:spPr bwMode="auto">
              <a:xfrm>
                <a:off x="5188"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84" name="Rectangle 40">
                <a:extLst>
                  <a:ext uri="{FF2B5EF4-FFF2-40B4-BE49-F238E27FC236}">
                    <a16:creationId xmlns:a16="http://schemas.microsoft.com/office/drawing/2014/main" id="{663E2084-E037-2261-ABFF-F61C33FF0568}"/>
                  </a:ext>
                </a:extLst>
              </p:cNvPr>
              <p:cNvSpPr>
                <a:spLocks noChangeArrowheads="1"/>
              </p:cNvSpPr>
              <p:nvPr/>
            </p:nvSpPr>
            <p:spPr bwMode="auto">
              <a:xfrm>
                <a:off x="3590"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85" name="Rectangle 41">
                <a:extLst>
                  <a:ext uri="{FF2B5EF4-FFF2-40B4-BE49-F238E27FC236}">
                    <a16:creationId xmlns:a16="http://schemas.microsoft.com/office/drawing/2014/main" id="{B2D26D61-F130-3BE9-E470-2AC364131729}"/>
                  </a:ext>
                </a:extLst>
              </p:cNvPr>
              <p:cNvSpPr>
                <a:spLocks noChangeArrowheads="1"/>
              </p:cNvSpPr>
              <p:nvPr/>
            </p:nvSpPr>
            <p:spPr bwMode="auto">
              <a:xfrm>
                <a:off x="3768"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86" name="Rectangle 42">
                <a:extLst>
                  <a:ext uri="{FF2B5EF4-FFF2-40B4-BE49-F238E27FC236}">
                    <a16:creationId xmlns:a16="http://schemas.microsoft.com/office/drawing/2014/main" id="{B38C693A-3894-6C1E-A62E-FC1ADA1B7EF5}"/>
                  </a:ext>
                </a:extLst>
              </p:cNvPr>
              <p:cNvSpPr>
                <a:spLocks noChangeArrowheads="1"/>
              </p:cNvSpPr>
              <p:nvPr/>
            </p:nvSpPr>
            <p:spPr bwMode="auto">
              <a:xfrm>
                <a:off x="3945"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87" name="Rectangle 43">
                <a:extLst>
                  <a:ext uri="{FF2B5EF4-FFF2-40B4-BE49-F238E27FC236}">
                    <a16:creationId xmlns:a16="http://schemas.microsoft.com/office/drawing/2014/main" id="{48228C60-C05B-3EC0-9D1B-9C9FF2E399AC}"/>
                  </a:ext>
                </a:extLst>
              </p:cNvPr>
              <p:cNvSpPr>
                <a:spLocks noChangeArrowheads="1"/>
              </p:cNvSpPr>
              <p:nvPr/>
            </p:nvSpPr>
            <p:spPr bwMode="auto">
              <a:xfrm>
                <a:off x="4123"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88" name="Rectangle 44">
                <a:extLst>
                  <a:ext uri="{FF2B5EF4-FFF2-40B4-BE49-F238E27FC236}">
                    <a16:creationId xmlns:a16="http://schemas.microsoft.com/office/drawing/2014/main" id="{0BDFE2B8-B7F5-6BFF-2DEE-117AF2CFFD08}"/>
                  </a:ext>
                </a:extLst>
              </p:cNvPr>
              <p:cNvSpPr>
                <a:spLocks noChangeArrowheads="1"/>
              </p:cNvSpPr>
              <p:nvPr/>
            </p:nvSpPr>
            <p:spPr bwMode="auto">
              <a:xfrm>
                <a:off x="4300"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89" name="Rectangle 45">
                <a:extLst>
                  <a:ext uri="{FF2B5EF4-FFF2-40B4-BE49-F238E27FC236}">
                    <a16:creationId xmlns:a16="http://schemas.microsoft.com/office/drawing/2014/main" id="{21E7EC8A-4F59-2045-CDCE-7D446B4E91EF}"/>
                  </a:ext>
                </a:extLst>
              </p:cNvPr>
              <p:cNvSpPr>
                <a:spLocks noChangeArrowheads="1"/>
              </p:cNvSpPr>
              <p:nvPr/>
            </p:nvSpPr>
            <p:spPr bwMode="auto">
              <a:xfrm>
                <a:off x="4478"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90" name="Rectangle 46">
                <a:extLst>
                  <a:ext uri="{FF2B5EF4-FFF2-40B4-BE49-F238E27FC236}">
                    <a16:creationId xmlns:a16="http://schemas.microsoft.com/office/drawing/2014/main" id="{4C61746B-4243-75F1-4275-E435E0035F49}"/>
                  </a:ext>
                </a:extLst>
              </p:cNvPr>
              <p:cNvSpPr>
                <a:spLocks noChangeArrowheads="1"/>
              </p:cNvSpPr>
              <p:nvPr/>
            </p:nvSpPr>
            <p:spPr bwMode="auto">
              <a:xfrm>
                <a:off x="4655"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91" name="Rectangle 47">
                <a:extLst>
                  <a:ext uri="{FF2B5EF4-FFF2-40B4-BE49-F238E27FC236}">
                    <a16:creationId xmlns:a16="http://schemas.microsoft.com/office/drawing/2014/main" id="{4D96077E-5792-5CE6-C43D-D685A1A4424A}"/>
                  </a:ext>
                </a:extLst>
              </p:cNvPr>
              <p:cNvSpPr>
                <a:spLocks noChangeArrowheads="1"/>
              </p:cNvSpPr>
              <p:nvPr/>
            </p:nvSpPr>
            <p:spPr bwMode="auto">
              <a:xfrm>
                <a:off x="4833"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92" name="Rectangle 48">
                <a:extLst>
                  <a:ext uri="{FF2B5EF4-FFF2-40B4-BE49-F238E27FC236}">
                    <a16:creationId xmlns:a16="http://schemas.microsoft.com/office/drawing/2014/main" id="{C32521ED-BB69-0774-C18B-68BF78268EDE}"/>
                  </a:ext>
                </a:extLst>
              </p:cNvPr>
              <p:cNvSpPr>
                <a:spLocks noChangeArrowheads="1"/>
              </p:cNvSpPr>
              <p:nvPr/>
            </p:nvSpPr>
            <p:spPr bwMode="auto">
              <a:xfrm>
                <a:off x="5010"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93" name="Rectangle 49">
                <a:extLst>
                  <a:ext uri="{FF2B5EF4-FFF2-40B4-BE49-F238E27FC236}">
                    <a16:creationId xmlns:a16="http://schemas.microsoft.com/office/drawing/2014/main" id="{E4698E6A-9CB4-AEF9-1C22-9CBDD90E223E}"/>
                  </a:ext>
                </a:extLst>
              </p:cNvPr>
              <p:cNvSpPr>
                <a:spLocks noChangeArrowheads="1"/>
              </p:cNvSpPr>
              <p:nvPr/>
            </p:nvSpPr>
            <p:spPr bwMode="auto">
              <a:xfrm>
                <a:off x="5188"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94" name="Rectangle 50">
                <a:extLst>
                  <a:ext uri="{FF2B5EF4-FFF2-40B4-BE49-F238E27FC236}">
                    <a16:creationId xmlns:a16="http://schemas.microsoft.com/office/drawing/2014/main" id="{994D01B6-400D-B758-22E9-E4F57170A418}"/>
                  </a:ext>
                </a:extLst>
              </p:cNvPr>
              <p:cNvSpPr>
                <a:spLocks noChangeArrowheads="1"/>
              </p:cNvSpPr>
              <p:nvPr/>
            </p:nvSpPr>
            <p:spPr bwMode="auto">
              <a:xfrm>
                <a:off x="3590"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95" name="Rectangle 51">
                <a:extLst>
                  <a:ext uri="{FF2B5EF4-FFF2-40B4-BE49-F238E27FC236}">
                    <a16:creationId xmlns:a16="http://schemas.microsoft.com/office/drawing/2014/main" id="{9FD5D033-E886-08D0-2BFF-DA26833B5C30}"/>
                  </a:ext>
                </a:extLst>
              </p:cNvPr>
              <p:cNvSpPr>
                <a:spLocks noChangeArrowheads="1"/>
              </p:cNvSpPr>
              <p:nvPr/>
            </p:nvSpPr>
            <p:spPr bwMode="auto">
              <a:xfrm>
                <a:off x="3768"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96" name="Rectangle 52">
                <a:extLst>
                  <a:ext uri="{FF2B5EF4-FFF2-40B4-BE49-F238E27FC236}">
                    <a16:creationId xmlns:a16="http://schemas.microsoft.com/office/drawing/2014/main" id="{11785AC9-7171-9BCC-605C-5762CBD6AD6B}"/>
                  </a:ext>
                </a:extLst>
              </p:cNvPr>
              <p:cNvSpPr>
                <a:spLocks noChangeArrowheads="1"/>
              </p:cNvSpPr>
              <p:nvPr/>
            </p:nvSpPr>
            <p:spPr bwMode="auto">
              <a:xfrm>
                <a:off x="3945"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97" name="Rectangle 53">
                <a:extLst>
                  <a:ext uri="{FF2B5EF4-FFF2-40B4-BE49-F238E27FC236}">
                    <a16:creationId xmlns:a16="http://schemas.microsoft.com/office/drawing/2014/main" id="{6A2A4F54-92C9-D668-4725-9D7DFFA44544}"/>
                  </a:ext>
                </a:extLst>
              </p:cNvPr>
              <p:cNvSpPr>
                <a:spLocks noChangeArrowheads="1"/>
              </p:cNvSpPr>
              <p:nvPr/>
            </p:nvSpPr>
            <p:spPr bwMode="auto">
              <a:xfrm>
                <a:off x="4123"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98" name="Rectangle 54">
                <a:extLst>
                  <a:ext uri="{FF2B5EF4-FFF2-40B4-BE49-F238E27FC236}">
                    <a16:creationId xmlns:a16="http://schemas.microsoft.com/office/drawing/2014/main" id="{0393A9B5-08C0-3BF1-76DE-2750A4016A39}"/>
                  </a:ext>
                </a:extLst>
              </p:cNvPr>
              <p:cNvSpPr>
                <a:spLocks noChangeArrowheads="1"/>
              </p:cNvSpPr>
              <p:nvPr/>
            </p:nvSpPr>
            <p:spPr bwMode="auto">
              <a:xfrm>
                <a:off x="4300"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99" name="Rectangle 55">
                <a:extLst>
                  <a:ext uri="{FF2B5EF4-FFF2-40B4-BE49-F238E27FC236}">
                    <a16:creationId xmlns:a16="http://schemas.microsoft.com/office/drawing/2014/main" id="{47F62284-02E3-590F-F484-6C4148412FB4}"/>
                  </a:ext>
                </a:extLst>
              </p:cNvPr>
              <p:cNvSpPr>
                <a:spLocks noChangeArrowheads="1"/>
              </p:cNvSpPr>
              <p:nvPr/>
            </p:nvSpPr>
            <p:spPr bwMode="auto">
              <a:xfrm>
                <a:off x="4478"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00" name="Rectangle 56">
                <a:extLst>
                  <a:ext uri="{FF2B5EF4-FFF2-40B4-BE49-F238E27FC236}">
                    <a16:creationId xmlns:a16="http://schemas.microsoft.com/office/drawing/2014/main" id="{E3529B89-57FD-07C2-559A-F3B9891175A8}"/>
                  </a:ext>
                </a:extLst>
              </p:cNvPr>
              <p:cNvSpPr>
                <a:spLocks noChangeArrowheads="1"/>
              </p:cNvSpPr>
              <p:nvPr/>
            </p:nvSpPr>
            <p:spPr bwMode="auto">
              <a:xfrm>
                <a:off x="4655"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01" name="Rectangle 57">
                <a:extLst>
                  <a:ext uri="{FF2B5EF4-FFF2-40B4-BE49-F238E27FC236}">
                    <a16:creationId xmlns:a16="http://schemas.microsoft.com/office/drawing/2014/main" id="{C07B93D7-A712-936A-DDA5-12B71ADA7CBD}"/>
                  </a:ext>
                </a:extLst>
              </p:cNvPr>
              <p:cNvSpPr>
                <a:spLocks noChangeArrowheads="1"/>
              </p:cNvSpPr>
              <p:nvPr/>
            </p:nvSpPr>
            <p:spPr bwMode="auto">
              <a:xfrm>
                <a:off x="4833"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02" name="Rectangle 58">
                <a:extLst>
                  <a:ext uri="{FF2B5EF4-FFF2-40B4-BE49-F238E27FC236}">
                    <a16:creationId xmlns:a16="http://schemas.microsoft.com/office/drawing/2014/main" id="{A02AC9E3-42A1-AEF9-4A1F-A133CA609FB6}"/>
                  </a:ext>
                </a:extLst>
              </p:cNvPr>
              <p:cNvSpPr>
                <a:spLocks noChangeArrowheads="1"/>
              </p:cNvSpPr>
              <p:nvPr/>
            </p:nvSpPr>
            <p:spPr bwMode="auto">
              <a:xfrm>
                <a:off x="5010"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03" name="Rectangle 59">
                <a:extLst>
                  <a:ext uri="{FF2B5EF4-FFF2-40B4-BE49-F238E27FC236}">
                    <a16:creationId xmlns:a16="http://schemas.microsoft.com/office/drawing/2014/main" id="{DD88B0E3-3FA9-C6F9-C445-9377002DFDF9}"/>
                  </a:ext>
                </a:extLst>
              </p:cNvPr>
              <p:cNvSpPr>
                <a:spLocks noChangeArrowheads="1"/>
              </p:cNvSpPr>
              <p:nvPr/>
            </p:nvSpPr>
            <p:spPr bwMode="auto">
              <a:xfrm>
                <a:off x="5188"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04" name="Rectangle 60">
                <a:extLst>
                  <a:ext uri="{FF2B5EF4-FFF2-40B4-BE49-F238E27FC236}">
                    <a16:creationId xmlns:a16="http://schemas.microsoft.com/office/drawing/2014/main" id="{DDED4319-6B13-718A-6E20-068367B583EF}"/>
                  </a:ext>
                </a:extLst>
              </p:cNvPr>
              <p:cNvSpPr>
                <a:spLocks noChangeArrowheads="1"/>
              </p:cNvSpPr>
              <p:nvPr/>
            </p:nvSpPr>
            <p:spPr bwMode="auto">
              <a:xfrm>
                <a:off x="3590"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05" name="Rectangle 61">
                <a:extLst>
                  <a:ext uri="{FF2B5EF4-FFF2-40B4-BE49-F238E27FC236}">
                    <a16:creationId xmlns:a16="http://schemas.microsoft.com/office/drawing/2014/main" id="{87DBF6A2-1FA3-4655-6CD0-AF926C047CBB}"/>
                  </a:ext>
                </a:extLst>
              </p:cNvPr>
              <p:cNvSpPr>
                <a:spLocks noChangeArrowheads="1"/>
              </p:cNvSpPr>
              <p:nvPr/>
            </p:nvSpPr>
            <p:spPr bwMode="auto">
              <a:xfrm>
                <a:off x="3768"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06" name="Rectangle 62">
                <a:extLst>
                  <a:ext uri="{FF2B5EF4-FFF2-40B4-BE49-F238E27FC236}">
                    <a16:creationId xmlns:a16="http://schemas.microsoft.com/office/drawing/2014/main" id="{5C20D887-15B9-613C-3474-A2B49F1C93C5}"/>
                  </a:ext>
                </a:extLst>
              </p:cNvPr>
              <p:cNvSpPr>
                <a:spLocks noChangeArrowheads="1"/>
              </p:cNvSpPr>
              <p:nvPr/>
            </p:nvSpPr>
            <p:spPr bwMode="auto">
              <a:xfrm>
                <a:off x="3945"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07" name="Rectangle 63">
                <a:extLst>
                  <a:ext uri="{FF2B5EF4-FFF2-40B4-BE49-F238E27FC236}">
                    <a16:creationId xmlns:a16="http://schemas.microsoft.com/office/drawing/2014/main" id="{E34CED23-23A0-BAE5-8882-666608EAAD11}"/>
                  </a:ext>
                </a:extLst>
              </p:cNvPr>
              <p:cNvSpPr>
                <a:spLocks noChangeArrowheads="1"/>
              </p:cNvSpPr>
              <p:nvPr/>
            </p:nvSpPr>
            <p:spPr bwMode="auto">
              <a:xfrm>
                <a:off x="4123"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08" name="Rectangle 64">
                <a:extLst>
                  <a:ext uri="{FF2B5EF4-FFF2-40B4-BE49-F238E27FC236}">
                    <a16:creationId xmlns:a16="http://schemas.microsoft.com/office/drawing/2014/main" id="{5C99470D-2202-8131-0086-CDEBDB746362}"/>
                  </a:ext>
                </a:extLst>
              </p:cNvPr>
              <p:cNvSpPr>
                <a:spLocks noChangeArrowheads="1"/>
              </p:cNvSpPr>
              <p:nvPr/>
            </p:nvSpPr>
            <p:spPr bwMode="auto">
              <a:xfrm>
                <a:off x="4300"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09" name="Rectangle 65">
                <a:extLst>
                  <a:ext uri="{FF2B5EF4-FFF2-40B4-BE49-F238E27FC236}">
                    <a16:creationId xmlns:a16="http://schemas.microsoft.com/office/drawing/2014/main" id="{A89BB880-8375-8CB7-9138-67117E884A40}"/>
                  </a:ext>
                </a:extLst>
              </p:cNvPr>
              <p:cNvSpPr>
                <a:spLocks noChangeArrowheads="1"/>
              </p:cNvSpPr>
              <p:nvPr/>
            </p:nvSpPr>
            <p:spPr bwMode="auto">
              <a:xfrm>
                <a:off x="4478"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10" name="Rectangle 66">
                <a:extLst>
                  <a:ext uri="{FF2B5EF4-FFF2-40B4-BE49-F238E27FC236}">
                    <a16:creationId xmlns:a16="http://schemas.microsoft.com/office/drawing/2014/main" id="{3DD7933A-7469-3E4A-1796-D980410233BD}"/>
                  </a:ext>
                </a:extLst>
              </p:cNvPr>
              <p:cNvSpPr>
                <a:spLocks noChangeArrowheads="1"/>
              </p:cNvSpPr>
              <p:nvPr/>
            </p:nvSpPr>
            <p:spPr bwMode="auto">
              <a:xfrm>
                <a:off x="4655"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11" name="Rectangle 67">
                <a:extLst>
                  <a:ext uri="{FF2B5EF4-FFF2-40B4-BE49-F238E27FC236}">
                    <a16:creationId xmlns:a16="http://schemas.microsoft.com/office/drawing/2014/main" id="{07E8859D-29EC-A0F6-0417-5DAB3A11A895}"/>
                  </a:ext>
                </a:extLst>
              </p:cNvPr>
              <p:cNvSpPr>
                <a:spLocks noChangeArrowheads="1"/>
              </p:cNvSpPr>
              <p:nvPr/>
            </p:nvSpPr>
            <p:spPr bwMode="auto">
              <a:xfrm>
                <a:off x="4833"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12" name="Rectangle 68">
                <a:extLst>
                  <a:ext uri="{FF2B5EF4-FFF2-40B4-BE49-F238E27FC236}">
                    <a16:creationId xmlns:a16="http://schemas.microsoft.com/office/drawing/2014/main" id="{3C369403-B055-7A3B-4C54-9F193941A32A}"/>
                  </a:ext>
                </a:extLst>
              </p:cNvPr>
              <p:cNvSpPr>
                <a:spLocks noChangeArrowheads="1"/>
              </p:cNvSpPr>
              <p:nvPr/>
            </p:nvSpPr>
            <p:spPr bwMode="auto">
              <a:xfrm>
                <a:off x="5010"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13" name="Rectangle 69">
                <a:extLst>
                  <a:ext uri="{FF2B5EF4-FFF2-40B4-BE49-F238E27FC236}">
                    <a16:creationId xmlns:a16="http://schemas.microsoft.com/office/drawing/2014/main" id="{A045A49F-499E-7E4F-C5EE-1A6EDAC2E4B8}"/>
                  </a:ext>
                </a:extLst>
              </p:cNvPr>
              <p:cNvSpPr>
                <a:spLocks noChangeArrowheads="1"/>
              </p:cNvSpPr>
              <p:nvPr/>
            </p:nvSpPr>
            <p:spPr bwMode="auto">
              <a:xfrm>
                <a:off x="5188"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14" name="Rectangle 70">
                <a:extLst>
                  <a:ext uri="{FF2B5EF4-FFF2-40B4-BE49-F238E27FC236}">
                    <a16:creationId xmlns:a16="http://schemas.microsoft.com/office/drawing/2014/main" id="{99A588A5-10FD-BF3F-DA48-6EC5B85E6957}"/>
                  </a:ext>
                </a:extLst>
              </p:cNvPr>
              <p:cNvSpPr>
                <a:spLocks noChangeArrowheads="1"/>
              </p:cNvSpPr>
              <p:nvPr/>
            </p:nvSpPr>
            <p:spPr bwMode="auto">
              <a:xfrm>
                <a:off x="3590"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15" name="Rectangle 71">
                <a:extLst>
                  <a:ext uri="{FF2B5EF4-FFF2-40B4-BE49-F238E27FC236}">
                    <a16:creationId xmlns:a16="http://schemas.microsoft.com/office/drawing/2014/main" id="{B4AB0CE0-0AA6-FF3D-1812-C460DA0FBA5F}"/>
                  </a:ext>
                </a:extLst>
              </p:cNvPr>
              <p:cNvSpPr>
                <a:spLocks noChangeArrowheads="1"/>
              </p:cNvSpPr>
              <p:nvPr/>
            </p:nvSpPr>
            <p:spPr bwMode="auto">
              <a:xfrm>
                <a:off x="3768"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16" name="Rectangle 72">
                <a:extLst>
                  <a:ext uri="{FF2B5EF4-FFF2-40B4-BE49-F238E27FC236}">
                    <a16:creationId xmlns:a16="http://schemas.microsoft.com/office/drawing/2014/main" id="{AAF241DD-630C-B72F-18DF-259C5D21A41B}"/>
                  </a:ext>
                </a:extLst>
              </p:cNvPr>
              <p:cNvSpPr>
                <a:spLocks noChangeArrowheads="1"/>
              </p:cNvSpPr>
              <p:nvPr/>
            </p:nvSpPr>
            <p:spPr bwMode="auto">
              <a:xfrm>
                <a:off x="3945"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17" name="Rectangle 73">
                <a:extLst>
                  <a:ext uri="{FF2B5EF4-FFF2-40B4-BE49-F238E27FC236}">
                    <a16:creationId xmlns:a16="http://schemas.microsoft.com/office/drawing/2014/main" id="{E4C036AF-BC97-F54D-6428-27AB7F1D1667}"/>
                  </a:ext>
                </a:extLst>
              </p:cNvPr>
              <p:cNvSpPr>
                <a:spLocks noChangeArrowheads="1"/>
              </p:cNvSpPr>
              <p:nvPr/>
            </p:nvSpPr>
            <p:spPr bwMode="auto">
              <a:xfrm>
                <a:off x="4123"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18" name="Rectangle 74">
                <a:extLst>
                  <a:ext uri="{FF2B5EF4-FFF2-40B4-BE49-F238E27FC236}">
                    <a16:creationId xmlns:a16="http://schemas.microsoft.com/office/drawing/2014/main" id="{328C6193-9C2B-BEA7-49C4-BCFD1D437DDE}"/>
                  </a:ext>
                </a:extLst>
              </p:cNvPr>
              <p:cNvSpPr>
                <a:spLocks noChangeArrowheads="1"/>
              </p:cNvSpPr>
              <p:nvPr/>
            </p:nvSpPr>
            <p:spPr bwMode="auto">
              <a:xfrm>
                <a:off x="4300"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19" name="Rectangle 75">
                <a:extLst>
                  <a:ext uri="{FF2B5EF4-FFF2-40B4-BE49-F238E27FC236}">
                    <a16:creationId xmlns:a16="http://schemas.microsoft.com/office/drawing/2014/main" id="{1D5E4ABE-BD81-3274-948A-5AF9A6915986}"/>
                  </a:ext>
                </a:extLst>
              </p:cNvPr>
              <p:cNvSpPr>
                <a:spLocks noChangeArrowheads="1"/>
              </p:cNvSpPr>
              <p:nvPr/>
            </p:nvSpPr>
            <p:spPr bwMode="auto">
              <a:xfrm>
                <a:off x="4478"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20" name="Rectangle 76">
                <a:extLst>
                  <a:ext uri="{FF2B5EF4-FFF2-40B4-BE49-F238E27FC236}">
                    <a16:creationId xmlns:a16="http://schemas.microsoft.com/office/drawing/2014/main" id="{FE51411F-9F66-C384-B946-12A24161D490}"/>
                  </a:ext>
                </a:extLst>
              </p:cNvPr>
              <p:cNvSpPr>
                <a:spLocks noChangeArrowheads="1"/>
              </p:cNvSpPr>
              <p:nvPr/>
            </p:nvSpPr>
            <p:spPr bwMode="auto">
              <a:xfrm>
                <a:off x="4655"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21" name="Rectangle 77">
                <a:extLst>
                  <a:ext uri="{FF2B5EF4-FFF2-40B4-BE49-F238E27FC236}">
                    <a16:creationId xmlns:a16="http://schemas.microsoft.com/office/drawing/2014/main" id="{9B184A15-7733-697E-712C-7E753FA8F68D}"/>
                  </a:ext>
                </a:extLst>
              </p:cNvPr>
              <p:cNvSpPr>
                <a:spLocks noChangeArrowheads="1"/>
              </p:cNvSpPr>
              <p:nvPr/>
            </p:nvSpPr>
            <p:spPr bwMode="auto">
              <a:xfrm>
                <a:off x="4833"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22" name="Rectangle 78">
                <a:extLst>
                  <a:ext uri="{FF2B5EF4-FFF2-40B4-BE49-F238E27FC236}">
                    <a16:creationId xmlns:a16="http://schemas.microsoft.com/office/drawing/2014/main" id="{35A7832F-6E65-4934-50C4-373BD876648A}"/>
                  </a:ext>
                </a:extLst>
              </p:cNvPr>
              <p:cNvSpPr>
                <a:spLocks noChangeArrowheads="1"/>
              </p:cNvSpPr>
              <p:nvPr/>
            </p:nvSpPr>
            <p:spPr bwMode="auto">
              <a:xfrm>
                <a:off x="5010"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23" name="Rectangle 79">
                <a:extLst>
                  <a:ext uri="{FF2B5EF4-FFF2-40B4-BE49-F238E27FC236}">
                    <a16:creationId xmlns:a16="http://schemas.microsoft.com/office/drawing/2014/main" id="{8E1E122D-36C9-2AB4-939C-534A20578D6B}"/>
                  </a:ext>
                </a:extLst>
              </p:cNvPr>
              <p:cNvSpPr>
                <a:spLocks noChangeArrowheads="1"/>
              </p:cNvSpPr>
              <p:nvPr/>
            </p:nvSpPr>
            <p:spPr bwMode="auto">
              <a:xfrm>
                <a:off x="5188"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24" name="Rectangle 80">
                <a:extLst>
                  <a:ext uri="{FF2B5EF4-FFF2-40B4-BE49-F238E27FC236}">
                    <a16:creationId xmlns:a16="http://schemas.microsoft.com/office/drawing/2014/main" id="{8F79E520-5667-6758-8051-A3F04857CCB9}"/>
                  </a:ext>
                </a:extLst>
              </p:cNvPr>
              <p:cNvSpPr>
                <a:spLocks noChangeArrowheads="1"/>
              </p:cNvSpPr>
              <p:nvPr/>
            </p:nvSpPr>
            <p:spPr bwMode="auto">
              <a:xfrm>
                <a:off x="3590"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25" name="Rectangle 81">
                <a:extLst>
                  <a:ext uri="{FF2B5EF4-FFF2-40B4-BE49-F238E27FC236}">
                    <a16:creationId xmlns:a16="http://schemas.microsoft.com/office/drawing/2014/main" id="{39E84465-22C6-A79E-CFB4-3F51EA6AE611}"/>
                  </a:ext>
                </a:extLst>
              </p:cNvPr>
              <p:cNvSpPr>
                <a:spLocks noChangeArrowheads="1"/>
              </p:cNvSpPr>
              <p:nvPr/>
            </p:nvSpPr>
            <p:spPr bwMode="auto">
              <a:xfrm>
                <a:off x="3768"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26" name="Rectangle 82">
                <a:extLst>
                  <a:ext uri="{FF2B5EF4-FFF2-40B4-BE49-F238E27FC236}">
                    <a16:creationId xmlns:a16="http://schemas.microsoft.com/office/drawing/2014/main" id="{379D2BB1-FB6C-D89E-1561-2F15B590598B}"/>
                  </a:ext>
                </a:extLst>
              </p:cNvPr>
              <p:cNvSpPr>
                <a:spLocks noChangeArrowheads="1"/>
              </p:cNvSpPr>
              <p:nvPr/>
            </p:nvSpPr>
            <p:spPr bwMode="auto">
              <a:xfrm>
                <a:off x="3945"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27" name="Rectangle 83">
                <a:extLst>
                  <a:ext uri="{FF2B5EF4-FFF2-40B4-BE49-F238E27FC236}">
                    <a16:creationId xmlns:a16="http://schemas.microsoft.com/office/drawing/2014/main" id="{F92B24C5-1018-EBBE-F610-53772A658656}"/>
                  </a:ext>
                </a:extLst>
              </p:cNvPr>
              <p:cNvSpPr>
                <a:spLocks noChangeArrowheads="1"/>
              </p:cNvSpPr>
              <p:nvPr/>
            </p:nvSpPr>
            <p:spPr bwMode="auto">
              <a:xfrm>
                <a:off x="4123"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28" name="Rectangle 84">
                <a:extLst>
                  <a:ext uri="{FF2B5EF4-FFF2-40B4-BE49-F238E27FC236}">
                    <a16:creationId xmlns:a16="http://schemas.microsoft.com/office/drawing/2014/main" id="{B6DB0D1A-D980-DDD6-FCDE-5B3A8DBBA747}"/>
                  </a:ext>
                </a:extLst>
              </p:cNvPr>
              <p:cNvSpPr>
                <a:spLocks noChangeArrowheads="1"/>
              </p:cNvSpPr>
              <p:nvPr/>
            </p:nvSpPr>
            <p:spPr bwMode="auto">
              <a:xfrm>
                <a:off x="4300"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29" name="Rectangle 85">
                <a:extLst>
                  <a:ext uri="{FF2B5EF4-FFF2-40B4-BE49-F238E27FC236}">
                    <a16:creationId xmlns:a16="http://schemas.microsoft.com/office/drawing/2014/main" id="{BB46A5B6-5C3F-DFAA-6993-6B2470AC076D}"/>
                  </a:ext>
                </a:extLst>
              </p:cNvPr>
              <p:cNvSpPr>
                <a:spLocks noChangeArrowheads="1"/>
              </p:cNvSpPr>
              <p:nvPr/>
            </p:nvSpPr>
            <p:spPr bwMode="auto">
              <a:xfrm>
                <a:off x="4478"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30" name="Rectangle 86">
                <a:extLst>
                  <a:ext uri="{FF2B5EF4-FFF2-40B4-BE49-F238E27FC236}">
                    <a16:creationId xmlns:a16="http://schemas.microsoft.com/office/drawing/2014/main" id="{2D8E17B9-D367-D451-E2AE-857AD4B13BB4}"/>
                  </a:ext>
                </a:extLst>
              </p:cNvPr>
              <p:cNvSpPr>
                <a:spLocks noChangeArrowheads="1"/>
              </p:cNvSpPr>
              <p:nvPr/>
            </p:nvSpPr>
            <p:spPr bwMode="auto">
              <a:xfrm>
                <a:off x="4655"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31" name="Rectangle 87">
                <a:extLst>
                  <a:ext uri="{FF2B5EF4-FFF2-40B4-BE49-F238E27FC236}">
                    <a16:creationId xmlns:a16="http://schemas.microsoft.com/office/drawing/2014/main" id="{679800F7-6AFC-43F4-A0D3-8B9223B2F81A}"/>
                  </a:ext>
                </a:extLst>
              </p:cNvPr>
              <p:cNvSpPr>
                <a:spLocks noChangeArrowheads="1"/>
              </p:cNvSpPr>
              <p:nvPr/>
            </p:nvSpPr>
            <p:spPr bwMode="auto">
              <a:xfrm>
                <a:off x="4833"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32" name="Rectangle 88">
                <a:extLst>
                  <a:ext uri="{FF2B5EF4-FFF2-40B4-BE49-F238E27FC236}">
                    <a16:creationId xmlns:a16="http://schemas.microsoft.com/office/drawing/2014/main" id="{9738631F-13E0-3EB8-7BD0-8CC05B863617}"/>
                  </a:ext>
                </a:extLst>
              </p:cNvPr>
              <p:cNvSpPr>
                <a:spLocks noChangeArrowheads="1"/>
              </p:cNvSpPr>
              <p:nvPr/>
            </p:nvSpPr>
            <p:spPr bwMode="auto">
              <a:xfrm>
                <a:off x="5010"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33" name="Rectangle 89">
                <a:extLst>
                  <a:ext uri="{FF2B5EF4-FFF2-40B4-BE49-F238E27FC236}">
                    <a16:creationId xmlns:a16="http://schemas.microsoft.com/office/drawing/2014/main" id="{ED2EB6C3-0182-4D65-06BE-1349D998441E}"/>
                  </a:ext>
                </a:extLst>
              </p:cNvPr>
              <p:cNvSpPr>
                <a:spLocks noChangeArrowheads="1"/>
              </p:cNvSpPr>
              <p:nvPr/>
            </p:nvSpPr>
            <p:spPr bwMode="auto">
              <a:xfrm>
                <a:off x="5188"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34" name="Rectangle 90">
                <a:extLst>
                  <a:ext uri="{FF2B5EF4-FFF2-40B4-BE49-F238E27FC236}">
                    <a16:creationId xmlns:a16="http://schemas.microsoft.com/office/drawing/2014/main" id="{81E4197D-AD0C-D244-2CD3-D83E583FEA16}"/>
                  </a:ext>
                </a:extLst>
              </p:cNvPr>
              <p:cNvSpPr>
                <a:spLocks noChangeArrowheads="1"/>
              </p:cNvSpPr>
              <p:nvPr/>
            </p:nvSpPr>
            <p:spPr bwMode="auto">
              <a:xfrm>
                <a:off x="3590"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35" name="Rectangle 91">
                <a:extLst>
                  <a:ext uri="{FF2B5EF4-FFF2-40B4-BE49-F238E27FC236}">
                    <a16:creationId xmlns:a16="http://schemas.microsoft.com/office/drawing/2014/main" id="{114403C4-5FF8-C7CD-C095-37BEBC2AAF92}"/>
                  </a:ext>
                </a:extLst>
              </p:cNvPr>
              <p:cNvSpPr>
                <a:spLocks noChangeArrowheads="1"/>
              </p:cNvSpPr>
              <p:nvPr/>
            </p:nvSpPr>
            <p:spPr bwMode="auto">
              <a:xfrm>
                <a:off x="3768"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36" name="Rectangle 92">
                <a:extLst>
                  <a:ext uri="{FF2B5EF4-FFF2-40B4-BE49-F238E27FC236}">
                    <a16:creationId xmlns:a16="http://schemas.microsoft.com/office/drawing/2014/main" id="{18B0FBE6-2844-3C9B-0289-03BCB440096C}"/>
                  </a:ext>
                </a:extLst>
              </p:cNvPr>
              <p:cNvSpPr>
                <a:spLocks noChangeArrowheads="1"/>
              </p:cNvSpPr>
              <p:nvPr/>
            </p:nvSpPr>
            <p:spPr bwMode="auto">
              <a:xfrm>
                <a:off x="3945"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37" name="Rectangle 93">
                <a:extLst>
                  <a:ext uri="{FF2B5EF4-FFF2-40B4-BE49-F238E27FC236}">
                    <a16:creationId xmlns:a16="http://schemas.microsoft.com/office/drawing/2014/main" id="{F8759502-F9BE-D3F9-F2EE-CD1B3FC10829}"/>
                  </a:ext>
                </a:extLst>
              </p:cNvPr>
              <p:cNvSpPr>
                <a:spLocks noChangeArrowheads="1"/>
              </p:cNvSpPr>
              <p:nvPr/>
            </p:nvSpPr>
            <p:spPr bwMode="auto">
              <a:xfrm>
                <a:off x="4123"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38" name="Rectangle 94">
                <a:extLst>
                  <a:ext uri="{FF2B5EF4-FFF2-40B4-BE49-F238E27FC236}">
                    <a16:creationId xmlns:a16="http://schemas.microsoft.com/office/drawing/2014/main" id="{2AFE140B-0891-CEC9-A8BC-B2C76CB758DD}"/>
                  </a:ext>
                </a:extLst>
              </p:cNvPr>
              <p:cNvSpPr>
                <a:spLocks noChangeArrowheads="1"/>
              </p:cNvSpPr>
              <p:nvPr/>
            </p:nvSpPr>
            <p:spPr bwMode="auto">
              <a:xfrm>
                <a:off x="4300"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39" name="Rectangle 95">
                <a:extLst>
                  <a:ext uri="{FF2B5EF4-FFF2-40B4-BE49-F238E27FC236}">
                    <a16:creationId xmlns:a16="http://schemas.microsoft.com/office/drawing/2014/main" id="{C24A4FE8-A5F6-D01D-C143-47D3439D5288}"/>
                  </a:ext>
                </a:extLst>
              </p:cNvPr>
              <p:cNvSpPr>
                <a:spLocks noChangeArrowheads="1"/>
              </p:cNvSpPr>
              <p:nvPr/>
            </p:nvSpPr>
            <p:spPr bwMode="auto">
              <a:xfrm>
                <a:off x="4478"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40" name="Rectangle 96">
                <a:extLst>
                  <a:ext uri="{FF2B5EF4-FFF2-40B4-BE49-F238E27FC236}">
                    <a16:creationId xmlns:a16="http://schemas.microsoft.com/office/drawing/2014/main" id="{B86238F4-40EE-1EC6-F795-F69ECCB18FD5}"/>
                  </a:ext>
                </a:extLst>
              </p:cNvPr>
              <p:cNvSpPr>
                <a:spLocks noChangeArrowheads="1"/>
              </p:cNvSpPr>
              <p:nvPr/>
            </p:nvSpPr>
            <p:spPr bwMode="auto">
              <a:xfrm>
                <a:off x="4655"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41" name="Rectangle 97">
                <a:extLst>
                  <a:ext uri="{FF2B5EF4-FFF2-40B4-BE49-F238E27FC236}">
                    <a16:creationId xmlns:a16="http://schemas.microsoft.com/office/drawing/2014/main" id="{0CB6E8AF-20A1-46F3-48EA-9BA514720AD4}"/>
                  </a:ext>
                </a:extLst>
              </p:cNvPr>
              <p:cNvSpPr>
                <a:spLocks noChangeArrowheads="1"/>
              </p:cNvSpPr>
              <p:nvPr/>
            </p:nvSpPr>
            <p:spPr bwMode="auto">
              <a:xfrm>
                <a:off x="4833"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42" name="Rectangle 98">
                <a:extLst>
                  <a:ext uri="{FF2B5EF4-FFF2-40B4-BE49-F238E27FC236}">
                    <a16:creationId xmlns:a16="http://schemas.microsoft.com/office/drawing/2014/main" id="{ED0FF51B-4C0C-6C07-7610-5B857F502EFA}"/>
                  </a:ext>
                </a:extLst>
              </p:cNvPr>
              <p:cNvSpPr>
                <a:spLocks noChangeArrowheads="1"/>
              </p:cNvSpPr>
              <p:nvPr/>
            </p:nvSpPr>
            <p:spPr bwMode="auto">
              <a:xfrm>
                <a:off x="5010"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43" name="Rectangle 99">
                <a:extLst>
                  <a:ext uri="{FF2B5EF4-FFF2-40B4-BE49-F238E27FC236}">
                    <a16:creationId xmlns:a16="http://schemas.microsoft.com/office/drawing/2014/main" id="{EC6446D2-7A95-E5F9-AEA4-E8753F5A7E27}"/>
                  </a:ext>
                </a:extLst>
              </p:cNvPr>
              <p:cNvSpPr>
                <a:spLocks noChangeArrowheads="1"/>
              </p:cNvSpPr>
              <p:nvPr/>
            </p:nvSpPr>
            <p:spPr bwMode="auto">
              <a:xfrm>
                <a:off x="5188"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44" name="Rectangle 100">
                <a:extLst>
                  <a:ext uri="{FF2B5EF4-FFF2-40B4-BE49-F238E27FC236}">
                    <a16:creationId xmlns:a16="http://schemas.microsoft.com/office/drawing/2014/main" id="{D9CE7234-AC82-2CC5-0CBE-87BA86512D65}"/>
                  </a:ext>
                </a:extLst>
              </p:cNvPr>
              <p:cNvSpPr>
                <a:spLocks noChangeArrowheads="1"/>
              </p:cNvSpPr>
              <p:nvPr/>
            </p:nvSpPr>
            <p:spPr bwMode="auto">
              <a:xfrm>
                <a:off x="3590"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45" name="Rectangle 101">
                <a:extLst>
                  <a:ext uri="{FF2B5EF4-FFF2-40B4-BE49-F238E27FC236}">
                    <a16:creationId xmlns:a16="http://schemas.microsoft.com/office/drawing/2014/main" id="{DD34506B-6207-9A51-8962-3E156C69A3B0}"/>
                  </a:ext>
                </a:extLst>
              </p:cNvPr>
              <p:cNvSpPr>
                <a:spLocks noChangeArrowheads="1"/>
              </p:cNvSpPr>
              <p:nvPr/>
            </p:nvSpPr>
            <p:spPr bwMode="auto">
              <a:xfrm>
                <a:off x="3768"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46" name="Rectangle 102">
                <a:extLst>
                  <a:ext uri="{FF2B5EF4-FFF2-40B4-BE49-F238E27FC236}">
                    <a16:creationId xmlns:a16="http://schemas.microsoft.com/office/drawing/2014/main" id="{34B5DEAA-A881-7073-D631-67F7763A26B1}"/>
                  </a:ext>
                </a:extLst>
              </p:cNvPr>
              <p:cNvSpPr>
                <a:spLocks noChangeArrowheads="1"/>
              </p:cNvSpPr>
              <p:nvPr/>
            </p:nvSpPr>
            <p:spPr bwMode="auto">
              <a:xfrm>
                <a:off x="3945"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47" name="Rectangle 103">
                <a:extLst>
                  <a:ext uri="{FF2B5EF4-FFF2-40B4-BE49-F238E27FC236}">
                    <a16:creationId xmlns:a16="http://schemas.microsoft.com/office/drawing/2014/main" id="{AC11DED0-9ABB-CFDB-9468-A13A118F5589}"/>
                  </a:ext>
                </a:extLst>
              </p:cNvPr>
              <p:cNvSpPr>
                <a:spLocks noChangeArrowheads="1"/>
              </p:cNvSpPr>
              <p:nvPr/>
            </p:nvSpPr>
            <p:spPr bwMode="auto">
              <a:xfrm>
                <a:off x="4123"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48" name="Rectangle 104">
                <a:extLst>
                  <a:ext uri="{FF2B5EF4-FFF2-40B4-BE49-F238E27FC236}">
                    <a16:creationId xmlns:a16="http://schemas.microsoft.com/office/drawing/2014/main" id="{78C09B79-07AA-7712-3E8C-8CCDC0B9F7CF}"/>
                  </a:ext>
                </a:extLst>
              </p:cNvPr>
              <p:cNvSpPr>
                <a:spLocks noChangeArrowheads="1"/>
              </p:cNvSpPr>
              <p:nvPr/>
            </p:nvSpPr>
            <p:spPr bwMode="auto">
              <a:xfrm>
                <a:off x="4300"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49" name="Rectangle 105">
                <a:extLst>
                  <a:ext uri="{FF2B5EF4-FFF2-40B4-BE49-F238E27FC236}">
                    <a16:creationId xmlns:a16="http://schemas.microsoft.com/office/drawing/2014/main" id="{E2A16AB6-010B-D46C-43AC-6EBD0F1D02DE}"/>
                  </a:ext>
                </a:extLst>
              </p:cNvPr>
              <p:cNvSpPr>
                <a:spLocks noChangeArrowheads="1"/>
              </p:cNvSpPr>
              <p:nvPr/>
            </p:nvSpPr>
            <p:spPr bwMode="auto">
              <a:xfrm>
                <a:off x="4478"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50" name="Rectangle 106">
                <a:extLst>
                  <a:ext uri="{FF2B5EF4-FFF2-40B4-BE49-F238E27FC236}">
                    <a16:creationId xmlns:a16="http://schemas.microsoft.com/office/drawing/2014/main" id="{3458B436-AACB-64CF-FF7F-2BE58FF15441}"/>
                  </a:ext>
                </a:extLst>
              </p:cNvPr>
              <p:cNvSpPr>
                <a:spLocks noChangeArrowheads="1"/>
              </p:cNvSpPr>
              <p:nvPr/>
            </p:nvSpPr>
            <p:spPr bwMode="auto">
              <a:xfrm>
                <a:off x="4655"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51" name="Rectangle 107">
                <a:extLst>
                  <a:ext uri="{FF2B5EF4-FFF2-40B4-BE49-F238E27FC236}">
                    <a16:creationId xmlns:a16="http://schemas.microsoft.com/office/drawing/2014/main" id="{547F4D70-91B2-B4C0-7F88-A9F40BEB72E5}"/>
                  </a:ext>
                </a:extLst>
              </p:cNvPr>
              <p:cNvSpPr>
                <a:spLocks noChangeArrowheads="1"/>
              </p:cNvSpPr>
              <p:nvPr/>
            </p:nvSpPr>
            <p:spPr bwMode="auto">
              <a:xfrm>
                <a:off x="4833"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52" name="Rectangle 108">
                <a:extLst>
                  <a:ext uri="{FF2B5EF4-FFF2-40B4-BE49-F238E27FC236}">
                    <a16:creationId xmlns:a16="http://schemas.microsoft.com/office/drawing/2014/main" id="{82323D4A-7A14-028F-3CAF-FA38BA45684C}"/>
                  </a:ext>
                </a:extLst>
              </p:cNvPr>
              <p:cNvSpPr>
                <a:spLocks noChangeArrowheads="1"/>
              </p:cNvSpPr>
              <p:nvPr/>
            </p:nvSpPr>
            <p:spPr bwMode="auto">
              <a:xfrm>
                <a:off x="5010"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53" name="Rectangle 109">
                <a:extLst>
                  <a:ext uri="{FF2B5EF4-FFF2-40B4-BE49-F238E27FC236}">
                    <a16:creationId xmlns:a16="http://schemas.microsoft.com/office/drawing/2014/main" id="{C6CA30B9-1D07-70C1-C57D-D499AF94BA40}"/>
                  </a:ext>
                </a:extLst>
              </p:cNvPr>
              <p:cNvSpPr>
                <a:spLocks noChangeArrowheads="1"/>
              </p:cNvSpPr>
              <p:nvPr/>
            </p:nvSpPr>
            <p:spPr bwMode="auto">
              <a:xfrm>
                <a:off x="5188"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54" name="Rectangle 110">
                <a:extLst>
                  <a:ext uri="{FF2B5EF4-FFF2-40B4-BE49-F238E27FC236}">
                    <a16:creationId xmlns:a16="http://schemas.microsoft.com/office/drawing/2014/main" id="{37214758-EC22-0F9F-1997-42213CB8141D}"/>
                  </a:ext>
                </a:extLst>
              </p:cNvPr>
              <p:cNvSpPr>
                <a:spLocks noChangeArrowheads="1"/>
              </p:cNvSpPr>
              <p:nvPr/>
            </p:nvSpPr>
            <p:spPr bwMode="auto">
              <a:xfrm>
                <a:off x="3697"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55" name="Rectangle 111">
                <a:extLst>
                  <a:ext uri="{FF2B5EF4-FFF2-40B4-BE49-F238E27FC236}">
                    <a16:creationId xmlns:a16="http://schemas.microsoft.com/office/drawing/2014/main" id="{9A3BFBA5-205A-6552-08F2-305C37049D67}"/>
                  </a:ext>
                </a:extLst>
              </p:cNvPr>
              <p:cNvSpPr>
                <a:spLocks noChangeArrowheads="1"/>
              </p:cNvSpPr>
              <p:nvPr/>
            </p:nvSpPr>
            <p:spPr bwMode="auto">
              <a:xfrm>
                <a:off x="3740"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a:t>
                </a:r>
                <a:endParaRPr lang="en-US" altLang="en-US"/>
              </a:p>
            </p:txBody>
          </p:sp>
          <p:sp>
            <p:nvSpPr>
              <p:cNvPr id="34956" name="Rectangle 112">
                <a:extLst>
                  <a:ext uri="{FF2B5EF4-FFF2-40B4-BE49-F238E27FC236}">
                    <a16:creationId xmlns:a16="http://schemas.microsoft.com/office/drawing/2014/main" id="{586A66B7-C9DF-17D0-1C24-B74434FAC05D}"/>
                  </a:ext>
                </a:extLst>
              </p:cNvPr>
              <p:cNvSpPr>
                <a:spLocks noChangeArrowheads="1"/>
              </p:cNvSpPr>
              <p:nvPr/>
            </p:nvSpPr>
            <p:spPr bwMode="auto">
              <a:xfrm>
                <a:off x="3874"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57" name="Rectangle 113">
                <a:extLst>
                  <a:ext uri="{FF2B5EF4-FFF2-40B4-BE49-F238E27FC236}">
                    <a16:creationId xmlns:a16="http://schemas.microsoft.com/office/drawing/2014/main" id="{0B56DFEE-CF27-D561-0E9A-98C6C62E3D5D}"/>
                  </a:ext>
                </a:extLst>
              </p:cNvPr>
              <p:cNvSpPr>
                <a:spLocks noChangeArrowheads="1"/>
              </p:cNvSpPr>
              <p:nvPr/>
            </p:nvSpPr>
            <p:spPr bwMode="auto">
              <a:xfrm>
                <a:off x="3917"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2</a:t>
                </a:r>
                <a:endParaRPr lang="en-US" altLang="en-US"/>
              </a:p>
            </p:txBody>
          </p:sp>
          <p:sp>
            <p:nvSpPr>
              <p:cNvPr id="34958" name="Rectangle 114">
                <a:extLst>
                  <a:ext uri="{FF2B5EF4-FFF2-40B4-BE49-F238E27FC236}">
                    <a16:creationId xmlns:a16="http://schemas.microsoft.com/office/drawing/2014/main" id="{05DD2855-75BA-AA5C-E6BF-D43F2B6E807B}"/>
                  </a:ext>
                </a:extLst>
              </p:cNvPr>
              <p:cNvSpPr>
                <a:spLocks noChangeArrowheads="1"/>
              </p:cNvSpPr>
              <p:nvPr/>
            </p:nvSpPr>
            <p:spPr bwMode="auto">
              <a:xfrm>
                <a:off x="4052"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59" name="Rectangle 115">
                <a:extLst>
                  <a:ext uri="{FF2B5EF4-FFF2-40B4-BE49-F238E27FC236}">
                    <a16:creationId xmlns:a16="http://schemas.microsoft.com/office/drawing/2014/main" id="{A8A06CED-4274-BE8A-2873-F31F3C7BBC08}"/>
                  </a:ext>
                </a:extLst>
              </p:cNvPr>
              <p:cNvSpPr>
                <a:spLocks noChangeArrowheads="1"/>
              </p:cNvSpPr>
              <p:nvPr/>
            </p:nvSpPr>
            <p:spPr bwMode="auto">
              <a:xfrm>
                <a:off x="4095"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3</a:t>
                </a:r>
                <a:endParaRPr lang="en-US" altLang="en-US"/>
              </a:p>
            </p:txBody>
          </p:sp>
          <p:sp>
            <p:nvSpPr>
              <p:cNvPr id="34960" name="Rectangle 116">
                <a:extLst>
                  <a:ext uri="{FF2B5EF4-FFF2-40B4-BE49-F238E27FC236}">
                    <a16:creationId xmlns:a16="http://schemas.microsoft.com/office/drawing/2014/main" id="{0DAB9C81-1A42-8FE6-7890-9E8D6B0E6D72}"/>
                  </a:ext>
                </a:extLst>
              </p:cNvPr>
              <p:cNvSpPr>
                <a:spLocks noChangeArrowheads="1"/>
              </p:cNvSpPr>
              <p:nvPr/>
            </p:nvSpPr>
            <p:spPr bwMode="auto">
              <a:xfrm>
                <a:off x="4229"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61" name="Rectangle 117">
                <a:extLst>
                  <a:ext uri="{FF2B5EF4-FFF2-40B4-BE49-F238E27FC236}">
                    <a16:creationId xmlns:a16="http://schemas.microsoft.com/office/drawing/2014/main" id="{5B5DA313-695C-43D4-F49C-0C8B7A4FDE3C}"/>
                  </a:ext>
                </a:extLst>
              </p:cNvPr>
              <p:cNvSpPr>
                <a:spLocks noChangeArrowheads="1"/>
              </p:cNvSpPr>
              <p:nvPr/>
            </p:nvSpPr>
            <p:spPr bwMode="auto">
              <a:xfrm>
                <a:off x="4272"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4</a:t>
                </a:r>
                <a:endParaRPr lang="en-US" altLang="en-US"/>
              </a:p>
            </p:txBody>
          </p:sp>
          <p:sp>
            <p:nvSpPr>
              <p:cNvPr id="34962" name="Rectangle 118">
                <a:extLst>
                  <a:ext uri="{FF2B5EF4-FFF2-40B4-BE49-F238E27FC236}">
                    <a16:creationId xmlns:a16="http://schemas.microsoft.com/office/drawing/2014/main" id="{CEEB07E7-2C71-B5A2-D623-4040BE8F57C2}"/>
                  </a:ext>
                </a:extLst>
              </p:cNvPr>
              <p:cNvSpPr>
                <a:spLocks noChangeArrowheads="1"/>
              </p:cNvSpPr>
              <p:nvPr/>
            </p:nvSpPr>
            <p:spPr bwMode="auto">
              <a:xfrm>
                <a:off x="4407"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63" name="Rectangle 119">
                <a:extLst>
                  <a:ext uri="{FF2B5EF4-FFF2-40B4-BE49-F238E27FC236}">
                    <a16:creationId xmlns:a16="http://schemas.microsoft.com/office/drawing/2014/main" id="{EFEC2908-26C3-FF6E-6DE2-93F6222C1F45}"/>
                  </a:ext>
                </a:extLst>
              </p:cNvPr>
              <p:cNvSpPr>
                <a:spLocks noChangeArrowheads="1"/>
              </p:cNvSpPr>
              <p:nvPr/>
            </p:nvSpPr>
            <p:spPr bwMode="auto">
              <a:xfrm>
                <a:off x="4451"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5</a:t>
                </a:r>
                <a:endParaRPr lang="en-US" altLang="en-US"/>
              </a:p>
            </p:txBody>
          </p:sp>
          <p:sp>
            <p:nvSpPr>
              <p:cNvPr id="34964" name="Rectangle 120">
                <a:extLst>
                  <a:ext uri="{FF2B5EF4-FFF2-40B4-BE49-F238E27FC236}">
                    <a16:creationId xmlns:a16="http://schemas.microsoft.com/office/drawing/2014/main" id="{C18CCAD1-E5C6-7341-308E-716C1B82D425}"/>
                  </a:ext>
                </a:extLst>
              </p:cNvPr>
              <p:cNvSpPr>
                <a:spLocks noChangeArrowheads="1"/>
              </p:cNvSpPr>
              <p:nvPr/>
            </p:nvSpPr>
            <p:spPr bwMode="auto">
              <a:xfrm>
                <a:off x="4584"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65" name="Rectangle 121">
                <a:extLst>
                  <a:ext uri="{FF2B5EF4-FFF2-40B4-BE49-F238E27FC236}">
                    <a16:creationId xmlns:a16="http://schemas.microsoft.com/office/drawing/2014/main" id="{5F3D2DBA-9433-3CFC-0FDD-BE00E323D04A}"/>
                  </a:ext>
                </a:extLst>
              </p:cNvPr>
              <p:cNvSpPr>
                <a:spLocks noChangeArrowheads="1"/>
              </p:cNvSpPr>
              <p:nvPr/>
            </p:nvSpPr>
            <p:spPr bwMode="auto">
              <a:xfrm>
                <a:off x="4627"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6</a:t>
                </a:r>
                <a:endParaRPr lang="en-US" altLang="en-US"/>
              </a:p>
            </p:txBody>
          </p:sp>
          <p:sp>
            <p:nvSpPr>
              <p:cNvPr id="34966" name="Rectangle 122">
                <a:extLst>
                  <a:ext uri="{FF2B5EF4-FFF2-40B4-BE49-F238E27FC236}">
                    <a16:creationId xmlns:a16="http://schemas.microsoft.com/office/drawing/2014/main" id="{69A4B714-2EE3-E92F-166B-7AE41CCAEA2D}"/>
                  </a:ext>
                </a:extLst>
              </p:cNvPr>
              <p:cNvSpPr>
                <a:spLocks noChangeArrowheads="1"/>
              </p:cNvSpPr>
              <p:nvPr/>
            </p:nvSpPr>
            <p:spPr bwMode="auto">
              <a:xfrm>
                <a:off x="4762"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67" name="Rectangle 123">
                <a:extLst>
                  <a:ext uri="{FF2B5EF4-FFF2-40B4-BE49-F238E27FC236}">
                    <a16:creationId xmlns:a16="http://schemas.microsoft.com/office/drawing/2014/main" id="{EAC95A68-162C-F8D8-58E7-AC5FF659EBE4}"/>
                  </a:ext>
                </a:extLst>
              </p:cNvPr>
              <p:cNvSpPr>
                <a:spLocks noChangeArrowheads="1"/>
              </p:cNvSpPr>
              <p:nvPr/>
            </p:nvSpPr>
            <p:spPr bwMode="auto">
              <a:xfrm>
                <a:off x="4805"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7</a:t>
                </a:r>
                <a:endParaRPr lang="en-US" altLang="en-US"/>
              </a:p>
            </p:txBody>
          </p:sp>
          <p:sp>
            <p:nvSpPr>
              <p:cNvPr id="34968" name="Rectangle 124">
                <a:extLst>
                  <a:ext uri="{FF2B5EF4-FFF2-40B4-BE49-F238E27FC236}">
                    <a16:creationId xmlns:a16="http://schemas.microsoft.com/office/drawing/2014/main" id="{CC317FE7-53C8-9F0B-8AAA-6DC4A3290054}"/>
                  </a:ext>
                </a:extLst>
              </p:cNvPr>
              <p:cNvSpPr>
                <a:spLocks noChangeArrowheads="1"/>
              </p:cNvSpPr>
              <p:nvPr/>
            </p:nvSpPr>
            <p:spPr bwMode="auto">
              <a:xfrm>
                <a:off x="4939"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69" name="Rectangle 125">
                <a:extLst>
                  <a:ext uri="{FF2B5EF4-FFF2-40B4-BE49-F238E27FC236}">
                    <a16:creationId xmlns:a16="http://schemas.microsoft.com/office/drawing/2014/main" id="{4DE1A328-4402-34C5-2F72-FAE4885AA2BF}"/>
                  </a:ext>
                </a:extLst>
              </p:cNvPr>
              <p:cNvSpPr>
                <a:spLocks noChangeArrowheads="1"/>
              </p:cNvSpPr>
              <p:nvPr/>
            </p:nvSpPr>
            <p:spPr bwMode="auto">
              <a:xfrm>
                <a:off x="4982"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8</a:t>
                </a:r>
                <a:endParaRPr lang="en-US" altLang="en-US"/>
              </a:p>
            </p:txBody>
          </p:sp>
          <p:sp>
            <p:nvSpPr>
              <p:cNvPr id="34970" name="Rectangle 126">
                <a:extLst>
                  <a:ext uri="{FF2B5EF4-FFF2-40B4-BE49-F238E27FC236}">
                    <a16:creationId xmlns:a16="http://schemas.microsoft.com/office/drawing/2014/main" id="{C16A8104-E752-2D9B-09B8-B256E70E333C}"/>
                  </a:ext>
                </a:extLst>
              </p:cNvPr>
              <p:cNvSpPr>
                <a:spLocks noChangeArrowheads="1"/>
              </p:cNvSpPr>
              <p:nvPr/>
            </p:nvSpPr>
            <p:spPr bwMode="auto">
              <a:xfrm>
                <a:off x="5117"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71" name="Rectangle 127">
                <a:extLst>
                  <a:ext uri="{FF2B5EF4-FFF2-40B4-BE49-F238E27FC236}">
                    <a16:creationId xmlns:a16="http://schemas.microsoft.com/office/drawing/2014/main" id="{8FA910E6-1545-B1C6-6E10-B219A300FD21}"/>
                  </a:ext>
                </a:extLst>
              </p:cNvPr>
              <p:cNvSpPr>
                <a:spLocks noChangeArrowheads="1"/>
              </p:cNvSpPr>
              <p:nvPr/>
            </p:nvSpPr>
            <p:spPr bwMode="auto">
              <a:xfrm>
                <a:off x="5160"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9</a:t>
                </a:r>
                <a:endParaRPr lang="en-US" altLang="en-US"/>
              </a:p>
            </p:txBody>
          </p:sp>
          <p:sp>
            <p:nvSpPr>
              <p:cNvPr id="34972" name="Rectangle 128">
                <a:extLst>
                  <a:ext uri="{FF2B5EF4-FFF2-40B4-BE49-F238E27FC236}">
                    <a16:creationId xmlns:a16="http://schemas.microsoft.com/office/drawing/2014/main" id="{C13E3E3F-0583-5195-5110-64D53FBE9D38}"/>
                  </a:ext>
                </a:extLst>
              </p:cNvPr>
              <p:cNvSpPr>
                <a:spLocks noChangeArrowheads="1"/>
              </p:cNvSpPr>
              <p:nvPr/>
            </p:nvSpPr>
            <p:spPr bwMode="auto">
              <a:xfrm>
                <a:off x="5259" y="3470"/>
                <a:ext cx="22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73" name="Rectangle 129">
                <a:extLst>
                  <a:ext uri="{FF2B5EF4-FFF2-40B4-BE49-F238E27FC236}">
                    <a16:creationId xmlns:a16="http://schemas.microsoft.com/office/drawing/2014/main" id="{0691FBF4-C53C-4C55-0C9A-6642B6D8C33D}"/>
                  </a:ext>
                </a:extLst>
              </p:cNvPr>
              <p:cNvSpPr>
                <a:spLocks noChangeArrowheads="1"/>
              </p:cNvSpPr>
              <p:nvPr/>
            </p:nvSpPr>
            <p:spPr bwMode="auto">
              <a:xfrm>
                <a:off x="5302" y="3501"/>
                <a:ext cx="105"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10</a:t>
                </a:r>
                <a:endParaRPr lang="en-US" altLang="en-US"/>
              </a:p>
            </p:txBody>
          </p:sp>
          <p:sp>
            <p:nvSpPr>
              <p:cNvPr id="34974" name="Rectangle 130">
                <a:extLst>
                  <a:ext uri="{FF2B5EF4-FFF2-40B4-BE49-F238E27FC236}">
                    <a16:creationId xmlns:a16="http://schemas.microsoft.com/office/drawing/2014/main" id="{FD996C5B-EACB-F98A-0C18-EA53AD3AD2B0}"/>
                  </a:ext>
                </a:extLst>
              </p:cNvPr>
              <p:cNvSpPr>
                <a:spLocks noChangeArrowheads="1"/>
              </p:cNvSpPr>
              <p:nvPr/>
            </p:nvSpPr>
            <p:spPr bwMode="auto">
              <a:xfrm>
                <a:off x="3413" y="3186"/>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75" name="Rectangle 131">
                <a:extLst>
                  <a:ext uri="{FF2B5EF4-FFF2-40B4-BE49-F238E27FC236}">
                    <a16:creationId xmlns:a16="http://schemas.microsoft.com/office/drawing/2014/main" id="{7627DF59-5B9B-FE0A-E75E-DB95BA3D7782}"/>
                  </a:ext>
                </a:extLst>
              </p:cNvPr>
              <p:cNvSpPr>
                <a:spLocks noChangeArrowheads="1"/>
              </p:cNvSpPr>
              <p:nvPr/>
            </p:nvSpPr>
            <p:spPr bwMode="auto">
              <a:xfrm>
                <a:off x="3456" y="3217"/>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a:t>
                </a:r>
                <a:endParaRPr lang="en-US" altLang="en-US"/>
              </a:p>
            </p:txBody>
          </p:sp>
          <p:sp>
            <p:nvSpPr>
              <p:cNvPr id="34976" name="Rectangle 132">
                <a:extLst>
                  <a:ext uri="{FF2B5EF4-FFF2-40B4-BE49-F238E27FC236}">
                    <a16:creationId xmlns:a16="http://schemas.microsoft.com/office/drawing/2014/main" id="{D26342A6-A5EC-33F7-5612-62FCF160483F}"/>
                  </a:ext>
                </a:extLst>
              </p:cNvPr>
              <p:cNvSpPr>
                <a:spLocks noChangeArrowheads="1"/>
              </p:cNvSpPr>
              <p:nvPr/>
            </p:nvSpPr>
            <p:spPr bwMode="auto">
              <a:xfrm>
                <a:off x="3413" y="3008"/>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77" name="Rectangle 133">
                <a:extLst>
                  <a:ext uri="{FF2B5EF4-FFF2-40B4-BE49-F238E27FC236}">
                    <a16:creationId xmlns:a16="http://schemas.microsoft.com/office/drawing/2014/main" id="{2CF247B1-F820-D6CB-B6F4-752D4C94E9EA}"/>
                  </a:ext>
                </a:extLst>
              </p:cNvPr>
              <p:cNvSpPr>
                <a:spLocks noChangeArrowheads="1"/>
              </p:cNvSpPr>
              <p:nvPr/>
            </p:nvSpPr>
            <p:spPr bwMode="auto">
              <a:xfrm>
                <a:off x="3456" y="3039"/>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2</a:t>
                </a:r>
                <a:endParaRPr lang="en-US" altLang="en-US"/>
              </a:p>
            </p:txBody>
          </p:sp>
          <p:sp>
            <p:nvSpPr>
              <p:cNvPr id="34978" name="Rectangle 134">
                <a:extLst>
                  <a:ext uri="{FF2B5EF4-FFF2-40B4-BE49-F238E27FC236}">
                    <a16:creationId xmlns:a16="http://schemas.microsoft.com/office/drawing/2014/main" id="{F83C28F3-7E05-77C3-80E6-3E078A52EAAB}"/>
                  </a:ext>
                </a:extLst>
              </p:cNvPr>
              <p:cNvSpPr>
                <a:spLocks noChangeArrowheads="1"/>
              </p:cNvSpPr>
              <p:nvPr/>
            </p:nvSpPr>
            <p:spPr bwMode="auto">
              <a:xfrm>
                <a:off x="3413" y="2831"/>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79" name="Rectangle 135">
                <a:extLst>
                  <a:ext uri="{FF2B5EF4-FFF2-40B4-BE49-F238E27FC236}">
                    <a16:creationId xmlns:a16="http://schemas.microsoft.com/office/drawing/2014/main" id="{5D622F2C-AB30-DE5A-E757-7F5E16B3D7E5}"/>
                  </a:ext>
                </a:extLst>
              </p:cNvPr>
              <p:cNvSpPr>
                <a:spLocks noChangeArrowheads="1"/>
              </p:cNvSpPr>
              <p:nvPr/>
            </p:nvSpPr>
            <p:spPr bwMode="auto">
              <a:xfrm>
                <a:off x="3456" y="2862"/>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3</a:t>
                </a:r>
                <a:endParaRPr lang="en-US" altLang="en-US"/>
              </a:p>
            </p:txBody>
          </p:sp>
          <p:sp>
            <p:nvSpPr>
              <p:cNvPr id="34980" name="Rectangle 136">
                <a:extLst>
                  <a:ext uri="{FF2B5EF4-FFF2-40B4-BE49-F238E27FC236}">
                    <a16:creationId xmlns:a16="http://schemas.microsoft.com/office/drawing/2014/main" id="{C42632AB-8138-AB49-8417-2BA141DF33B7}"/>
                  </a:ext>
                </a:extLst>
              </p:cNvPr>
              <p:cNvSpPr>
                <a:spLocks noChangeArrowheads="1"/>
              </p:cNvSpPr>
              <p:nvPr/>
            </p:nvSpPr>
            <p:spPr bwMode="auto">
              <a:xfrm>
                <a:off x="3413" y="2653"/>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81" name="Rectangle 137">
                <a:extLst>
                  <a:ext uri="{FF2B5EF4-FFF2-40B4-BE49-F238E27FC236}">
                    <a16:creationId xmlns:a16="http://schemas.microsoft.com/office/drawing/2014/main" id="{F7ECA9BE-2B13-3F66-57F2-F81DE96CCB19}"/>
                  </a:ext>
                </a:extLst>
              </p:cNvPr>
              <p:cNvSpPr>
                <a:spLocks noChangeArrowheads="1"/>
              </p:cNvSpPr>
              <p:nvPr/>
            </p:nvSpPr>
            <p:spPr bwMode="auto">
              <a:xfrm>
                <a:off x="3456" y="2684"/>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4</a:t>
                </a:r>
                <a:endParaRPr lang="en-US" altLang="en-US"/>
              </a:p>
            </p:txBody>
          </p:sp>
          <p:sp>
            <p:nvSpPr>
              <p:cNvPr id="34982" name="Rectangle 138">
                <a:extLst>
                  <a:ext uri="{FF2B5EF4-FFF2-40B4-BE49-F238E27FC236}">
                    <a16:creationId xmlns:a16="http://schemas.microsoft.com/office/drawing/2014/main" id="{CD376844-9289-8BCF-D817-371E7E623D4F}"/>
                  </a:ext>
                </a:extLst>
              </p:cNvPr>
              <p:cNvSpPr>
                <a:spLocks noChangeArrowheads="1"/>
              </p:cNvSpPr>
              <p:nvPr/>
            </p:nvSpPr>
            <p:spPr bwMode="auto">
              <a:xfrm>
                <a:off x="3413" y="2476"/>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83" name="Rectangle 139">
                <a:extLst>
                  <a:ext uri="{FF2B5EF4-FFF2-40B4-BE49-F238E27FC236}">
                    <a16:creationId xmlns:a16="http://schemas.microsoft.com/office/drawing/2014/main" id="{AA356751-8373-7921-DD75-F34F294D207C}"/>
                  </a:ext>
                </a:extLst>
              </p:cNvPr>
              <p:cNvSpPr>
                <a:spLocks noChangeArrowheads="1"/>
              </p:cNvSpPr>
              <p:nvPr/>
            </p:nvSpPr>
            <p:spPr bwMode="auto">
              <a:xfrm>
                <a:off x="3456" y="2508"/>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5</a:t>
                </a:r>
                <a:endParaRPr lang="en-US" altLang="en-US"/>
              </a:p>
            </p:txBody>
          </p:sp>
          <p:sp>
            <p:nvSpPr>
              <p:cNvPr id="34984" name="Rectangle 140">
                <a:extLst>
                  <a:ext uri="{FF2B5EF4-FFF2-40B4-BE49-F238E27FC236}">
                    <a16:creationId xmlns:a16="http://schemas.microsoft.com/office/drawing/2014/main" id="{97A47A6A-61F4-889F-0A5E-002C961D44B3}"/>
                  </a:ext>
                </a:extLst>
              </p:cNvPr>
              <p:cNvSpPr>
                <a:spLocks noChangeArrowheads="1"/>
              </p:cNvSpPr>
              <p:nvPr/>
            </p:nvSpPr>
            <p:spPr bwMode="auto">
              <a:xfrm>
                <a:off x="3413" y="2298"/>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85" name="Rectangle 141">
                <a:extLst>
                  <a:ext uri="{FF2B5EF4-FFF2-40B4-BE49-F238E27FC236}">
                    <a16:creationId xmlns:a16="http://schemas.microsoft.com/office/drawing/2014/main" id="{B105F389-8BC0-D8F5-D085-1C91008D7B93}"/>
                  </a:ext>
                </a:extLst>
              </p:cNvPr>
              <p:cNvSpPr>
                <a:spLocks noChangeArrowheads="1"/>
              </p:cNvSpPr>
              <p:nvPr/>
            </p:nvSpPr>
            <p:spPr bwMode="auto">
              <a:xfrm>
                <a:off x="3456" y="2330"/>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6</a:t>
                </a:r>
                <a:endParaRPr lang="en-US" altLang="en-US"/>
              </a:p>
            </p:txBody>
          </p:sp>
          <p:sp>
            <p:nvSpPr>
              <p:cNvPr id="34986" name="Rectangle 142">
                <a:extLst>
                  <a:ext uri="{FF2B5EF4-FFF2-40B4-BE49-F238E27FC236}">
                    <a16:creationId xmlns:a16="http://schemas.microsoft.com/office/drawing/2014/main" id="{88B1B2FB-234B-4311-BCA0-E849D5FA154B}"/>
                  </a:ext>
                </a:extLst>
              </p:cNvPr>
              <p:cNvSpPr>
                <a:spLocks noChangeArrowheads="1"/>
              </p:cNvSpPr>
              <p:nvPr/>
            </p:nvSpPr>
            <p:spPr bwMode="auto">
              <a:xfrm>
                <a:off x="3413" y="2121"/>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87" name="Rectangle 143">
                <a:extLst>
                  <a:ext uri="{FF2B5EF4-FFF2-40B4-BE49-F238E27FC236}">
                    <a16:creationId xmlns:a16="http://schemas.microsoft.com/office/drawing/2014/main" id="{25FA8FBF-90CE-7C14-4669-540E71CF7068}"/>
                  </a:ext>
                </a:extLst>
              </p:cNvPr>
              <p:cNvSpPr>
                <a:spLocks noChangeArrowheads="1"/>
              </p:cNvSpPr>
              <p:nvPr/>
            </p:nvSpPr>
            <p:spPr bwMode="auto">
              <a:xfrm>
                <a:off x="3456" y="2153"/>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7</a:t>
                </a:r>
                <a:endParaRPr lang="en-US" altLang="en-US"/>
              </a:p>
            </p:txBody>
          </p:sp>
          <p:sp>
            <p:nvSpPr>
              <p:cNvPr id="34988" name="Rectangle 144">
                <a:extLst>
                  <a:ext uri="{FF2B5EF4-FFF2-40B4-BE49-F238E27FC236}">
                    <a16:creationId xmlns:a16="http://schemas.microsoft.com/office/drawing/2014/main" id="{7E44FB4C-A6EB-071F-87F4-096E4E381788}"/>
                  </a:ext>
                </a:extLst>
              </p:cNvPr>
              <p:cNvSpPr>
                <a:spLocks noChangeArrowheads="1"/>
              </p:cNvSpPr>
              <p:nvPr/>
            </p:nvSpPr>
            <p:spPr bwMode="auto">
              <a:xfrm>
                <a:off x="3413" y="1943"/>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89" name="Rectangle 145">
                <a:extLst>
                  <a:ext uri="{FF2B5EF4-FFF2-40B4-BE49-F238E27FC236}">
                    <a16:creationId xmlns:a16="http://schemas.microsoft.com/office/drawing/2014/main" id="{6D0AB325-F439-37ED-973E-8EB00F494BCD}"/>
                  </a:ext>
                </a:extLst>
              </p:cNvPr>
              <p:cNvSpPr>
                <a:spLocks noChangeArrowheads="1"/>
              </p:cNvSpPr>
              <p:nvPr/>
            </p:nvSpPr>
            <p:spPr bwMode="auto">
              <a:xfrm>
                <a:off x="3456" y="1975"/>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8</a:t>
                </a:r>
                <a:endParaRPr lang="en-US" altLang="en-US"/>
              </a:p>
            </p:txBody>
          </p:sp>
          <p:sp>
            <p:nvSpPr>
              <p:cNvPr id="34990" name="Rectangle 146">
                <a:extLst>
                  <a:ext uri="{FF2B5EF4-FFF2-40B4-BE49-F238E27FC236}">
                    <a16:creationId xmlns:a16="http://schemas.microsoft.com/office/drawing/2014/main" id="{D8C05BE1-619E-B7A5-AFCE-CB0F6FB9962E}"/>
                  </a:ext>
                </a:extLst>
              </p:cNvPr>
              <p:cNvSpPr>
                <a:spLocks noChangeArrowheads="1"/>
              </p:cNvSpPr>
              <p:nvPr/>
            </p:nvSpPr>
            <p:spPr bwMode="auto">
              <a:xfrm>
                <a:off x="3413" y="1766"/>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91" name="Rectangle 147">
                <a:extLst>
                  <a:ext uri="{FF2B5EF4-FFF2-40B4-BE49-F238E27FC236}">
                    <a16:creationId xmlns:a16="http://schemas.microsoft.com/office/drawing/2014/main" id="{D652C62F-D5A3-EB21-0CD3-C0A6039706B1}"/>
                  </a:ext>
                </a:extLst>
              </p:cNvPr>
              <p:cNvSpPr>
                <a:spLocks noChangeArrowheads="1"/>
              </p:cNvSpPr>
              <p:nvPr/>
            </p:nvSpPr>
            <p:spPr bwMode="auto">
              <a:xfrm>
                <a:off x="3456" y="1797"/>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9</a:t>
                </a:r>
                <a:endParaRPr lang="en-US" altLang="en-US"/>
              </a:p>
            </p:txBody>
          </p:sp>
          <p:sp>
            <p:nvSpPr>
              <p:cNvPr id="34992" name="Rectangle 148">
                <a:extLst>
                  <a:ext uri="{FF2B5EF4-FFF2-40B4-BE49-F238E27FC236}">
                    <a16:creationId xmlns:a16="http://schemas.microsoft.com/office/drawing/2014/main" id="{AA4B1679-33A0-0C34-B0F8-A2D39E6779C0}"/>
                  </a:ext>
                </a:extLst>
              </p:cNvPr>
              <p:cNvSpPr>
                <a:spLocks noChangeArrowheads="1"/>
              </p:cNvSpPr>
              <p:nvPr/>
            </p:nvSpPr>
            <p:spPr bwMode="auto">
              <a:xfrm>
                <a:off x="3590" y="3464"/>
                <a:ext cx="1775"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993" name="Rectangle 149">
                <a:extLst>
                  <a:ext uri="{FF2B5EF4-FFF2-40B4-BE49-F238E27FC236}">
                    <a16:creationId xmlns:a16="http://schemas.microsoft.com/office/drawing/2014/main" id="{8D2DDFDF-B5FA-32AA-AC46-D7C9772CEF19}"/>
                  </a:ext>
                </a:extLst>
              </p:cNvPr>
              <p:cNvSpPr>
                <a:spLocks noChangeArrowheads="1"/>
              </p:cNvSpPr>
              <p:nvPr/>
            </p:nvSpPr>
            <p:spPr bwMode="auto">
              <a:xfrm>
                <a:off x="3585" y="1695"/>
                <a:ext cx="11" cy="17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sp>
          <p:nvSpPr>
            <p:cNvPr id="34842" name="Oval 150">
              <a:extLst>
                <a:ext uri="{FF2B5EF4-FFF2-40B4-BE49-F238E27FC236}">
                  <a16:creationId xmlns:a16="http://schemas.microsoft.com/office/drawing/2014/main" id="{5F5C6747-62EF-F722-9BC9-61CA45C3E6D6}"/>
                </a:ext>
              </a:extLst>
            </p:cNvPr>
            <p:cNvSpPr>
              <a:spLocks noChangeArrowheads="1"/>
            </p:cNvSpPr>
            <p:nvPr/>
          </p:nvSpPr>
          <p:spPr bwMode="auto">
            <a:xfrm>
              <a:off x="3816" y="2836"/>
              <a:ext cx="72" cy="72"/>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43" name="Oval 151">
              <a:extLst>
                <a:ext uri="{FF2B5EF4-FFF2-40B4-BE49-F238E27FC236}">
                  <a16:creationId xmlns:a16="http://schemas.microsoft.com/office/drawing/2014/main" id="{160D034B-04F4-F4B8-81D1-48B7D8084806}"/>
                </a:ext>
              </a:extLst>
            </p:cNvPr>
            <p:cNvSpPr>
              <a:spLocks noChangeArrowheads="1"/>
            </p:cNvSpPr>
            <p:nvPr/>
          </p:nvSpPr>
          <p:spPr bwMode="auto">
            <a:xfrm>
              <a:off x="3981" y="2547"/>
              <a:ext cx="72" cy="71"/>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44" name="Oval 152">
              <a:extLst>
                <a:ext uri="{FF2B5EF4-FFF2-40B4-BE49-F238E27FC236}">
                  <a16:creationId xmlns:a16="http://schemas.microsoft.com/office/drawing/2014/main" id="{2878063E-C7EC-B1E1-2AE9-869BB80E2B7C}"/>
                </a:ext>
              </a:extLst>
            </p:cNvPr>
            <p:cNvSpPr>
              <a:spLocks noChangeArrowheads="1"/>
            </p:cNvSpPr>
            <p:nvPr/>
          </p:nvSpPr>
          <p:spPr bwMode="auto">
            <a:xfrm>
              <a:off x="3803" y="2547"/>
              <a:ext cx="72" cy="71"/>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45" name="Oval 153">
              <a:extLst>
                <a:ext uri="{FF2B5EF4-FFF2-40B4-BE49-F238E27FC236}">
                  <a16:creationId xmlns:a16="http://schemas.microsoft.com/office/drawing/2014/main" id="{A2C6089F-B782-1C93-B98F-5E7039721B9E}"/>
                </a:ext>
              </a:extLst>
            </p:cNvPr>
            <p:cNvSpPr>
              <a:spLocks noChangeArrowheads="1"/>
            </p:cNvSpPr>
            <p:nvPr/>
          </p:nvSpPr>
          <p:spPr bwMode="auto">
            <a:xfrm>
              <a:off x="4087" y="2724"/>
              <a:ext cx="72" cy="72"/>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46" name="Oval 154">
              <a:extLst>
                <a:ext uri="{FF2B5EF4-FFF2-40B4-BE49-F238E27FC236}">
                  <a16:creationId xmlns:a16="http://schemas.microsoft.com/office/drawing/2014/main" id="{6A1D46F7-2B1F-1402-13B2-73FEF301B409}"/>
                </a:ext>
              </a:extLst>
            </p:cNvPr>
            <p:cNvSpPr>
              <a:spLocks noChangeArrowheads="1"/>
            </p:cNvSpPr>
            <p:nvPr/>
          </p:nvSpPr>
          <p:spPr bwMode="auto">
            <a:xfrm>
              <a:off x="4908" y="2158"/>
              <a:ext cx="72" cy="72"/>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47" name="Oval 155">
              <a:extLst>
                <a:ext uri="{FF2B5EF4-FFF2-40B4-BE49-F238E27FC236}">
                  <a16:creationId xmlns:a16="http://schemas.microsoft.com/office/drawing/2014/main" id="{7AE9605D-0A4B-A8AA-C289-A79303CCD292}"/>
                </a:ext>
              </a:extLst>
            </p:cNvPr>
            <p:cNvSpPr>
              <a:spLocks noChangeArrowheads="1"/>
            </p:cNvSpPr>
            <p:nvPr/>
          </p:nvSpPr>
          <p:spPr bwMode="auto">
            <a:xfrm>
              <a:off x="5073" y="1869"/>
              <a:ext cx="72" cy="71"/>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48" name="Oval 156">
              <a:extLst>
                <a:ext uri="{FF2B5EF4-FFF2-40B4-BE49-F238E27FC236}">
                  <a16:creationId xmlns:a16="http://schemas.microsoft.com/office/drawing/2014/main" id="{72B3BD9A-B08D-EC81-B83D-A084234CDA42}"/>
                </a:ext>
              </a:extLst>
            </p:cNvPr>
            <p:cNvSpPr>
              <a:spLocks noChangeArrowheads="1"/>
            </p:cNvSpPr>
            <p:nvPr/>
          </p:nvSpPr>
          <p:spPr bwMode="auto">
            <a:xfrm>
              <a:off x="4895" y="1869"/>
              <a:ext cx="72" cy="71"/>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49" name="Oval 157">
              <a:extLst>
                <a:ext uri="{FF2B5EF4-FFF2-40B4-BE49-F238E27FC236}">
                  <a16:creationId xmlns:a16="http://schemas.microsoft.com/office/drawing/2014/main" id="{E3924A71-B5CC-234D-D49D-6392DA5C7703}"/>
                </a:ext>
              </a:extLst>
            </p:cNvPr>
            <p:cNvSpPr>
              <a:spLocks noChangeArrowheads="1"/>
            </p:cNvSpPr>
            <p:nvPr/>
          </p:nvSpPr>
          <p:spPr bwMode="auto">
            <a:xfrm>
              <a:off x="5179" y="2046"/>
              <a:ext cx="72" cy="72"/>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50" name="Oval 158">
              <a:extLst>
                <a:ext uri="{FF2B5EF4-FFF2-40B4-BE49-F238E27FC236}">
                  <a16:creationId xmlns:a16="http://schemas.microsoft.com/office/drawing/2014/main" id="{5E89FC9D-8801-A644-7448-5BD008F15394}"/>
                </a:ext>
              </a:extLst>
            </p:cNvPr>
            <p:cNvSpPr>
              <a:spLocks noChangeArrowheads="1"/>
            </p:cNvSpPr>
            <p:nvPr/>
          </p:nvSpPr>
          <p:spPr bwMode="auto">
            <a:xfrm>
              <a:off x="4974" y="2644"/>
              <a:ext cx="72" cy="72"/>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51" name="Oval 159">
              <a:extLst>
                <a:ext uri="{FF2B5EF4-FFF2-40B4-BE49-F238E27FC236}">
                  <a16:creationId xmlns:a16="http://schemas.microsoft.com/office/drawing/2014/main" id="{F4D1EF4D-BE1E-67FA-3E7A-67C3BC627255}"/>
                </a:ext>
              </a:extLst>
            </p:cNvPr>
            <p:cNvSpPr>
              <a:spLocks noChangeArrowheads="1"/>
            </p:cNvSpPr>
            <p:nvPr/>
          </p:nvSpPr>
          <p:spPr bwMode="auto">
            <a:xfrm>
              <a:off x="5139" y="2355"/>
              <a:ext cx="72" cy="71"/>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52" name="Oval 160">
              <a:extLst>
                <a:ext uri="{FF2B5EF4-FFF2-40B4-BE49-F238E27FC236}">
                  <a16:creationId xmlns:a16="http://schemas.microsoft.com/office/drawing/2014/main" id="{6BBE1F41-FA07-73E1-A8F5-7289A31AD106}"/>
                </a:ext>
              </a:extLst>
            </p:cNvPr>
            <p:cNvSpPr>
              <a:spLocks noChangeArrowheads="1"/>
            </p:cNvSpPr>
            <p:nvPr/>
          </p:nvSpPr>
          <p:spPr bwMode="auto">
            <a:xfrm>
              <a:off x="4961" y="2355"/>
              <a:ext cx="72" cy="71"/>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53" name="Oval 161">
              <a:extLst>
                <a:ext uri="{FF2B5EF4-FFF2-40B4-BE49-F238E27FC236}">
                  <a16:creationId xmlns:a16="http://schemas.microsoft.com/office/drawing/2014/main" id="{C9E93BE6-8E80-6FAA-3BF4-59A4E4ED4879}"/>
                </a:ext>
              </a:extLst>
            </p:cNvPr>
            <p:cNvSpPr>
              <a:spLocks noChangeArrowheads="1"/>
            </p:cNvSpPr>
            <p:nvPr/>
          </p:nvSpPr>
          <p:spPr bwMode="auto">
            <a:xfrm>
              <a:off x="5245" y="2532"/>
              <a:ext cx="72" cy="72"/>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sp>
        <p:nvSpPr>
          <p:cNvPr id="34822" name="Oval 162">
            <a:extLst>
              <a:ext uri="{FF2B5EF4-FFF2-40B4-BE49-F238E27FC236}">
                <a16:creationId xmlns:a16="http://schemas.microsoft.com/office/drawing/2014/main" id="{E99804B3-B157-1E0D-9020-0499749F0768}"/>
              </a:ext>
            </a:extLst>
          </p:cNvPr>
          <p:cNvSpPr>
            <a:spLocks noChangeArrowheads="1"/>
          </p:cNvSpPr>
          <p:nvPr/>
        </p:nvSpPr>
        <p:spPr bwMode="auto">
          <a:xfrm>
            <a:off x="5543550" y="4286250"/>
            <a:ext cx="133350" cy="13335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23" name="Oval 163">
            <a:extLst>
              <a:ext uri="{FF2B5EF4-FFF2-40B4-BE49-F238E27FC236}">
                <a16:creationId xmlns:a16="http://schemas.microsoft.com/office/drawing/2014/main" id="{F145D86D-2FC1-907B-20D4-2FB4EA18C568}"/>
              </a:ext>
            </a:extLst>
          </p:cNvPr>
          <p:cNvSpPr>
            <a:spLocks noChangeArrowheads="1"/>
          </p:cNvSpPr>
          <p:nvPr/>
        </p:nvSpPr>
        <p:spPr bwMode="auto">
          <a:xfrm>
            <a:off x="8058150" y="3238500"/>
            <a:ext cx="133350" cy="133350"/>
          </a:xfrm>
          <a:prstGeom prst="ellipse">
            <a:avLst/>
          </a:prstGeom>
          <a:solidFill>
            <a:srgbClr val="FF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4824" name="Line 164">
            <a:extLst>
              <a:ext uri="{FF2B5EF4-FFF2-40B4-BE49-F238E27FC236}">
                <a16:creationId xmlns:a16="http://schemas.microsoft.com/office/drawing/2014/main" id="{0B8539CF-4C62-8E71-C8F5-D6832791724D}"/>
              </a:ext>
            </a:extLst>
          </p:cNvPr>
          <p:cNvSpPr>
            <a:spLocks noChangeShapeType="1"/>
          </p:cNvSpPr>
          <p:nvPr/>
        </p:nvSpPr>
        <p:spPr bwMode="auto">
          <a:xfrm flipH="1" flipV="1">
            <a:off x="5476875" y="4102100"/>
            <a:ext cx="92075" cy="190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5" name="Line 165">
            <a:extLst>
              <a:ext uri="{FF2B5EF4-FFF2-40B4-BE49-F238E27FC236}">
                <a16:creationId xmlns:a16="http://schemas.microsoft.com/office/drawing/2014/main" id="{42A882F0-47C3-70B3-53AD-C01CDA12AAEC}"/>
              </a:ext>
            </a:extLst>
          </p:cNvPr>
          <p:cNvSpPr>
            <a:spLocks noChangeShapeType="1"/>
          </p:cNvSpPr>
          <p:nvPr/>
        </p:nvSpPr>
        <p:spPr bwMode="auto">
          <a:xfrm flipV="1">
            <a:off x="5645150" y="4092575"/>
            <a:ext cx="142875" cy="2063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6" name="Line 166">
            <a:extLst>
              <a:ext uri="{FF2B5EF4-FFF2-40B4-BE49-F238E27FC236}">
                <a16:creationId xmlns:a16="http://schemas.microsoft.com/office/drawing/2014/main" id="{F92F9469-C7B1-E988-0CE3-6E762B518491}"/>
              </a:ext>
            </a:extLst>
          </p:cNvPr>
          <p:cNvSpPr>
            <a:spLocks noChangeShapeType="1"/>
          </p:cNvSpPr>
          <p:nvPr/>
        </p:nvSpPr>
        <p:spPr bwMode="auto">
          <a:xfrm flipH="1">
            <a:off x="5505450" y="4413250"/>
            <a:ext cx="73025" cy="174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 name="Line 167">
            <a:extLst>
              <a:ext uri="{FF2B5EF4-FFF2-40B4-BE49-F238E27FC236}">
                <a16:creationId xmlns:a16="http://schemas.microsoft.com/office/drawing/2014/main" id="{70EE060D-9939-8DE2-E8F5-8A936EBF9C8D}"/>
              </a:ext>
            </a:extLst>
          </p:cNvPr>
          <p:cNvSpPr>
            <a:spLocks noChangeShapeType="1"/>
          </p:cNvSpPr>
          <p:nvPr/>
        </p:nvSpPr>
        <p:spPr bwMode="auto">
          <a:xfrm>
            <a:off x="5676900" y="4371975"/>
            <a:ext cx="311150" cy="41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8" name="Line 168">
            <a:extLst>
              <a:ext uri="{FF2B5EF4-FFF2-40B4-BE49-F238E27FC236}">
                <a16:creationId xmlns:a16="http://schemas.microsoft.com/office/drawing/2014/main" id="{EF2FE621-3798-D7AA-A997-2C76D8EC85AE}"/>
              </a:ext>
            </a:extLst>
          </p:cNvPr>
          <p:cNvSpPr>
            <a:spLocks noChangeShapeType="1"/>
          </p:cNvSpPr>
          <p:nvPr/>
        </p:nvSpPr>
        <p:spPr bwMode="auto">
          <a:xfrm flipH="1" flipV="1">
            <a:off x="7832725" y="2638425"/>
            <a:ext cx="263525" cy="603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9" name="Line 169">
            <a:extLst>
              <a:ext uri="{FF2B5EF4-FFF2-40B4-BE49-F238E27FC236}">
                <a16:creationId xmlns:a16="http://schemas.microsoft.com/office/drawing/2014/main" id="{7E73E386-2306-6B74-5596-3E47DF5ECD31}"/>
              </a:ext>
            </a:extLst>
          </p:cNvPr>
          <p:cNvSpPr>
            <a:spLocks noChangeShapeType="1"/>
          </p:cNvSpPr>
          <p:nvPr/>
        </p:nvSpPr>
        <p:spPr bwMode="auto">
          <a:xfrm flipV="1">
            <a:off x="8128000" y="2641600"/>
            <a:ext cx="53975" cy="5937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0" name="Line 170">
            <a:extLst>
              <a:ext uri="{FF2B5EF4-FFF2-40B4-BE49-F238E27FC236}">
                <a16:creationId xmlns:a16="http://schemas.microsoft.com/office/drawing/2014/main" id="{E6B9B0CD-DC03-DB3D-343A-86EE3844E6C9}"/>
              </a:ext>
            </a:extLst>
          </p:cNvPr>
          <p:cNvSpPr>
            <a:spLocks noChangeShapeType="1"/>
          </p:cNvSpPr>
          <p:nvPr/>
        </p:nvSpPr>
        <p:spPr bwMode="auto">
          <a:xfrm flipV="1">
            <a:off x="8159750" y="3006725"/>
            <a:ext cx="206375" cy="244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1" name="Line 171">
            <a:extLst>
              <a:ext uri="{FF2B5EF4-FFF2-40B4-BE49-F238E27FC236}">
                <a16:creationId xmlns:a16="http://schemas.microsoft.com/office/drawing/2014/main" id="{5CA5204B-35F7-A06F-A966-DE4B308EBFEF}"/>
              </a:ext>
            </a:extLst>
          </p:cNvPr>
          <p:cNvSpPr>
            <a:spLocks noChangeShapeType="1"/>
          </p:cNvSpPr>
          <p:nvPr/>
        </p:nvSpPr>
        <p:spPr bwMode="auto">
          <a:xfrm flipH="1" flipV="1">
            <a:off x="7908925" y="3225800"/>
            <a:ext cx="152400" cy="47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2" name="Line 172">
            <a:extLst>
              <a:ext uri="{FF2B5EF4-FFF2-40B4-BE49-F238E27FC236}">
                <a16:creationId xmlns:a16="http://schemas.microsoft.com/office/drawing/2014/main" id="{7C0ECBFB-CF82-93D0-A6CF-3D5816B95AFE}"/>
              </a:ext>
            </a:extLst>
          </p:cNvPr>
          <p:cNvSpPr>
            <a:spLocks noChangeShapeType="1"/>
          </p:cNvSpPr>
          <p:nvPr/>
        </p:nvSpPr>
        <p:spPr bwMode="auto">
          <a:xfrm flipH="1">
            <a:off x="7988300" y="3362325"/>
            <a:ext cx="101600" cy="187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3" name="Line 173">
            <a:extLst>
              <a:ext uri="{FF2B5EF4-FFF2-40B4-BE49-F238E27FC236}">
                <a16:creationId xmlns:a16="http://schemas.microsoft.com/office/drawing/2014/main" id="{B8A40458-28E0-9527-537E-77C92305C158}"/>
              </a:ext>
            </a:extLst>
          </p:cNvPr>
          <p:cNvSpPr>
            <a:spLocks noChangeShapeType="1"/>
          </p:cNvSpPr>
          <p:nvPr/>
        </p:nvSpPr>
        <p:spPr bwMode="auto">
          <a:xfrm>
            <a:off x="8169275" y="3359150"/>
            <a:ext cx="123825" cy="190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4" name="Line 174">
            <a:extLst>
              <a:ext uri="{FF2B5EF4-FFF2-40B4-BE49-F238E27FC236}">
                <a16:creationId xmlns:a16="http://schemas.microsoft.com/office/drawing/2014/main" id="{0934F20E-9459-A7B1-DA59-CCBFB44250CD}"/>
              </a:ext>
            </a:extLst>
          </p:cNvPr>
          <p:cNvSpPr>
            <a:spLocks noChangeShapeType="1"/>
          </p:cNvSpPr>
          <p:nvPr/>
        </p:nvSpPr>
        <p:spPr bwMode="auto">
          <a:xfrm flipH="1">
            <a:off x="7988300" y="3368675"/>
            <a:ext cx="130175" cy="800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5" name="Line 175">
            <a:extLst>
              <a:ext uri="{FF2B5EF4-FFF2-40B4-BE49-F238E27FC236}">
                <a16:creationId xmlns:a16="http://schemas.microsoft.com/office/drawing/2014/main" id="{D7C0DD79-F25A-8896-B4F1-DA61FEF1F574}"/>
              </a:ext>
            </a:extLst>
          </p:cNvPr>
          <p:cNvSpPr>
            <a:spLocks noChangeShapeType="1"/>
          </p:cNvSpPr>
          <p:nvPr/>
        </p:nvSpPr>
        <p:spPr bwMode="auto">
          <a:xfrm flipH="1" flipV="1">
            <a:off x="8369300" y="3686175"/>
            <a:ext cx="149225" cy="250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6" name="Line 176">
            <a:extLst>
              <a:ext uri="{FF2B5EF4-FFF2-40B4-BE49-F238E27FC236}">
                <a16:creationId xmlns:a16="http://schemas.microsoft.com/office/drawing/2014/main" id="{4D834E3E-65B9-FD3E-CA4B-55E11C3DA7C7}"/>
              </a:ext>
            </a:extLst>
          </p:cNvPr>
          <p:cNvSpPr>
            <a:spLocks noChangeShapeType="1"/>
          </p:cNvSpPr>
          <p:nvPr/>
        </p:nvSpPr>
        <p:spPr bwMode="auto">
          <a:xfrm flipV="1">
            <a:off x="1676400" y="4724400"/>
            <a:ext cx="361950" cy="12763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7" name="Text Box 177">
            <a:extLst>
              <a:ext uri="{FF2B5EF4-FFF2-40B4-BE49-F238E27FC236}">
                <a16:creationId xmlns:a16="http://schemas.microsoft.com/office/drawing/2014/main" id="{CEBD0962-BB73-E7F9-0A8B-10214DBB8B4E}"/>
              </a:ext>
            </a:extLst>
          </p:cNvPr>
          <p:cNvSpPr txBox="1">
            <a:spLocks noChangeArrowheads="1"/>
          </p:cNvSpPr>
          <p:nvPr/>
        </p:nvSpPr>
        <p:spPr bwMode="auto">
          <a:xfrm>
            <a:off x="-43100" y="6269088"/>
            <a:ext cx="50403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0" tIns="45720" rIns="91440" bIns="45720" anchor="t">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dirty="0">
                <a:latin typeface="Times New Roman"/>
                <a:cs typeface="Times New Roman"/>
              </a:rPr>
              <a:t>Objective Function: Total squared error</a:t>
            </a:r>
            <a:endParaRPr lang="en-US" alt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C28AE19-B338-55E8-F6E3-5D010EC62FC2}"/>
                  </a:ext>
                </a:extLst>
              </p:cNvPr>
              <p:cNvSpPr txBox="1"/>
              <p:nvPr/>
            </p:nvSpPr>
            <p:spPr>
              <a:xfrm>
                <a:off x="35170" y="1038527"/>
                <a:ext cx="427409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latin typeface="Times New Roman"/>
                    <a:cs typeface="Times New Roman"/>
                  </a:rPr>
                  <a:t>k = # of clusters</a:t>
                </a:r>
              </a:p>
              <a:p>
                <a:r>
                  <a:rPr lang="en-US" i="1" dirty="0">
                    <a:latin typeface="Times New Roman"/>
                    <a:cs typeface="Times New Roman"/>
                  </a:rPr>
                  <a:t>m = # of data points in a cluster</a:t>
                </a:r>
              </a:p>
              <a:p>
                <a14:m>
                  <m:oMath xmlns:m="http://schemas.openxmlformats.org/officeDocument/2006/math">
                    <m:sSub>
                      <m:sSubPr>
                        <m:ctrlPr>
                          <a:rPr lang="en-US" altLang="en-US" i="1" smtClean="0">
                            <a:latin typeface="Cambria Math" panose="02040503050406030204" pitchFamily="18" charset="0"/>
                          </a:rPr>
                        </m:ctrlPr>
                      </m:sSubPr>
                      <m:e>
                        <m:r>
                          <a:rPr lang="en-US" altLang="en-US" b="0" i="1" smtClean="0">
                            <a:latin typeface="Cambria Math" panose="02040503050406030204" pitchFamily="18" charset="0"/>
                          </a:rPr>
                          <m:t>𝐶</m:t>
                        </m:r>
                      </m:e>
                      <m:sub>
                        <m:r>
                          <a:rPr lang="en-US" altLang="en-US" b="0" i="1" smtClean="0">
                            <a:latin typeface="Cambria Math" panose="02040503050406030204" pitchFamily="18" charset="0"/>
                          </a:rPr>
                          <m:t>𝐾</m:t>
                        </m:r>
                      </m:sub>
                    </m:sSub>
                  </m:oMath>
                </a14:m>
                <a:r>
                  <a:rPr lang="en-US" altLang="en-US" dirty="0"/>
                  <a:t> = centroid</a:t>
                </a:r>
                <a:endParaRPr lang="en-US" dirty="0">
                  <a:latin typeface="Times New Roman"/>
                </a:endParaRPr>
              </a:p>
            </p:txBody>
          </p:sp>
        </mc:Choice>
        <mc:Fallback xmlns="">
          <p:sp>
            <p:nvSpPr>
              <p:cNvPr id="2" name="TextBox 1">
                <a:extLst>
                  <a:ext uri="{FF2B5EF4-FFF2-40B4-BE49-F238E27FC236}">
                    <a16:creationId xmlns:a16="http://schemas.microsoft.com/office/drawing/2014/main" id="{1C28AE19-B338-55E8-F6E3-5D010EC62FC2}"/>
                  </a:ext>
                </a:extLst>
              </p:cNvPr>
              <p:cNvSpPr txBox="1">
                <a:spLocks noRot="1" noChangeAspect="1" noMove="1" noResize="1" noEditPoints="1" noAdjustHandles="1" noChangeArrowheads="1" noChangeShapeType="1" noTextEdit="1"/>
              </p:cNvSpPr>
              <p:nvPr/>
            </p:nvSpPr>
            <p:spPr>
              <a:xfrm>
                <a:off x="35170" y="1038527"/>
                <a:ext cx="4274095" cy="1200329"/>
              </a:xfrm>
              <a:prstGeom prst="rect">
                <a:avLst/>
              </a:prstGeom>
              <a:blipFill>
                <a:blip r:embed="rId3"/>
                <a:stretch>
                  <a:fillRect l="-2282" t="-4061" b="-10660"/>
                </a:stretch>
              </a:blipFill>
            </p:spPr>
            <p:txBody>
              <a:bodyPr/>
              <a:lstStyle/>
              <a:p>
                <a:r>
                  <a:rPr 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2">
            <a:extLst>
              <a:ext uri="{FF2B5EF4-FFF2-40B4-BE49-F238E27FC236}">
                <a16:creationId xmlns:a16="http://schemas.microsoft.com/office/drawing/2014/main" id="{CBFC916E-B76B-3661-138A-A326FB85F30A}"/>
              </a:ext>
            </a:extLst>
          </p:cNvPr>
          <p:cNvSpPr>
            <a:spLocks noChangeArrowheads="1"/>
          </p:cNvSpPr>
          <p:nvPr/>
        </p:nvSpPr>
        <p:spPr bwMode="auto">
          <a:xfrm>
            <a:off x="1122363" y="1198563"/>
            <a:ext cx="6989762" cy="54816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867" name="Rectangle 43">
            <a:extLst>
              <a:ext uri="{FF2B5EF4-FFF2-40B4-BE49-F238E27FC236}">
                <a16:creationId xmlns:a16="http://schemas.microsoft.com/office/drawing/2014/main" id="{A98A64AC-ACB7-3599-98B6-A4473B237630}"/>
              </a:ext>
            </a:extLst>
          </p:cNvPr>
          <p:cNvSpPr>
            <a:spLocks noChangeArrowheads="1"/>
          </p:cNvSpPr>
          <p:nvPr/>
        </p:nvSpPr>
        <p:spPr bwMode="auto">
          <a:xfrm>
            <a:off x="2071688" y="1465263"/>
            <a:ext cx="5867400" cy="40767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868" name="Line 44">
            <a:extLst>
              <a:ext uri="{FF2B5EF4-FFF2-40B4-BE49-F238E27FC236}">
                <a16:creationId xmlns:a16="http://schemas.microsoft.com/office/drawing/2014/main" id="{83552F37-D015-4841-283D-CECE99377896}"/>
              </a:ext>
            </a:extLst>
          </p:cNvPr>
          <p:cNvSpPr>
            <a:spLocks noChangeShapeType="1"/>
          </p:cNvSpPr>
          <p:nvPr/>
        </p:nvSpPr>
        <p:spPr bwMode="auto">
          <a:xfrm>
            <a:off x="2071688" y="4724400"/>
            <a:ext cx="58674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69" name="Line 45">
            <a:extLst>
              <a:ext uri="{FF2B5EF4-FFF2-40B4-BE49-F238E27FC236}">
                <a16:creationId xmlns:a16="http://schemas.microsoft.com/office/drawing/2014/main" id="{497F76C9-E01D-F268-E38E-4943C08BDD01}"/>
              </a:ext>
            </a:extLst>
          </p:cNvPr>
          <p:cNvSpPr>
            <a:spLocks noChangeShapeType="1"/>
          </p:cNvSpPr>
          <p:nvPr/>
        </p:nvSpPr>
        <p:spPr bwMode="auto">
          <a:xfrm>
            <a:off x="2071688" y="3908425"/>
            <a:ext cx="58674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0" name="Line 46">
            <a:extLst>
              <a:ext uri="{FF2B5EF4-FFF2-40B4-BE49-F238E27FC236}">
                <a16:creationId xmlns:a16="http://schemas.microsoft.com/office/drawing/2014/main" id="{ED581A27-2795-0AE8-C4EF-2A885FE656DC}"/>
              </a:ext>
            </a:extLst>
          </p:cNvPr>
          <p:cNvSpPr>
            <a:spLocks noChangeShapeType="1"/>
          </p:cNvSpPr>
          <p:nvPr/>
        </p:nvSpPr>
        <p:spPr bwMode="auto">
          <a:xfrm>
            <a:off x="2071688" y="3098800"/>
            <a:ext cx="58674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1" name="Line 47">
            <a:extLst>
              <a:ext uri="{FF2B5EF4-FFF2-40B4-BE49-F238E27FC236}">
                <a16:creationId xmlns:a16="http://schemas.microsoft.com/office/drawing/2014/main" id="{1C8A0FCA-16CE-47C3-1296-C081A4638FA9}"/>
              </a:ext>
            </a:extLst>
          </p:cNvPr>
          <p:cNvSpPr>
            <a:spLocks noChangeShapeType="1"/>
          </p:cNvSpPr>
          <p:nvPr/>
        </p:nvSpPr>
        <p:spPr bwMode="auto">
          <a:xfrm>
            <a:off x="2071688" y="2281238"/>
            <a:ext cx="58674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2" name="Line 48">
            <a:extLst>
              <a:ext uri="{FF2B5EF4-FFF2-40B4-BE49-F238E27FC236}">
                <a16:creationId xmlns:a16="http://schemas.microsoft.com/office/drawing/2014/main" id="{EC4EE2C0-36CF-CCF5-E885-5323ED738134}"/>
              </a:ext>
            </a:extLst>
          </p:cNvPr>
          <p:cNvSpPr>
            <a:spLocks noChangeShapeType="1"/>
          </p:cNvSpPr>
          <p:nvPr/>
        </p:nvSpPr>
        <p:spPr bwMode="auto">
          <a:xfrm>
            <a:off x="2071688" y="1465263"/>
            <a:ext cx="58674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3" name="Rectangle 49">
            <a:extLst>
              <a:ext uri="{FF2B5EF4-FFF2-40B4-BE49-F238E27FC236}">
                <a16:creationId xmlns:a16="http://schemas.microsoft.com/office/drawing/2014/main" id="{A5EE4E33-0587-492A-9AEE-846DF9352E24}"/>
              </a:ext>
            </a:extLst>
          </p:cNvPr>
          <p:cNvSpPr>
            <a:spLocks noChangeArrowheads="1"/>
          </p:cNvSpPr>
          <p:nvPr/>
        </p:nvSpPr>
        <p:spPr bwMode="auto">
          <a:xfrm>
            <a:off x="2071688" y="1465263"/>
            <a:ext cx="5867400" cy="4076700"/>
          </a:xfrm>
          <a:prstGeom prst="rect">
            <a:avLst/>
          </a:prstGeom>
          <a:noFill/>
          <a:ln w="7938">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874" name="Line 50">
            <a:extLst>
              <a:ext uri="{FF2B5EF4-FFF2-40B4-BE49-F238E27FC236}">
                <a16:creationId xmlns:a16="http://schemas.microsoft.com/office/drawing/2014/main" id="{8C422795-0C39-E19F-CD34-695E409927BE}"/>
              </a:ext>
            </a:extLst>
          </p:cNvPr>
          <p:cNvSpPr>
            <a:spLocks noChangeShapeType="1"/>
          </p:cNvSpPr>
          <p:nvPr/>
        </p:nvSpPr>
        <p:spPr bwMode="auto">
          <a:xfrm>
            <a:off x="2071688" y="1465263"/>
            <a:ext cx="1587" cy="4076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5" name="Line 51">
            <a:extLst>
              <a:ext uri="{FF2B5EF4-FFF2-40B4-BE49-F238E27FC236}">
                <a16:creationId xmlns:a16="http://schemas.microsoft.com/office/drawing/2014/main" id="{C1305C8F-7DEC-BD7E-57C1-45C2163CF718}"/>
              </a:ext>
            </a:extLst>
          </p:cNvPr>
          <p:cNvSpPr>
            <a:spLocks noChangeShapeType="1"/>
          </p:cNvSpPr>
          <p:nvPr/>
        </p:nvSpPr>
        <p:spPr bwMode="auto">
          <a:xfrm>
            <a:off x="2001838" y="5541963"/>
            <a:ext cx="69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6" name="Line 52">
            <a:extLst>
              <a:ext uri="{FF2B5EF4-FFF2-40B4-BE49-F238E27FC236}">
                <a16:creationId xmlns:a16="http://schemas.microsoft.com/office/drawing/2014/main" id="{492ED8D7-1A9D-8412-D6CC-FB11607696BF}"/>
              </a:ext>
            </a:extLst>
          </p:cNvPr>
          <p:cNvSpPr>
            <a:spLocks noChangeShapeType="1"/>
          </p:cNvSpPr>
          <p:nvPr/>
        </p:nvSpPr>
        <p:spPr bwMode="auto">
          <a:xfrm>
            <a:off x="2001838" y="4724400"/>
            <a:ext cx="69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7" name="Line 53">
            <a:extLst>
              <a:ext uri="{FF2B5EF4-FFF2-40B4-BE49-F238E27FC236}">
                <a16:creationId xmlns:a16="http://schemas.microsoft.com/office/drawing/2014/main" id="{D839A2D7-1130-8FDE-A55D-6DFD7B38F644}"/>
              </a:ext>
            </a:extLst>
          </p:cNvPr>
          <p:cNvSpPr>
            <a:spLocks noChangeShapeType="1"/>
          </p:cNvSpPr>
          <p:nvPr/>
        </p:nvSpPr>
        <p:spPr bwMode="auto">
          <a:xfrm>
            <a:off x="2001838" y="3908425"/>
            <a:ext cx="69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8" name="Line 54">
            <a:extLst>
              <a:ext uri="{FF2B5EF4-FFF2-40B4-BE49-F238E27FC236}">
                <a16:creationId xmlns:a16="http://schemas.microsoft.com/office/drawing/2014/main" id="{C0CDD516-8115-3100-9AF5-FBF7F2CFE9FE}"/>
              </a:ext>
            </a:extLst>
          </p:cNvPr>
          <p:cNvSpPr>
            <a:spLocks noChangeShapeType="1"/>
          </p:cNvSpPr>
          <p:nvPr/>
        </p:nvSpPr>
        <p:spPr bwMode="auto">
          <a:xfrm>
            <a:off x="2001838" y="3098800"/>
            <a:ext cx="69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9" name="Line 55">
            <a:extLst>
              <a:ext uri="{FF2B5EF4-FFF2-40B4-BE49-F238E27FC236}">
                <a16:creationId xmlns:a16="http://schemas.microsoft.com/office/drawing/2014/main" id="{A7A42C1D-9EC8-E15D-E9BE-74FE3C55B355}"/>
              </a:ext>
            </a:extLst>
          </p:cNvPr>
          <p:cNvSpPr>
            <a:spLocks noChangeShapeType="1"/>
          </p:cNvSpPr>
          <p:nvPr/>
        </p:nvSpPr>
        <p:spPr bwMode="auto">
          <a:xfrm>
            <a:off x="2001838" y="2281238"/>
            <a:ext cx="69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0" name="Line 56">
            <a:extLst>
              <a:ext uri="{FF2B5EF4-FFF2-40B4-BE49-F238E27FC236}">
                <a16:creationId xmlns:a16="http://schemas.microsoft.com/office/drawing/2014/main" id="{38389680-E250-A014-3CF5-1B6FAB6CEC13}"/>
              </a:ext>
            </a:extLst>
          </p:cNvPr>
          <p:cNvSpPr>
            <a:spLocks noChangeShapeType="1"/>
          </p:cNvSpPr>
          <p:nvPr/>
        </p:nvSpPr>
        <p:spPr bwMode="auto">
          <a:xfrm>
            <a:off x="2001838" y="1465263"/>
            <a:ext cx="69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1" name="Line 57">
            <a:extLst>
              <a:ext uri="{FF2B5EF4-FFF2-40B4-BE49-F238E27FC236}">
                <a16:creationId xmlns:a16="http://schemas.microsoft.com/office/drawing/2014/main" id="{316FF3F1-3624-E793-345F-6934609CBCD8}"/>
              </a:ext>
            </a:extLst>
          </p:cNvPr>
          <p:cNvSpPr>
            <a:spLocks noChangeShapeType="1"/>
          </p:cNvSpPr>
          <p:nvPr/>
        </p:nvSpPr>
        <p:spPr bwMode="auto">
          <a:xfrm>
            <a:off x="2071688" y="5541963"/>
            <a:ext cx="58674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2" name="Line 58">
            <a:extLst>
              <a:ext uri="{FF2B5EF4-FFF2-40B4-BE49-F238E27FC236}">
                <a16:creationId xmlns:a16="http://schemas.microsoft.com/office/drawing/2014/main" id="{C4791199-9D65-9EA5-D60D-2333A47C993D}"/>
              </a:ext>
            </a:extLst>
          </p:cNvPr>
          <p:cNvSpPr>
            <a:spLocks noChangeShapeType="1"/>
          </p:cNvSpPr>
          <p:nvPr/>
        </p:nvSpPr>
        <p:spPr bwMode="auto">
          <a:xfrm flipV="1">
            <a:off x="2071688"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3" name="Line 59">
            <a:extLst>
              <a:ext uri="{FF2B5EF4-FFF2-40B4-BE49-F238E27FC236}">
                <a16:creationId xmlns:a16="http://schemas.microsoft.com/office/drawing/2014/main" id="{3B51920C-F96C-FAA2-4B2D-5B6970635E69}"/>
              </a:ext>
            </a:extLst>
          </p:cNvPr>
          <p:cNvSpPr>
            <a:spLocks noChangeShapeType="1"/>
          </p:cNvSpPr>
          <p:nvPr/>
        </p:nvSpPr>
        <p:spPr bwMode="auto">
          <a:xfrm flipV="1">
            <a:off x="3243263"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4" name="Line 60">
            <a:extLst>
              <a:ext uri="{FF2B5EF4-FFF2-40B4-BE49-F238E27FC236}">
                <a16:creationId xmlns:a16="http://schemas.microsoft.com/office/drawing/2014/main" id="{FAEEF9DC-C1EE-24AF-0984-64A2638AB020}"/>
              </a:ext>
            </a:extLst>
          </p:cNvPr>
          <p:cNvSpPr>
            <a:spLocks noChangeShapeType="1"/>
          </p:cNvSpPr>
          <p:nvPr/>
        </p:nvSpPr>
        <p:spPr bwMode="auto">
          <a:xfrm flipV="1">
            <a:off x="4421188"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5" name="Line 61">
            <a:extLst>
              <a:ext uri="{FF2B5EF4-FFF2-40B4-BE49-F238E27FC236}">
                <a16:creationId xmlns:a16="http://schemas.microsoft.com/office/drawing/2014/main" id="{A844057D-7301-A155-717E-99CADC797CEE}"/>
              </a:ext>
            </a:extLst>
          </p:cNvPr>
          <p:cNvSpPr>
            <a:spLocks noChangeShapeType="1"/>
          </p:cNvSpPr>
          <p:nvPr/>
        </p:nvSpPr>
        <p:spPr bwMode="auto">
          <a:xfrm flipV="1">
            <a:off x="5591175" y="5541963"/>
            <a:ext cx="1588"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6" name="Line 62">
            <a:extLst>
              <a:ext uri="{FF2B5EF4-FFF2-40B4-BE49-F238E27FC236}">
                <a16:creationId xmlns:a16="http://schemas.microsoft.com/office/drawing/2014/main" id="{039B23C9-28A0-A0A6-0C23-9C9DF92AD573}"/>
              </a:ext>
            </a:extLst>
          </p:cNvPr>
          <p:cNvSpPr>
            <a:spLocks noChangeShapeType="1"/>
          </p:cNvSpPr>
          <p:nvPr/>
        </p:nvSpPr>
        <p:spPr bwMode="auto">
          <a:xfrm flipV="1">
            <a:off x="6769100" y="5541963"/>
            <a:ext cx="1588"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7" name="Line 63">
            <a:extLst>
              <a:ext uri="{FF2B5EF4-FFF2-40B4-BE49-F238E27FC236}">
                <a16:creationId xmlns:a16="http://schemas.microsoft.com/office/drawing/2014/main" id="{0E65A855-499E-82F7-2DAE-EEFD2CDC2907}"/>
              </a:ext>
            </a:extLst>
          </p:cNvPr>
          <p:cNvSpPr>
            <a:spLocks noChangeShapeType="1"/>
          </p:cNvSpPr>
          <p:nvPr/>
        </p:nvSpPr>
        <p:spPr bwMode="auto">
          <a:xfrm flipV="1">
            <a:off x="7939088"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8" name="Freeform 64">
            <a:extLst>
              <a:ext uri="{FF2B5EF4-FFF2-40B4-BE49-F238E27FC236}">
                <a16:creationId xmlns:a16="http://schemas.microsoft.com/office/drawing/2014/main" id="{7888EC4C-9A26-9AEE-295E-1A6F32E9FD86}"/>
              </a:ext>
            </a:extLst>
          </p:cNvPr>
          <p:cNvSpPr>
            <a:spLocks/>
          </p:cNvSpPr>
          <p:nvPr/>
        </p:nvSpPr>
        <p:spPr bwMode="auto">
          <a:xfrm>
            <a:off x="3179763" y="4662488"/>
            <a:ext cx="125412" cy="125412"/>
          </a:xfrm>
          <a:custGeom>
            <a:avLst/>
            <a:gdLst>
              <a:gd name="T0" fmla="*/ 63500 w 79"/>
              <a:gd name="T1" fmla="*/ 0 h 79"/>
              <a:gd name="T2" fmla="*/ 125412 w 79"/>
              <a:gd name="T3" fmla="*/ 61912 h 79"/>
              <a:gd name="T4" fmla="*/ 63500 w 79"/>
              <a:gd name="T5" fmla="*/ 125412 h 79"/>
              <a:gd name="T6" fmla="*/ 0 w 79"/>
              <a:gd name="T7" fmla="*/ 61912 h 79"/>
              <a:gd name="T8" fmla="*/ 63500 w 79"/>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79">
                <a:moveTo>
                  <a:pt x="40" y="0"/>
                </a:moveTo>
                <a:lnTo>
                  <a:pt x="79" y="39"/>
                </a:lnTo>
                <a:lnTo>
                  <a:pt x="40" y="79"/>
                </a:lnTo>
                <a:lnTo>
                  <a:pt x="0" y="39"/>
                </a:lnTo>
                <a:lnTo>
                  <a:pt x="40" y="0"/>
                </a:lnTo>
                <a:close/>
              </a:path>
            </a:pathLst>
          </a:custGeom>
          <a:solidFill>
            <a:srgbClr val="000080"/>
          </a:solidFill>
          <a:ln w="7938">
            <a:solidFill>
              <a:srgbClr val="000080"/>
            </a:solidFill>
            <a:prstDash val="solid"/>
            <a:round/>
            <a:headEnd/>
            <a:tailEnd/>
          </a:ln>
        </p:spPr>
        <p:txBody>
          <a:bodyPr/>
          <a:lstStyle/>
          <a:p>
            <a:endParaRPr lang="en-US"/>
          </a:p>
        </p:txBody>
      </p:sp>
      <p:sp>
        <p:nvSpPr>
          <p:cNvPr id="36889" name="Rectangle 65">
            <a:extLst>
              <a:ext uri="{FF2B5EF4-FFF2-40B4-BE49-F238E27FC236}">
                <a16:creationId xmlns:a16="http://schemas.microsoft.com/office/drawing/2014/main" id="{980892FC-3CF0-7750-D3A4-6FDA3106E1C6}"/>
              </a:ext>
            </a:extLst>
          </p:cNvPr>
          <p:cNvSpPr>
            <a:spLocks noChangeArrowheads="1"/>
          </p:cNvSpPr>
          <p:nvPr/>
        </p:nvSpPr>
        <p:spPr bwMode="auto">
          <a:xfrm>
            <a:off x="1781175" y="5416550"/>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0</a:t>
            </a:r>
            <a:endParaRPr lang="en-US" altLang="en-US"/>
          </a:p>
        </p:txBody>
      </p:sp>
      <p:sp>
        <p:nvSpPr>
          <p:cNvPr id="36890" name="Rectangle 66">
            <a:extLst>
              <a:ext uri="{FF2B5EF4-FFF2-40B4-BE49-F238E27FC236}">
                <a16:creationId xmlns:a16="http://schemas.microsoft.com/office/drawing/2014/main" id="{3BA849A2-88C0-224D-CF88-C9C602DFA98E}"/>
              </a:ext>
            </a:extLst>
          </p:cNvPr>
          <p:cNvSpPr>
            <a:spLocks noChangeArrowheads="1"/>
          </p:cNvSpPr>
          <p:nvPr/>
        </p:nvSpPr>
        <p:spPr bwMode="auto">
          <a:xfrm>
            <a:off x="1781175" y="4598988"/>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1</a:t>
            </a:r>
            <a:endParaRPr lang="en-US" altLang="en-US"/>
          </a:p>
        </p:txBody>
      </p:sp>
      <p:sp>
        <p:nvSpPr>
          <p:cNvPr id="36891" name="Rectangle 67">
            <a:extLst>
              <a:ext uri="{FF2B5EF4-FFF2-40B4-BE49-F238E27FC236}">
                <a16:creationId xmlns:a16="http://schemas.microsoft.com/office/drawing/2014/main" id="{B5ACDA93-CE2B-78E5-7A20-8DC1C5970E9C}"/>
              </a:ext>
            </a:extLst>
          </p:cNvPr>
          <p:cNvSpPr>
            <a:spLocks noChangeArrowheads="1"/>
          </p:cNvSpPr>
          <p:nvPr/>
        </p:nvSpPr>
        <p:spPr bwMode="auto">
          <a:xfrm>
            <a:off x="1781175" y="37830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2</a:t>
            </a:r>
            <a:endParaRPr lang="en-US" altLang="en-US"/>
          </a:p>
        </p:txBody>
      </p:sp>
      <p:sp>
        <p:nvSpPr>
          <p:cNvPr id="36892" name="Rectangle 68">
            <a:extLst>
              <a:ext uri="{FF2B5EF4-FFF2-40B4-BE49-F238E27FC236}">
                <a16:creationId xmlns:a16="http://schemas.microsoft.com/office/drawing/2014/main" id="{E11CC070-CD4C-9465-7A5F-C703616017B7}"/>
              </a:ext>
            </a:extLst>
          </p:cNvPr>
          <p:cNvSpPr>
            <a:spLocks noChangeArrowheads="1"/>
          </p:cNvSpPr>
          <p:nvPr/>
        </p:nvSpPr>
        <p:spPr bwMode="auto">
          <a:xfrm>
            <a:off x="1781175" y="2973388"/>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3</a:t>
            </a:r>
            <a:endParaRPr lang="en-US" altLang="en-US"/>
          </a:p>
        </p:txBody>
      </p:sp>
      <p:sp>
        <p:nvSpPr>
          <p:cNvPr id="36893" name="Rectangle 69">
            <a:extLst>
              <a:ext uri="{FF2B5EF4-FFF2-40B4-BE49-F238E27FC236}">
                <a16:creationId xmlns:a16="http://schemas.microsoft.com/office/drawing/2014/main" id="{198AE3AB-C833-6788-7CD8-087E9B375131}"/>
              </a:ext>
            </a:extLst>
          </p:cNvPr>
          <p:cNvSpPr>
            <a:spLocks noChangeArrowheads="1"/>
          </p:cNvSpPr>
          <p:nvPr/>
        </p:nvSpPr>
        <p:spPr bwMode="auto">
          <a:xfrm>
            <a:off x="1781175" y="2155825"/>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4</a:t>
            </a:r>
            <a:endParaRPr lang="en-US" altLang="en-US"/>
          </a:p>
        </p:txBody>
      </p:sp>
      <p:sp>
        <p:nvSpPr>
          <p:cNvPr id="36894" name="Rectangle 70">
            <a:extLst>
              <a:ext uri="{FF2B5EF4-FFF2-40B4-BE49-F238E27FC236}">
                <a16:creationId xmlns:a16="http://schemas.microsoft.com/office/drawing/2014/main" id="{35E9A6BB-8EB4-F61C-37FF-A3AD2C6E3ABF}"/>
              </a:ext>
            </a:extLst>
          </p:cNvPr>
          <p:cNvSpPr>
            <a:spLocks noChangeArrowheads="1"/>
          </p:cNvSpPr>
          <p:nvPr/>
        </p:nvSpPr>
        <p:spPr bwMode="auto">
          <a:xfrm>
            <a:off x="1781175" y="1339850"/>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5</a:t>
            </a:r>
            <a:endParaRPr lang="en-US" altLang="en-US"/>
          </a:p>
        </p:txBody>
      </p:sp>
      <p:sp>
        <p:nvSpPr>
          <p:cNvPr id="36895" name="Rectangle 71">
            <a:extLst>
              <a:ext uri="{FF2B5EF4-FFF2-40B4-BE49-F238E27FC236}">
                <a16:creationId xmlns:a16="http://schemas.microsoft.com/office/drawing/2014/main" id="{032E1675-9310-96DE-13BF-91502F53740D}"/>
              </a:ext>
            </a:extLst>
          </p:cNvPr>
          <p:cNvSpPr>
            <a:spLocks noChangeArrowheads="1"/>
          </p:cNvSpPr>
          <p:nvPr/>
        </p:nvSpPr>
        <p:spPr bwMode="auto">
          <a:xfrm>
            <a:off x="2017713"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0</a:t>
            </a:r>
            <a:endParaRPr lang="en-US" altLang="en-US"/>
          </a:p>
        </p:txBody>
      </p:sp>
      <p:sp>
        <p:nvSpPr>
          <p:cNvPr id="36896" name="Rectangle 72">
            <a:extLst>
              <a:ext uri="{FF2B5EF4-FFF2-40B4-BE49-F238E27FC236}">
                <a16:creationId xmlns:a16="http://schemas.microsoft.com/office/drawing/2014/main" id="{07021651-2FEA-9392-8DC1-CD6C3AA58B17}"/>
              </a:ext>
            </a:extLst>
          </p:cNvPr>
          <p:cNvSpPr>
            <a:spLocks noChangeArrowheads="1"/>
          </p:cNvSpPr>
          <p:nvPr/>
        </p:nvSpPr>
        <p:spPr bwMode="auto">
          <a:xfrm>
            <a:off x="3187700"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1</a:t>
            </a:r>
            <a:endParaRPr lang="en-US" altLang="en-US"/>
          </a:p>
        </p:txBody>
      </p:sp>
      <p:sp>
        <p:nvSpPr>
          <p:cNvPr id="36897" name="Rectangle 73">
            <a:extLst>
              <a:ext uri="{FF2B5EF4-FFF2-40B4-BE49-F238E27FC236}">
                <a16:creationId xmlns:a16="http://schemas.microsoft.com/office/drawing/2014/main" id="{23AEC679-7652-4F1B-EC85-F5424E9220D7}"/>
              </a:ext>
            </a:extLst>
          </p:cNvPr>
          <p:cNvSpPr>
            <a:spLocks noChangeArrowheads="1"/>
          </p:cNvSpPr>
          <p:nvPr/>
        </p:nvSpPr>
        <p:spPr bwMode="auto">
          <a:xfrm>
            <a:off x="4365625"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2</a:t>
            </a:r>
            <a:endParaRPr lang="en-US" altLang="en-US"/>
          </a:p>
        </p:txBody>
      </p:sp>
      <p:sp>
        <p:nvSpPr>
          <p:cNvPr id="36898" name="Rectangle 74">
            <a:extLst>
              <a:ext uri="{FF2B5EF4-FFF2-40B4-BE49-F238E27FC236}">
                <a16:creationId xmlns:a16="http://schemas.microsoft.com/office/drawing/2014/main" id="{EC56C2C6-8CB2-77E5-AB95-DF32A2A1BD1E}"/>
              </a:ext>
            </a:extLst>
          </p:cNvPr>
          <p:cNvSpPr>
            <a:spLocks noChangeArrowheads="1"/>
          </p:cNvSpPr>
          <p:nvPr/>
        </p:nvSpPr>
        <p:spPr bwMode="auto">
          <a:xfrm>
            <a:off x="5535613"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3</a:t>
            </a:r>
            <a:endParaRPr lang="en-US" altLang="en-US"/>
          </a:p>
        </p:txBody>
      </p:sp>
      <p:sp>
        <p:nvSpPr>
          <p:cNvPr id="36899" name="Rectangle 75">
            <a:extLst>
              <a:ext uri="{FF2B5EF4-FFF2-40B4-BE49-F238E27FC236}">
                <a16:creationId xmlns:a16="http://schemas.microsoft.com/office/drawing/2014/main" id="{92F5A974-7C5D-11C1-C659-9248F45BA15D}"/>
              </a:ext>
            </a:extLst>
          </p:cNvPr>
          <p:cNvSpPr>
            <a:spLocks noChangeArrowheads="1"/>
          </p:cNvSpPr>
          <p:nvPr/>
        </p:nvSpPr>
        <p:spPr bwMode="auto">
          <a:xfrm>
            <a:off x="6715125"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4</a:t>
            </a:r>
            <a:endParaRPr lang="en-US" altLang="en-US"/>
          </a:p>
        </p:txBody>
      </p:sp>
      <p:sp>
        <p:nvSpPr>
          <p:cNvPr id="36900" name="Rectangle 76">
            <a:extLst>
              <a:ext uri="{FF2B5EF4-FFF2-40B4-BE49-F238E27FC236}">
                <a16:creationId xmlns:a16="http://schemas.microsoft.com/office/drawing/2014/main" id="{4C0F9DC2-8371-203E-A259-47A7FB03396D}"/>
              </a:ext>
            </a:extLst>
          </p:cNvPr>
          <p:cNvSpPr>
            <a:spLocks noChangeArrowheads="1"/>
          </p:cNvSpPr>
          <p:nvPr/>
        </p:nvSpPr>
        <p:spPr bwMode="auto">
          <a:xfrm>
            <a:off x="7885113"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5</a:t>
            </a:r>
            <a:endParaRPr lang="en-US" altLang="en-US"/>
          </a:p>
        </p:txBody>
      </p:sp>
      <p:sp>
        <p:nvSpPr>
          <p:cNvPr id="264195" name="Rectangle 3">
            <a:extLst>
              <a:ext uri="{FF2B5EF4-FFF2-40B4-BE49-F238E27FC236}">
                <a16:creationId xmlns:a16="http://schemas.microsoft.com/office/drawing/2014/main" id="{BF6B6B4D-342C-5E7D-15DD-42CD02751D05}"/>
              </a:ext>
            </a:extLst>
          </p:cNvPr>
          <p:cNvSpPr>
            <a:spLocks noGrp="1" noChangeArrowheads="1"/>
          </p:cNvSpPr>
          <p:nvPr>
            <p:ph type="title"/>
          </p:nvPr>
        </p:nvSpPr>
        <p:spPr>
          <a:xfrm>
            <a:off x="685800" y="228600"/>
            <a:ext cx="7772400" cy="533400"/>
          </a:xfrm>
        </p:spPr>
        <p:txBody>
          <a:bodyPr/>
          <a:lstStyle/>
          <a:p>
            <a:pPr eaLnBrk="1" hangingPunct="1">
              <a:defRPr/>
            </a:pPr>
            <a:r>
              <a:rPr lang="en-US" altLang="en-US" sz="4000">
                <a:effectLst>
                  <a:outerShdw blurRad="38100" dist="38100" dir="2700000" algn="tl">
                    <a:srgbClr val="C0C0C0"/>
                  </a:outerShdw>
                </a:effectLst>
              </a:rPr>
              <a:t>K-means Clustering: Step 1</a:t>
            </a:r>
          </a:p>
        </p:txBody>
      </p:sp>
      <p:sp>
        <p:nvSpPr>
          <p:cNvPr id="36902" name="Text Box 4">
            <a:extLst>
              <a:ext uri="{FF2B5EF4-FFF2-40B4-BE49-F238E27FC236}">
                <a16:creationId xmlns:a16="http://schemas.microsoft.com/office/drawing/2014/main" id="{50A2FD8F-2CB9-1F16-168B-2153DF470F89}"/>
              </a:ext>
            </a:extLst>
          </p:cNvPr>
          <p:cNvSpPr txBox="1">
            <a:spLocks noChangeArrowheads="1"/>
          </p:cNvSpPr>
          <p:nvPr/>
        </p:nvSpPr>
        <p:spPr bwMode="auto">
          <a:xfrm>
            <a:off x="979488" y="838200"/>
            <a:ext cx="7267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Algorithm: k-means, Distance Metric: Euclidean Distance</a:t>
            </a:r>
          </a:p>
        </p:txBody>
      </p:sp>
      <p:sp>
        <p:nvSpPr>
          <p:cNvPr id="36903" name="AutoShape 5">
            <a:extLst>
              <a:ext uri="{FF2B5EF4-FFF2-40B4-BE49-F238E27FC236}">
                <a16:creationId xmlns:a16="http://schemas.microsoft.com/office/drawing/2014/main" id="{35392C55-2477-653B-31ED-DEBB8D34B70D}"/>
              </a:ext>
            </a:extLst>
          </p:cNvPr>
          <p:cNvSpPr>
            <a:spLocks noChangeArrowheads="1"/>
          </p:cNvSpPr>
          <p:nvPr/>
        </p:nvSpPr>
        <p:spPr bwMode="auto">
          <a:xfrm>
            <a:off x="3200400" y="4648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04" name="AutoShape 6">
            <a:extLst>
              <a:ext uri="{FF2B5EF4-FFF2-40B4-BE49-F238E27FC236}">
                <a16:creationId xmlns:a16="http://schemas.microsoft.com/office/drawing/2014/main" id="{C8AD63AD-0DE5-387E-2D88-C5B91A84B667}"/>
              </a:ext>
            </a:extLst>
          </p:cNvPr>
          <p:cNvSpPr>
            <a:spLocks noChangeArrowheads="1"/>
          </p:cNvSpPr>
          <p:nvPr/>
        </p:nvSpPr>
        <p:spPr bwMode="auto">
          <a:xfrm>
            <a:off x="3352800" y="4876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05" name="AutoShape 7">
            <a:extLst>
              <a:ext uri="{FF2B5EF4-FFF2-40B4-BE49-F238E27FC236}">
                <a16:creationId xmlns:a16="http://schemas.microsoft.com/office/drawing/2014/main" id="{B8AD3D18-9770-6080-9E4F-458C3EA9107C}"/>
              </a:ext>
            </a:extLst>
          </p:cNvPr>
          <p:cNvSpPr>
            <a:spLocks noChangeArrowheads="1"/>
          </p:cNvSpPr>
          <p:nvPr/>
        </p:nvSpPr>
        <p:spPr bwMode="auto">
          <a:xfrm>
            <a:off x="3124200" y="5105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06" name="AutoShape 8">
            <a:extLst>
              <a:ext uri="{FF2B5EF4-FFF2-40B4-BE49-F238E27FC236}">
                <a16:creationId xmlns:a16="http://schemas.microsoft.com/office/drawing/2014/main" id="{3366D3D0-D2D4-6705-8E03-6C227587AAD7}"/>
              </a:ext>
            </a:extLst>
          </p:cNvPr>
          <p:cNvSpPr>
            <a:spLocks noChangeArrowheads="1"/>
          </p:cNvSpPr>
          <p:nvPr/>
        </p:nvSpPr>
        <p:spPr bwMode="auto">
          <a:xfrm>
            <a:off x="2895600" y="4419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07" name="AutoShape 9">
            <a:extLst>
              <a:ext uri="{FF2B5EF4-FFF2-40B4-BE49-F238E27FC236}">
                <a16:creationId xmlns:a16="http://schemas.microsoft.com/office/drawing/2014/main" id="{6FE258B4-0191-CB93-0003-80C720E15299}"/>
              </a:ext>
            </a:extLst>
          </p:cNvPr>
          <p:cNvSpPr>
            <a:spLocks noChangeArrowheads="1"/>
          </p:cNvSpPr>
          <p:nvPr/>
        </p:nvSpPr>
        <p:spPr bwMode="auto">
          <a:xfrm>
            <a:off x="2895600" y="2057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08" name="AutoShape 10">
            <a:extLst>
              <a:ext uri="{FF2B5EF4-FFF2-40B4-BE49-F238E27FC236}">
                <a16:creationId xmlns:a16="http://schemas.microsoft.com/office/drawing/2014/main" id="{DBA6BCAA-9815-EC7F-0620-D01F4CCD1D41}"/>
              </a:ext>
            </a:extLst>
          </p:cNvPr>
          <p:cNvSpPr>
            <a:spLocks noChangeArrowheads="1"/>
          </p:cNvSpPr>
          <p:nvPr/>
        </p:nvSpPr>
        <p:spPr bwMode="auto">
          <a:xfrm>
            <a:off x="2895600" y="3581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09" name="AutoShape 11">
            <a:extLst>
              <a:ext uri="{FF2B5EF4-FFF2-40B4-BE49-F238E27FC236}">
                <a16:creationId xmlns:a16="http://schemas.microsoft.com/office/drawing/2014/main" id="{D729771B-5B92-BFE7-3507-EB193904F6C7}"/>
              </a:ext>
            </a:extLst>
          </p:cNvPr>
          <p:cNvSpPr>
            <a:spLocks noChangeArrowheads="1"/>
          </p:cNvSpPr>
          <p:nvPr/>
        </p:nvSpPr>
        <p:spPr bwMode="auto">
          <a:xfrm>
            <a:off x="2895600" y="5105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10" name="AutoShape 12">
            <a:extLst>
              <a:ext uri="{FF2B5EF4-FFF2-40B4-BE49-F238E27FC236}">
                <a16:creationId xmlns:a16="http://schemas.microsoft.com/office/drawing/2014/main" id="{0915F50C-4C09-CF0B-FE9A-4805758F6393}"/>
              </a:ext>
            </a:extLst>
          </p:cNvPr>
          <p:cNvSpPr>
            <a:spLocks noChangeArrowheads="1"/>
          </p:cNvSpPr>
          <p:nvPr/>
        </p:nvSpPr>
        <p:spPr bwMode="auto">
          <a:xfrm>
            <a:off x="2438400" y="4114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11" name="AutoShape 13">
            <a:extLst>
              <a:ext uri="{FF2B5EF4-FFF2-40B4-BE49-F238E27FC236}">
                <a16:creationId xmlns:a16="http://schemas.microsoft.com/office/drawing/2014/main" id="{1D24052F-B9BE-6C7F-7AAB-B620B1974B6D}"/>
              </a:ext>
            </a:extLst>
          </p:cNvPr>
          <p:cNvSpPr>
            <a:spLocks noChangeArrowheads="1"/>
          </p:cNvSpPr>
          <p:nvPr/>
        </p:nvSpPr>
        <p:spPr bwMode="auto">
          <a:xfrm>
            <a:off x="4572000" y="38100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12" name="AutoShape 14">
            <a:extLst>
              <a:ext uri="{FF2B5EF4-FFF2-40B4-BE49-F238E27FC236}">
                <a16:creationId xmlns:a16="http://schemas.microsoft.com/office/drawing/2014/main" id="{59616BF6-372F-DCDC-05D0-C003F4D9C6C7}"/>
              </a:ext>
            </a:extLst>
          </p:cNvPr>
          <p:cNvSpPr>
            <a:spLocks noChangeArrowheads="1"/>
          </p:cNvSpPr>
          <p:nvPr/>
        </p:nvSpPr>
        <p:spPr bwMode="auto">
          <a:xfrm>
            <a:off x="6705600" y="1828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13" name="AutoShape 15">
            <a:extLst>
              <a:ext uri="{FF2B5EF4-FFF2-40B4-BE49-F238E27FC236}">
                <a16:creationId xmlns:a16="http://schemas.microsoft.com/office/drawing/2014/main" id="{7FF7878B-28E7-1DFF-978D-6EFF37BC58CD}"/>
              </a:ext>
            </a:extLst>
          </p:cNvPr>
          <p:cNvSpPr>
            <a:spLocks noChangeArrowheads="1"/>
          </p:cNvSpPr>
          <p:nvPr/>
        </p:nvSpPr>
        <p:spPr bwMode="auto">
          <a:xfrm>
            <a:off x="7162800" y="19050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14" name="AutoShape 16">
            <a:extLst>
              <a:ext uri="{FF2B5EF4-FFF2-40B4-BE49-F238E27FC236}">
                <a16:creationId xmlns:a16="http://schemas.microsoft.com/office/drawing/2014/main" id="{79C23F60-409D-AE18-9166-605AECF48B92}"/>
              </a:ext>
            </a:extLst>
          </p:cNvPr>
          <p:cNvSpPr>
            <a:spLocks noChangeArrowheads="1"/>
          </p:cNvSpPr>
          <p:nvPr/>
        </p:nvSpPr>
        <p:spPr bwMode="auto">
          <a:xfrm>
            <a:off x="7010400" y="2057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15" name="AutoShape 17">
            <a:extLst>
              <a:ext uri="{FF2B5EF4-FFF2-40B4-BE49-F238E27FC236}">
                <a16:creationId xmlns:a16="http://schemas.microsoft.com/office/drawing/2014/main" id="{9EC403D1-F98E-7125-7728-2D729D43BC01}"/>
              </a:ext>
            </a:extLst>
          </p:cNvPr>
          <p:cNvSpPr>
            <a:spLocks noChangeArrowheads="1"/>
          </p:cNvSpPr>
          <p:nvPr/>
        </p:nvSpPr>
        <p:spPr bwMode="auto">
          <a:xfrm>
            <a:off x="6858000" y="2209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16" name="AutoShape 18">
            <a:extLst>
              <a:ext uri="{FF2B5EF4-FFF2-40B4-BE49-F238E27FC236}">
                <a16:creationId xmlns:a16="http://schemas.microsoft.com/office/drawing/2014/main" id="{26369411-4E85-EAC2-866F-1658B8330868}"/>
              </a:ext>
            </a:extLst>
          </p:cNvPr>
          <p:cNvSpPr>
            <a:spLocks noChangeArrowheads="1"/>
          </p:cNvSpPr>
          <p:nvPr/>
        </p:nvSpPr>
        <p:spPr bwMode="auto">
          <a:xfrm>
            <a:off x="7162800" y="2362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17" name="AutoShape 19">
            <a:extLst>
              <a:ext uri="{FF2B5EF4-FFF2-40B4-BE49-F238E27FC236}">
                <a16:creationId xmlns:a16="http://schemas.microsoft.com/office/drawing/2014/main" id="{74822859-A7E7-1322-3819-513CAB394DCC}"/>
              </a:ext>
            </a:extLst>
          </p:cNvPr>
          <p:cNvSpPr>
            <a:spLocks noChangeArrowheads="1"/>
          </p:cNvSpPr>
          <p:nvPr/>
        </p:nvSpPr>
        <p:spPr bwMode="auto">
          <a:xfrm>
            <a:off x="7467600" y="2743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18" name="AutoShape 20">
            <a:extLst>
              <a:ext uri="{FF2B5EF4-FFF2-40B4-BE49-F238E27FC236}">
                <a16:creationId xmlns:a16="http://schemas.microsoft.com/office/drawing/2014/main" id="{BD8B8728-13C4-75BD-855F-C09D0D804B8B}"/>
              </a:ext>
            </a:extLst>
          </p:cNvPr>
          <p:cNvSpPr>
            <a:spLocks noChangeArrowheads="1"/>
          </p:cNvSpPr>
          <p:nvPr/>
        </p:nvSpPr>
        <p:spPr bwMode="auto">
          <a:xfrm>
            <a:off x="5715000" y="1828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19" name="AutoShape 21">
            <a:extLst>
              <a:ext uri="{FF2B5EF4-FFF2-40B4-BE49-F238E27FC236}">
                <a16:creationId xmlns:a16="http://schemas.microsoft.com/office/drawing/2014/main" id="{88B0882A-013D-50D6-F732-C17A03E63D5B}"/>
              </a:ext>
            </a:extLst>
          </p:cNvPr>
          <p:cNvSpPr>
            <a:spLocks noChangeArrowheads="1"/>
          </p:cNvSpPr>
          <p:nvPr/>
        </p:nvSpPr>
        <p:spPr bwMode="auto">
          <a:xfrm>
            <a:off x="6019800" y="3276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20" name="AutoShape 22">
            <a:extLst>
              <a:ext uri="{FF2B5EF4-FFF2-40B4-BE49-F238E27FC236}">
                <a16:creationId xmlns:a16="http://schemas.microsoft.com/office/drawing/2014/main" id="{9B3EF6FF-288B-BF6D-FE71-8B406676F218}"/>
              </a:ext>
            </a:extLst>
          </p:cNvPr>
          <p:cNvSpPr>
            <a:spLocks noChangeArrowheads="1"/>
          </p:cNvSpPr>
          <p:nvPr/>
        </p:nvSpPr>
        <p:spPr bwMode="auto">
          <a:xfrm>
            <a:off x="6019800" y="4800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21" name="AutoShape 23">
            <a:extLst>
              <a:ext uri="{FF2B5EF4-FFF2-40B4-BE49-F238E27FC236}">
                <a16:creationId xmlns:a16="http://schemas.microsoft.com/office/drawing/2014/main" id="{8416E2DA-4FA0-DE1F-3792-A2E7F2F0CD03}"/>
              </a:ext>
            </a:extLst>
          </p:cNvPr>
          <p:cNvSpPr>
            <a:spLocks noChangeArrowheads="1"/>
          </p:cNvSpPr>
          <p:nvPr/>
        </p:nvSpPr>
        <p:spPr bwMode="auto">
          <a:xfrm>
            <a:off x="6400800" y="5105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22" name="AutoShape 24">
            <a:extLst>
              <a:ext uri="{FF2B5EF4-FFF2-40B4-BE49-F238E27FC236}">
                <a16:creationId xmlns:a16="http://schemas.microsoft.com/office/drawing/2014/main" id="{7A4AE499-D2B2-1056-8239-014D8C9D26AD}"/>
              </a:ext>
            </a:extLst>
          </p:cNvPr>
          <p:cNvSpPr>
            <a:spLocks noChangeArrowheads="1"/>
          </p:cNvSpPr>
          <p:nvPr/>
        </p:nvSpPr>
        <p:spPr bwMode="auto">
          <a:xfrm>
            <a:off x="6781800" y="4343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23" name="AutoShape 25">
            <a:extLst>
              <a:ext uri="{FF2B5EF4-FFF2-40B4-BE49-F238E27FC236}">
                <a16:creationId xmlns:a16="http://schemas.microsoft.com/office/drawing/2014/main" id="{25751DEF-18B1-D2EA-8506-44CF529BB6B1}"/>
              </a:ext>
            </a:extLst>
          </p:cNvPr>
          <p:cNvSpPr>
            <a:spLocks noChangeArrowheads="1"/>
          </p:cNvSpPr>
          <p:nvPr/>
        </p:nvSpPr>
        <p:spPr bwMode="auto">
          <a:xfrm>
            <a:off x="5943600" y="3733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24" name="AutoShape 26">
            <a:extLst>
              <a:ext uri="{FF2B5EF4-FFF2-40B4-BE49-F238E27FC236}">
                <a16:creationId xmlns:a16="http://schemas.microsoft.com/office/drawing/2014/main" id="{56F03844-1824-93BE-56DF-9AC859B80F53}"/>
              </a:ext>
            </a:extLst>
          </p:cNvPr>
          <p:cNvSpPr>
            <a:spLocks noChangeArrowheads="1"/>
          </p:cNvSpPr>
          <p:nvPr/>
        </p:nvSpPr>
        <p:spPr bwMode="auto">
          <a:xfrm>
            <a:off x="5181600" y="41910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25" name="AutoShape 27">
            <a:extLst>
              <a:ext uri="{FF2B5EF4-FFF2-40B4-BE49-F238E27FC236}">
                <a16:creationId xmlns:a16="http://schemas.microsoft.com/office/drawing/2014/main" id="{425CA0F0-C7F2-215F-AC49-330D024EB0C9}"/>
              </a:ext>
            </a:extLst>
          </p:cNvPr>
          <p:cNvSpPr>
            <a:spLocks noChangeArrowheads="1"/>
          </p:cNvSpPr>
          <p:nvPr/>
        </p:nvSpPr>
        <p:spPr bwMode="auto">
          <a:xfrm>
            <a:off x="7162800" y="4648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26" name="AutoShape 28">
            <a:extLst>
              <a:ext uri="{FF2B5EF4-FFF2-40B4-BE49-F238E27FC236}">
                <a16:creationId xmlns:a16="http://schemas.microsoft.com/office/drawing/2014/main" id="{00A632A5-44C0-27EE-8D1F-BF5B421BCB04}"/>
              </a:ext>
            </a:extLst>
          </p:cNvPr>
          <p:cNvSpPr>
            <a:spLocks noChangeArrowheads="1"/>
          </p:cNvSpPr>
          <p:nvPr/>
        </p:nvSpPr>
        <p:spPr bwMode="auto">
          <a:xfrm>
            <a:off x="7010400" y="5029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27" name="AutoShape 29">
            <a:extLst>
              <a:ext uri="{FF2B5EF4-FFF2-40B4-BE49-F238E27FC236}">
                <a16:creationId xmlns:a16="http://schemas.microsoft.com/office/drawing/2014/main" id="{9650DC4F-768D-3FE0-838E-A991AC8AEF08}"/>
              </a:ext>
            </a:extLst>
          </p:cNvPr>
          <p:cNvSpPr>
            <a:spLocks noChangeArrowheads="1"/>
          </p:cNvSpPr>
          <p:nvPr/>
        </p:nvSpPr>
        <p:spPr bwMode="auto">
          <a:xfrm>
            <a:off x="6858000" y="4038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28" name="AutoShape 30">
            <a:extLst>
              <a:ext uri="{FF2B5EF4-FFF2-40B4-BE49-F238E27FC236}">
                <a16:creationId xmlns:a16="http://schemas.microsoft.com/office/drawing/2014/main" id="{A6C89B83-7A4E-227E-C9D7-780F54E996C8}"/>
              </a:ext>
            </a:extLst>
          </p:cNvPr>
          <p:cNvSpPr>
            <a:spLocks noChangeArrowheads="1"/>
          </p:cNvSpPr>
          <p:nvPr/>
        </p:nvSpPr>
        <p:spPr bwMode="auto">
          <a:xfrm>
            <a:off x="7467600" y="5257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29" name="AutoShape 31">
            <a:extLst>
              <a:ext uri="{FF2B5EF4-FFF2-40B4-BE49-F238E27FC236}">
                <a16:creationId xmlns:a16="http://schemas.microsoft.com/office/drawing/2014/main" id="{FBB51BEE-63E7-F672-CA6A-AA246EC9AA40}"/>
              </a:ext>
            </a:extLst>
          </p:cNvPr>
          <p:cNvSpPr>
            <a:spLocks noChangeArrowheads="1"/>
          </p:cNvSpPr>
          <p:nvPr/>
        </p:nvSpPr>
        <p:spPr bwMode="auto">
          <a:xfrm>
            <a:off x="6629400" y="2590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nvGrpSpPr>
          <p:cNvPr id="264224" name="Group 32">
            <a:extLst>
              <a:ext uri="{FF2B5EF4-FFF2-40B4-BE49-F238E27FC236}">
                <a16:creationId xmlns:a16="http://schemas.microsoft.com/office/drawing/2014/main" id="{50429E11-6A5A-E20A-CEED-5EE0138B5854}"/>
              </a:ext>
            </a:extLst>
          </p:cNvPr>
          <p:cNvGrpSpPr>
            <a:grpSpLocks/>
          </p:cNvGrpSpPr>
          <p:nvPr/>
        </p:nvGrpSpPr>
        <p:grpSpPr bwMode="auto">
          <a:xfrm>
            <a:off x="3657600" y="2286000"/>
            <a:ext cx="2743200" cy="3276600"/>
            <a:chOff x="2304" y="1440"/>
            <a:chExt cx="1728" cy="2064"/>
          </a:xfrm>
        </p:grpSpPr>
        <p:grpSp>
          <p:nvGrpSpPr>
            <p:cNvPr id="36931" name="Group 33">
              <a:extLst>
                <a:ext uri="{FF2B5EF4-FFF2-40B4-BE49-F238E27FC236}">
                  <a16:creationId xmlns:a16="http://schemas.microsoft.com/office/drawing/2014/main" id="{3CF41254-B271-2485-EBB6-35423EE8DADC}"/>
                </a:ext>
              </a:extLst>
            </p:cNvPr>
            <p:cNvGrpSpPr>
              <a:grpSpLocks/>
            </p:cNvGrpSpPr>
            <p:nvPr/>
          </p:nvGrpSpPr>
          <p:grpSpPr bwMode="auto">
            <a:xfrm>
              <a:off x="2784" y="1440"/>
              <a:ext cx="432" cy="336"/>
              <a:chOff x="192" y="1824"/>
              <a:chExt cx="432" cy="336"/>
            </a:xfrm>
          </p:grpSpPr>
          <p:sp>
            <p:nvSpPr>
              <p:cNvPr id="36938" name="Oval 34">
                <a:extLst>
                  <a:ext uri="{FF2B5EF4-FFF2-40B4-BE49-F238E27FC236}">
                    <a16:creationId xmlns:a16="http://schemas.microsoft.com/office/drawing/2014/main" id="{CEF3A2D5-2107-C9DD-6791-DCCE519F3890}"/>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39" name="Text Box 35">
                <a:extLst>
                  <a:ext uri="{FF2B5EF4-FFF2-40B4-BE49-F238E27FC236}">
                    <a16:creationId xmlns:a16="http://schemas.microsoft.com/office/drawing/2014/main" id="{2D35F5BC-19D4-18BB-3FE8-98DE7AA10BB6}"/>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1</a:t>
                </a:r>
              </a:p>
            </p:txBody>
          </p:sp>
        </p:grpSp>
        <p:grpSp>
          <p:nvGrpSpPr>
            <p:cNvPr id="36932" name="Group 36">
              <a:extLst>
                <a:ext uri="{FF2B5EF4-FFF2-40B4-BE49-F238E27FC236}">
                  <a16:creationId xmlns:a16="http://schemas.microsoft.com/office/drawing/2014/main" id="{65D86C2E-FAB2-F202-401B-30106A95EC6D}"/>
                </a:ext>
              </a:extLst>
            </p:cNvPr>
            <p:cNvGrpSpPr>
              <a:grpSpLocks/>
            </p:cNvGrpSpPr>
            <p:nvPr/>
          </p:nvGrpSpPr>
          <p:grpSpPr bwMode="auto">
            <a:xfrm>
              <a:off x="2304" y="2160"/>
              <a:ext cx="432" cy="336"/>
              <a:chOff x="192" y="1824"/>
              <a:chExt cx="432" cy="336"/>
            </a:xfrm>
          </p:grpSpPr>
          <p:sp>
            <p:nvSpPr>
              <p:cNvPr id="36936" name="Oval 37">
                <a:extLst>
                  <a:ext uri="{FF2B5EF4-FFF2-40B4-BE49-F238E27FC236}">
                    <a16:creationId xmlns:a16="http://schemas.microsoft.com/office/drawing/2014/main" id="{C2B52C9C-69B1-BFAE-4016-61D483FC7D9B}"/>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37" name="Text Box 38">
                <a:extLst>
                  <a:ext uri="{FF2B5EF4-FFF2-40B4-BE49-F238E27FC236}">
                    <a16:creationId xmlns:a16="http://schemas.microsoft.com/office/drawing/2014/main" id="{F043474D-B586-8D5E-858F-AC855C0CAF87}"/>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2</a:t>
                </a:r>
              </a:p>
            </p:txBody>
          </p:sp>
        </p:grpSp>
        <p:grpSp>
          <p:nvGrpSpPr>
            <p:cNvPr id="36933" name="Group 39">
              <a:extLst>
                <a:ext uri="{FF2B5EF4-FFF2-40B4-BE49-F238E27FC236}">
                  <a16:creationId xmlns:a16="http://schemas.microsoft.com/office/drawing/2014/main" id="{DBAC31E5-34FC-17F0-781B-A432BB59ED27}"/>
                </a:ext>
              </a:extLst>
            </p:cNvPr>
            <p:cNvGrpSpPr>
              <a:grpSpLocks/>
            </p:cNvGrpSpPr>
            <p:nvPr/>
          </p:nvGrpSpPr>
          <p:grpSpPr bwMode="auto">
            <a:xfrm>
              <a:off x="3600" y="3168"/>
              <a:ext cx="432" cy="336"/>
              <a:chOff x="192" y="1824"/>
              <a:chExt cx="432" cy="336"/>
            </a:xfrm>
          </p:grpSpPr>
          <p:sp>
            <p:nvSpPr>
              <p:cNvPr id="36934" name="Oval 40">
                <a:extLst>
                  <a:ext uri="{FF2B5EF4-FFF2-40B4-BE49-F238E27FC236}">
                    <a16:creationId xmlns:a16="http://schemas.microsoft.com/office/drawing/2014/main" id="{828A7841-F113-4293-69A3-2783379999FB}"/>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6935" name="Text Box 41">
                <a:extLst>
                  <a:ext uri="{FF2B5EF4-FFF2-40B4-BE49-F238E27FC236}">
                    <a16:creationId xmlns:a16="http://schemas.microsoft.com/office/drawing/2014/main" id="{492D3D7F-7A4F-6CFF-D1F2-CECA1B7286E0}"/>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3</a:t>
                </a:r>
              </a:p>
            </p:txBody>
          </p:sp>
        </p:grpSp>
      </p:grpSp>
      <p:sp>
        <p:nvSpPr>
          <p:cNvPr id="3" name="TextBox 2">
            <a:extLst>
              <a:ext uri="{FF2B5EF4-FFF2-40B4-BE49-F238E27FC236}">
                <a16:creationId xmlns:a16="http://schemas.microsoft.com/office/drawing/2014/main" id="{4565A3F4-FE28-E4D3-EF16-54A370821A57}"/>
              </a:ext>
            </a:extLst>
          </p:cNvPr>
          <p:cNvSpPr txBox="1"/>
          <p:nvPr/>
        </p:nvSpPr>
        <p:spPr>
          <a:xfrm>
            <a:off x="0" y="6037278"/>
            <a:ext cx="9144000" cy="830997"/>
          </a:xfrm>
          <a:prstGeom prst="rect">
            <a:avLst/>
          </a:prstGeom>
          <a:noFill/>
        </p:spPr>
        <p:txBody>
          <a:bodyPr wrap="square">
            <a:spAutoFit/>
          </a:bodyPr>
          <a:lstStyle/>
          <a:p>
            <a:r>
              <a:rPr lang="en-US" altLang="en-US" sz="2400" dirty="0">
                <a:solidFill>
                  <a:srgbClr val="FF0000"/>
                </a:solidFill>
                <a:latin typeface="Times New Roman"/>
                <a:cs typeface="Times New Roman"/>
              </a:rPr>
              <a:t>Initialize the </a:t>
            </a:r>
            <a:r>
              <a:rPr lang="en-US" altLang="en-US" sz="2400" i="1" dirty="0">
                <a:solidFill>
                  <a:srgbClr val="FF0000"/>
                </a:solidFill>
                <a:latin typeface="Times New Roman"/>
                <a:cs typeface="Times New Roman"/>
              </a:rPr>
              <a:t>k</a:t>
            </a:r>
            <a:r>
              <a:rPr lang="en-US" altLang="en-US" sz="2400" dirty="0">
                <a:solidFill>
                  <a:srgbClr val="FF0000"/>
                </a:solidFill>
                <a:latin typeface="Times New Roman"/>
                <a:cs typeface="Times New Roman"/>
              </a:rPr>
              <a:t> cluster centers/centroids (randomly based on an empirical probability distribution of the points).</a:t>
            </a: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642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5">
            <a:extLst>
              <a:ext uri="{FF2B5EF4-FFF2-40B4-BE49-F238E27FC236}">
                <a16:creationId xmlns:a16="http://schemas.microsoft.com/office/drawing/2014/main" id="{8F5D9D37-FF19-E00C-2D4C-4F5BEA74AADA}"/>
              </a:ext>
            </a:extLst>
          </p:cNvPr>
          <p:cNvSpPr>
            <a:spLocks noChangeArrowheads="1"/>
          </p:cNvSpPr>
          <p:nvPr/>
        </p:nvSpPr>
        <p:spPr bwMode="auto">
          <a:xfrm>
            <a:off x="1122363" y="1198563"/>
            <a:ext cx="6989762" cy="54816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891" name="Rectangle 46">
            <a:extLst>
              <a:ext uri="{FF2B5EF4-FFF2-40B4-BE49-F238E27FC236}">
                <a16:creationId xmlns:a16="http://schemas.microsoft.com/office/drawing/2014/main" id="{B054235A-0029-1C40-B615-1B42B63CED32}"/>
              </a:ext>
            </a:extLst>
          </p:cNvPr>
          <p:cNvSpPr>
            <a:spLocks noChangeArrowheads="1"/>
          </p:cNvSpPr>
          <p:nvPr/>
        </p:nvSpPr>
        <p:spPr bwMode="auto">
          <a:xfrm>
            <a:off x="2071688" y="1465263"/>
            <a:ext cx="5867400" cy="40767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892" name="Line 47">
            <a:extLst>
              <a:ext uri="{FF2B5EF4-FFF2-40B4-BE49-F238E27FC236}">
                <a16:creationId xmlns:a16="http://schemas.microsoft.com/office/drawing/2014/main" id="{26DFFD41-7341-84D6-08E6-281D0B77DAAE}"/>
              </a:ext>
            </a:extLst>
          </p:cNvPr>
          <p:cNvSpPr>
            <a:spLocks noChangeShapeType="1"/>
          </p:cNvSpPr>
          <p:nvPr/>
        </p:nvSpPr>
        <p:spPr bwMode="auto">
          <a:xfrm>
            <a:off x="2071688" y="4724400"/>
            <a:ext cx="58674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3" name="Line 48">
            <a:extLst>
              <a:ext uri="{FF2B5EF4-FFF2-40B4-BE49-F238E27FC236}">
                <a16:creationId xmlns:a16="http://schemas.microsoft.com/office/drawing/2014/main" id="{463CC505-3A56-FE8D-3553-849D0443B480}"/>
              </a:ext>
            </a:extLst>
          </p:cNvPr>
          <p:cNvSpPr>
            <a:spLocks noChangeShapeType="1"/>
          </p:cNvSpPr>
          <p:nvPr/>
        </p:nvSpPr>
        <p:spPr bwMode="auto">
          <a:xfrm>
            <a:off x="2071688" y="3908425"/>
            <a:ext cx="58674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4" name="Line 49">
            <a:extLst>
              <a:ext uri="{FF2B5EF4-FFF2-40B4-BE49-F238E27FC236}">
                <a16:creationId xmlns:a16="http://schemas.microsoft.com/office/drawing/2014/main" id="{1D9B3890-B5DE-250D-23E0-73C2A79BF182}"/>
              </a:ext>
            </a:extLst>
          </p:cNvPr>
          <p:cNvSpPr>
            <a:spLocks noChangeShapeType="1"/>
          </p:cNvSpPr>
          <p:nvPr/>
        </p:nvSpPr>
        <p:spPr bwMode="auto">
          <a:xfrm>
            <a:off x="2071688" y="3098800"/>
            <a:ext cx="58674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5" name="Line 50">
            <a:extLst>
              <a:ext uri="{FF2B5EF4-FFF2-40B4-BE49-F238E27FC236}">
                <a16:creationId xmlns:a16="http://schemas.microsoft.com/office/drawing/2014/main" id="{21BB38F8-C457-406D-4325-811BAC404207}"/>
              </a:ext>
            </a:extLst>
          </p:cNvPr>
          <p:cNvSpPr>
            <a:spLocks noChangeShapeType="1"/>
          </p:cNvSpPr>
          <p:nvPr/>
        </p:nvSpPr>
        <p:spPr bwMode="auto">
          <a:xfrm>
            <a:off x="2071688" y="2281238"/>
            <a:ext cx="58674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6" name="Line 51">
            <a:extLst>
              <a:ext uri="{FF2B5EF4-FFF2-40B4-BE49-F238E27FC236}">
                <a16:creationId xmlns:a16="http://schemas.microsoft.com/office/drawing/2014/main" id="{B1981633-DD78-D844-4DA6-01B0DA9E71F0}"/>
              </a:ext>
            </a:extLst>
          </p:cNvPr>
          <p:cNvSpPr>
            <a:spLocks noChangeShapeType="1"/>
          </p:cNvSpPr>
          <p:nvPr/>
        </p:nvSpPr>
        <p:spPr bwMode="auto">
          <a:xfrm>
            <a:off x="2071688" y="1465263"/>
            <a:ext cx="58674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7" name="Rectangle 52">
            <a:extLst>
              <a:ext uri="{FF2B5EF4-FFF2-40B4-BE49-F238E27FC236}">
                <a16:creationId xmlns:a16="http://schemas.microsoft.com/office/drawing/2014/main" id="{5183F1E9-67CC-D3ED-3DD8-FD844705378A}"/>
              </a:ext>
            </a:extLst>
          </p:cNvPr>
          <p:cNvSpPr>
            <a:spLocks noChangeArrowheads="1"/>
          </p:cNvSpPr>
          <p:nvPr/>
        </p:nvSpPr>
        <p:spPr bwMode="auto">
          <a:xfrm>
            <a:off x="2071688" y="1465263"/>
            <a:ext cx="5867400" cy="4076700"/>
          </a:xfrm>
          <a:prstGeom prst="rect">
            <a:avLst/>
          </a:prstGeom>
          <a:noFill/>
          <a:ln w="7938">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898" name="Line 53">
            <a:extLst>
              <a:ext uri="{FF2B5EF4-FFF2-40B4-BE49-F238E27FC236}">
                <a16:creationId xmlns:a16="http://schemas.microsoft.com/office/drawing/2014/main" id="{A9379762-F247-6544-A550-67A8797AA767}"/>
              </a:ext>
            </a:extLst>
          </p:cNvPr>
          <p:cNvSpPr>
            <a:spLocks noChangeShapeType="1"/>
          </p:cNvSpPr>
          <p:nvPr/>
        </p:nvSpPr>
        <p:spPr bwMode="auto">
          <a:xfrm>
            <a:off x="2071688" y="1465263"/>
            <a:ext cx="1587" cy="4076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9" name="Line 54">
            <a:extLst>
              <a:ext uri="{FF2B5EF4-FFF2-40B4-BE49-F238E27FC236}">
                <a16:creationId xmlns:a16="http://schemas.microsoft.com/office/drawing/2014/main" id="{E4C0C841-67E1-C1F0-30E4-208D84FA73BD}"/>
              </a:ext>
            </a:extLst>
          </p:cNvPr>
          <p:cNvSpPr>
            <a:spLocks noChangeShapeType="1"/>
          </p:cNvSpPr>
          <p:nvPr/>
        </p:nvSpPr>
        <p:spPr bwMode="auto">
          <a:xfrm>
            <a:off x="2001838" y="5541963"/>
            <a:ext cx="69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0" name="Line 55">
            <a:extLst>
              <a:ext uri="{FF2B5EF4-FFF2-40B4-BE49-F238E27FC236}">
                <a16:creationId xmlns:a16="http://schemas.microsoft.com/office/drawing/2014/main" id="{C88C1FCE-0877-EA33-4DEB-B1FA7F285A83}"/>
              </a:ext>
            </a:extLst>
          </p:cNvPr>
          <p:cNvSpPr>
            <a:spLocks noChangeShapeType="1"/>
          </p:cNvSpPr>
          <p:nvPr/>
        </p:nvSpPr>
        <p:spPr bwMode="auto">
          <a:xfrm>
            <a:off x="2001838" y="4724400"/>
            <a:ext cx="69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1" name="Line 56">
            <a:extLst>
              <a:ext uri="{FF2B5EF4-FFF2-40B4-BE49-F238E27FC236}">
                <a16:creationId xmlns:a16="http://schemas.microsoft.com/office/drawing/2014/main" id="{967C6190-DA07-C50A-BD52-F79B4084F09E}"/>
              </a:ext>
            </a:extLst>
          </p:cNvPr>
          <p:cNvSpPr>
            <a:spLocks noChangeShapeType="1"/>
          </p:cNvSpPr>
          <p:nvPr/>
        </p:nvSpPr>
        <p:spPr bwMode="auto">
          <a:xfrm>
            <a:off x="2001838" y="3908425"/>
            <a:ext cx="69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2" name="Line 57">
            <a:extLst>
              <a:ext uri="{FF2B5EF4-FFF2-40B4-BE49-F238E27FC236}">
                <a16:creationId xmlns:a16="http://schemas.microsoft.com/office/drawing/2014/main" id="{4FAF1C98-AFC9-4616-9659-7067CA662C9C}"/>
              </a:ext>
            </a:extLst>
          </p:cNvPr>
          <p:cNvSpPr>
            <a:spLocks noChangeShapeType="1"/>
          </p:cNvSpPr>
          <p:nvPr/>
        </p:nvSpPr>
        <p:spPr bwMode="auto">
          <a:xfrm>
            <a:off x="2001838" y="3098800"/>
            <a:ext cx="69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3" name="Line 58">
            <a:extLst>
              <a:ext uri="{FF2B5EF4-FFF2-40B4-BE49-F238E27FC236}">
                <a16:creationId xmlns:a16="http://schemas.microsoft.com/office/drawing/2014/main" id="{EE9565D0-2C66-EC90-8690-E87EB59D563F}"/>
              </a:ext>
            </a:extLst>
          </p:cNvPr>
          <p:cNvSpPr>
            <a:spLocks noChangeShapeType="1"/>
          </p:cNvSpPr>
          <p:nvPr/>
        </p:nvSpPr>
        <p:spPr bwMode="auto">
          <a:xfrm>
            <a:off x="2001838" y="2281238"/>
            <a:ext cx="69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4" name="Line 59">
            <a:extLst>
              <a:ext uri="{FF2B5EF4-FFF2-40B4-BE49-F238E27FC236}">
                <a16:creationId xmlns:a16="http://schemas.microsoft.com/office/drawing/2014/main" id="{BB5E1B63-6B1F-7ABE-3DD9-21DB23D23757}"/>
              </a:ext>
            </a:extLst>
          </p:cNvPr>
          <p:cNvSpPr>
            <a:spLocks noChangeShapeType="1"/>
          </p:cNvSpPr>
          <p:nvPr/>
        </p:nvSpPr>
        <p:spPr bwMode="auto">
          <a:xfrm>
            <a:off x="2001838" y="1465263"/>
            <a:ext cx="69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5" name="Line 60">
            <a:extLst>
              <a:ext uri="{FF2B5EF4-FFF2-40B4-BE49-F238E27FC236}">
                <a16:creationId xmlns:a16="http://schemas.microsoft.com/office/drawing/2014/main" id="{52EA4960-15B6-889D-C902-C67411EF7CA5}"/>
              </a:ext>
            </a:extLst>
          </p:cNvPr>
          <p:cNvSpPr>
            <a:spLocks noChangeShapeType="1"/>
          </p:cNvSpPr>
          <p:nvPr/>
        </p:nvSpPr>
        <p:spPr bwMode="auto">
          <a:xfrm>
            <a:off x="2071688" y="5541963"/>
            <a:ext cx="58674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6" name="Line 61">
            <a:extLst>
              <a:ext uri="{FF2B5EF4-FFF2-40B4-BE49-F238E27FC236}">
                <a16:creationId xmlns:a16="http://schemas.microsoft.com/office/drawing/2014/main" id="{F7AA80C5-FC45-1E04-00A2-141DBAE16DCF}"/>
              </a:ext>
            </a:extLst>
          </p:cNvPr>
          <p:cNvSpPr>
            <a:spLocks noChangeShapeType="1"/>
          </p:cNvSpPr>
          <p:nvPr/>
        </p:nvSpPr>
        <p:spPr bwMode="auto">
          <a:xfrm flipV="1">
            <a:off x="2071688"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7" name="Line 62">
            <a:extLst>
              <a:ext uri="{FF2B5EF4-FFF2-40B4-BE49-F238E27FC236}">
                <a16:creationId xmlns:a16="http://schemas.microsoft.com/office/drawing/2014/main" id="{D41C86C3-7C17-71CE-435E-042F97C5BFFE}"/>
              </a:ext>
            </a:extLst>
          </p:cNvPr>
          <p:cNvSpPr>
            <a:spLocks noChangeShapeType="1"/>
          </p:cNvSpPr>
          <p:nvPr/>
        </p:nvSpPr>
        <p:spPr bwMode="auto">
          <a:xfrm flipV="1">
            <a:off x="3243263"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8" name="Line 63">
            <a:extLst>
              <a:ext uri="{FF2B5EF4-FFF2-40B4-BE49-F238E27FC236}">
                <a16:creationId xmlns:a16="http://schemas.microsoft.com/office/drawing/2014/main" id="{F84AB746-BCAB-FB57-2F11-11C5FF114877}"/>
              </a:ext>
            </a:extLst>
          </p:cNvPr>
          <p:cNvSpPr>
            <a:spLocks noChangeShapeType="1"/>
          </p:cNvSpPr>
          <p:nvPr/>
        </p:nvSpPr>
        <p:spPr bwMode="auto">
          <a:xfrm flipV="1">
            <a:off x="4421188"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9" name="Line 64">
            <a:extLst>
              <a:ext uri="{FF2B5EF4-FFF2-40B4-BE49-F238E27FC236}">
                <a16:creationId xmlns:a16="http://schemas.microsoft.com/office/drawing/2014/main" id="{12592901-3D8A-F039-7580-0260B841BCF3}"/>
              </a:ext>
            </a:extLst>
          </p:cNvPr>
          <p:cNvSpPr>
            <a:spLocks noChangeShapeType="1"/>
          </p:cNvSpPr>
          <p:nvPr/>
        </p:nvSpPr>
        <p:spPr bwMode="auto">
          <a:xfrm flipV="1">
            <a:off x="5591175" y="5541963"/>
            <a:ext cx="1588"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0" name="Line 65">
            <a:extLst>
              <a:ext uri="{FF2B5EF4-FFF2-40B4-BE49-F238E27FC236}">
                <a16:creationId xmlns:a16="http://schemas.microsoft.com/office/drawing/2014/main" id="{EEC03084-49D9-A412-F184-B7D581FD63FB}"/>
              </a:ext>
            </a:extLst>
          </p:cNvPr>
          <p:cNvSpPr>
            <a:spLocks noChangeShapeType="1"/>
          </p:cNvSpPr>
          <p:nvPr/>
        </p:nvSpPr>
        <p:spPr bwMode="auto">
          <a:xfrm flipV="1">
            <a:off x="6769100" y="5541963"/>
            <a:ext cx="1588"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1" name="Line 66">
            <a:extLst>
              <a:ext uri="{FF2B5EF4-FFF2-40B4-BE49-F238E27FC236}">
                <a16:creationId xmlns:a16="http://schemas.microsoft.com/office/drawing/2014/main" id="{200996BA-78AF-8A51-0EBD-5F7BB3974254}"/>
              </a:ext>
            </a:extLst>
          </p:cNvPr>
          <p:cNvSpPr>
            <a:spLocks noChangeShapeType="1"/>
          </p:cNvSpPr>
          <p:nvPr/>
        </p:nvSpPr>
        <p:spPr bwMode="auto">
          <a:xfrm flipV="1">
            <a:off x="7939088"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2" name="Freeform 67">
            <a:extLst>
              <a:ext uri="{FF2B5EF4-FFF2-40B4-BE49-F238E27FC236}">
                <a16:creationId xmlns:a16="http://schemas.microsoft.com/office/drawing/2014/main" id="{63D2E4ED-34F8-FABB-89CC-BE39E106C1B5}"/>
              </a:ext>
            </a:extLst>
          </p:cNvPr>
          <p:cNvSpPr>
            <a:spLocks/>
          </p:cNvSpPr>
          <p:nvPr/>
        </p:nvSpPr>
        <p:spPr bwMode="auto">
          <a:xfrm>
            <a:off x="3179763" y="4662488"/>
            <a:ext cx="125412" cy="125412"/>
          </a:xfrm>
          <a:custGeom>
            <a:avLst/>
            <a:gdLst>
              <a:gd name="T0" fmla="*/ 63500 w 79"/>
              <a:gd name="T1" fmla="*/ 0 h 79"/>
              <a:gd name="T2" fmla="*/ 125412 w 79"/>
              <a:gd name="T3" fmla="*/ 61912 h 79"/>
              <a:gd name="T4" fmla="*/ 63500 w 79"/>
              <a:gd name="T5" fmla="*/ 125412 h 79"/>
              <a:gd name="T6" fmla="*/ 0 w 79"/>
              <a:gd name="T7" fmla="*/ 61912 h 79"/>
              <a:gd name="T8" fmla="*/ 63500 w 79"/>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79">
                <a:moveTo>
                  <a:pt x="40" y="0"/>
                </a:moveTo>
                <a:lnTo>
                  <a:pt x="79" y="39"/>
                </a:lnTo>
                <a:lnTo>
                  <a:pt x="40" y="79"/>
                </a:lnTo>
                <a:lnTo>
                  <a:pt x="0" y="39"/>
                </a:lnTo>
                <a:lnTo>
                  <a:pt x="40" y="0"/>
                </a:lnTo>
                <a:close/>
              </a:path>
            </a:pathLst>
          </a:custGeom>
          <a:solidFill>
            <a:srgbClr val="000080"/>
          </a:solidFill>
          <a:ln w="7938">
            <a:solidFill>
              <a:srgbClr val="000080"/>
            </a:solidFill>
            <a:prstDash val="solid"/>
            <a:round/>
            <a:headEnd/>
            <a:tailEnd/>
          </a:ln>
        </p:spPr>
        <p:txBody>
          <a:bodyPr/>
          <a:lstStyle/>
          <a:p>
            <a:endParaRPr lang="en-US"/>
          </a:p>
        </p:txBody>
      </p:sp>
      <p:sp>
        <p:nvSpPr>
          <p:cNvPr id="37913" name="Rectangle 68">
            <a:extLst>
              <a:ext uri="{FF2B5EF4-FFF2-40B4-BE49-F238E27FC236}">
                <a16:creationId xmlns:a16="http://schemas.microsoft.com/office/drawing/2014/main" id="{631FBE93-EC99-67AE-3D3C-AF348A531AD3}"/>
              </a:ext>
            </a:extLst>
          </p:cNvPr>
          <p:cNvSpPr>
            <a:spLocks noChangeArrowheads="1"/>
          </p:cNvSpPr>
          <p:nvPr/>
        </p:nvSpPr>
        <p:spPr bwMode="auto">
          <a:xfrm>
            <a:off x="1781175" y="5416550"/>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0</a:t>
            </a:r>
            <a:endParaRPr lang="en-US" altLang="en-US"/>
          </a:p>
        </p:txBody>
      </p:sp>
      <p:sp>
        <p:nvSpPr>
          <p:cNvPr id="37914" name="Rectangle 69">
            <a:extLst>
              <a:ext uri="{FF2B5EF4-FFF2-40B4-BE49-F238E27FC236}">
                <a16:creationId xmlns:a16="http://schemas.microsoft.com/office/drawing/2014/main" id="{A894C128-FEFB-72CE-6482-5A4C43B381BE}"/>
              </a:ext>
            </a:extLst>
          </p:cNvPr>
          <p:cNvSpPr>
            <a:spLocks noChangeArrowheads="1"/>
          </p:cNvSpPr>
          <p:nvPr/>
        </p:nvSpPr>
        <p:spPr bwMode="auto">
          <a:xfrm>
            <a:off x="1781175" y="4598988"/>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1</a:t>
            </a:r>
            <a:endParaRPr lang="en-US" altLang="en-US"/>
          </a:p>
        </p:txBody>
      </p:sp>
      <p:sp>
        <p:nvSpPr>
          <p:cNvPr id="37915" name="Rectangle 70">
            <a:extLst>
              <a:ext uri="{FF2B5EF4-FFF2-40B4-BE49-F238E27FC236}">
                <a16:creationId xmlns:a16="http://schemas.microsoft.com/office/drawing/2014/main" id="{8FF7BAB4-82E6-B805-87F1-749273442388}"/>
              </a:ext>
            </a:extLst>
          </p:cNvPr>
          <p:cNvSpPr>
            <a:spLocks noChangeArrowheads="1"/>
          </p:cNvSpPr>
          <p:nvPr/>
        </p:nvSpPr>
        <p:spPr bwMode="auto">
          <a:xfrm>
            <a:off x="1781175" y="37830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2</a:t>
            </a:r>
            <a:endParaRPr lang="en-US" altLang="en-US"/>
          </a:p>
        </p:txBody>
      </p:sp>
      <p:sp>
        <p:nvSpPr>
          <p:cNvPr id="37916" name="Rectangle 71">
            <a:extLst>
              <a:ext uri="{FF2B5EF4-FFF2-40B4-BE49-F238E27FC236}">
                <a16:creationId xmlns:a16="http://schemas.microsoft.com/office/drawing/2014/main" id="{F9987B5B-51DC-45D7-AB87-2DB3816024C5}"/>
              </a:ext>
            </a:extLst>
          </p:cNvPr>
          <p:cNvSpPr>
            <a:spLocks noChangeArrowheads="1"/>
          </p:cNvSpPr>
          <p:nvPr/>
        </p:nvSpPr>
        <p:spPr bwMode="auto">
          <a:xfrm>
            <a:off x="1781175" y="2973388"/>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3</a:t>
            </a:r>
            <a:endParaRPr lang="en-US" altLang="en-US"/>
          </a:p>
        </p:txBody>
      </p:sp>
      <p:sp>
        <p:nvSpPr>
          <p:cNvPr id="37917" name="Rectangle 72">
            <a:extLst>
              <a:ext uri="{FF2B5EF4-FFF2-40B4-BE49-F238E27FC236}">
                <a16:creationId xmlns:a16="http://schemas.microsoft.com/office/drawing/2014/main" id="{9E977D6C-5DDA-F4FC-EE50-C38DEA62AFBB}"/>
              </a:ext>
            </a:extLst>
          </p:cNvPr>
          <p:cNvSpPr>
            <a:spLocks noChangeArrowheads="1"/>
          </p:cNvSpPr>
          <p:nvPr/>
        </p:nvSpPr>
        <p:spPr bwMode="auto">
          <a:xfrm>
            <a:off x="1781175" y="2155825"/>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4</a:t>
            </a:r>
            <a:endParaRPr lang="en-US" altLang="en-US"/>
          </a:p>
        </p:txBody>
      </p:sp>
      <p:sp>
        <p:nvSpPr>
          <p:cNvPr id="37918" name="Rectangle 73">
            <a:extLst>
              <a:ext uri="{FF2B5EF4-FFF2-40B4-BE49-F238E27FC236}">
                <a16:creationId xmlns:a16="http://schemas.microsoft.com/office/drawing/2014/main" id="{C10124BF-F395-B338-D8F4-F2A1F6D99076}"/>
              </a:ext>
            </a:extLst>
          </p:cNvPr>
          <p:cNvSpPr>
            <a:spLocks noChangeArrowheads="1"/>
          </p:cNvSpPr>
          <p:nvPr/>
        </p:nvSpPr>
        <p:spPr bwMode="auto">
          <a:xfrm>
            <a:off x="1781175" y="1339850"/>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5</a:t>
            </a:r>
            <a:endParaRPr lang="en-US" altLang="en-US"/>
          </a:p>
        </p:txBody>
      </p:sp>
      <p:sp>
        <p:nvSpPr>
          <p:cNvPr id="37919" name="Rectangle 74">
            <a:extLst>
              <a:ext uri="{FF2B5EF4-FFF2-40B4-BE49-F238E27FC236}">
                <a16:creationId xmlns:a16="http://schemas.microsoft.com/office/drawing/2014/main" id="{C32AC1C0-45BF-DFEE-932A-0A3E376E993B}"/>
              </a:ext>
            </a:extLst>
          </p:cNvPr>
          <p:cNvSpPr>
            <a:spLocks noChangeArrowheads="1"/>
          </p:cNvSpPr>
          <p:nvPr/>
        </p:nvSpPr>
        <p:spPr bwMode="auto">
          <a:xfrm>
            <a:off x="2017713"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0</a:t>
            </a:r>
            <a:endParaRPr lang="en-US" altLang="en-US"/>
          </a:p>
        </p:txBody>
      </p:sp>
      <p:sp>
        <p:nvSpPr>
          <p:cNvPr id="37920" name="Rectangle 75">
            <a:extLst>
              <a:ext uri="{FF2B5EF4-FFF2-40B4-BE49-F238E27FC236}">
                <a16:creationId xmlns:a16="http://schemas.microsoft.com/office/drawing/2014/main" id="{CBC91DE5-7D20-2534-11D3-3CBB333724BC}"/>
              </a:ext>
            </a:extLst>
          </p:cNvPr>
          <p:cNvSpPr>
            <a:spLocks noChangeArrowheads="1"/>
          </p:cNvSpPr>
          <p:nvPr/>
        </p:nvSpPr>
        <p:spPr bwMode="auto">
          <a:xfrm>
            <a:off x="3187700"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1</a:t>
            </a:r>
            <a:endParaRPr lang="en-US" altLang="en-US"/>
          </a:p>
        </p:txBody>
      </p:sp>
      <p:sp>
        <p:nvSpPr>
          <p:cNvPr id="37921" name="Rectangle 76">
            <a:extLst>
              <a:ext uri="{FF2B5EF4-FFF2-40B4-BE49-F238E27FC236}">
                <a16:creationId xmlns:a16="http://schemas.microsoft.com/office/drawing/2014/main" id="{C9CCC359-2870-5938-82AF-EAADB297EB42}"/>
              </a:ext>
            </a:extLst>
          </p:cNvPr>
          <p:cNvSpPr>
            <a:spLocks noChangeArrowheads="1"/>
          </p:cNvSpPr>
          <p:nvPr/>
        </p:nvSpPr>
        <p:spPr bwMode="auto">
          <a:xfrm>
            <a:off x="4365625"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2</a:t>
            </a:r>
            <a:endParaRPr lang="en-US" altLang="en-US"/>
          </a:p>
        </p:txBody>
      </p:sp>
      <p:sp>
        <p:nvSpPr>
          <p:cNvPr id="37922" name="Rectangle 77">
            <a:extLst>
              <a:ext uri="{FF2B5EF4-FFF2-40B4-BE49-F238E27FC236}">
                <a16:creationId xmlns:a16="http://schemas.microsoft.com/office/drawing/2014/main" id="{C918C044-1956-4A7B-6A11-03ADF8287533}"/>
              </a:ext>
            </a:extLst>
          </p:cNvPr>
          <p:cNvSpPr>
            <a:spLocks noChangeArrowheads="1"/>
          </p:cNvSpPr>
          <p:nvPr/>
        </p:nvSpPr>
        <p:spPr bwMode="auto">
          <a:xfrm>
            <a:off x="5535613"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3</a:t>
            </a:r>
            <a:endParaRPr lang="en-US" altLang="en-US"/>
          </a:p>
        </p:txBody>
      </p:sp>
      <p:sp>
        <p:nvSpPr>
          <p:cNvPr id="37923" name="Rectangle 78">
            <a:extLst>
              <a:ext uri="{FF2B5EF4-FFF2-40B4-BE49-F238E27FC236}">
                <a16:creationId xmlns:a16="http://schemas.microsoft.com/office/drawing/2014/main" id="{83DB7AA7-F9B8-B404-C692-09A6655DB071}"/>
              </a:ext>
            </a:extLst>
          </p:cNvPr>
          <p:cNvSpPr>
            <a:spLocks noChangeArrowheads="1"/>
          </p:cNvSpPr>
          <p:nvPr/>
        </p:nvSpPr>
        <p:spPr bwMode="auto">
          <a:xfrm>
            <a:off x="6715125"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4</a:t>
            </a:r>
            <a:endParaRPr lang="en-US" altLang="en-US"/>
          </a:p>
        </p:txBody>
      </p:sp>
      <p:sp>
        <p:nvSpPr>
          <p:cNvPr id="37924" name="Rectangle 79">
            <a:extLst>
              <a:ext uri="{FF2B5EF4-FFF2-40B4-BE49-F238E27FC236}">
                <a16:creationId xmlns:a16="http://schemas.microsoft.com/office/drawing/2014/main" id="{1A711BF3-A534-8FB4-0C6D-17AADBF2A1FE}"/>
              </a:ext>
            </a:extLst>
          </p:cNvPr>
          <p:cNvSpPr>
            <a:spLocks noChangeArrowheads="1"/>
          </p:cNvSpPr>
          <p:nvPr/>
        </p:nvSpPr>
        <p:spPr bwMode="auto">
          <a:xfrm>
            <a:off x="7885113"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5</a:t>
            </a:r>
            <a:endParaRPr lang="en-US" altLang="en-US"/>
          </a:p>
        </p:txBody>
      </p:sp>
      <p:sp>
        <p:nvSpPr>
          <p:cNvPr id="265219" name="Rectangle 3">
            <a:extLst>
              <a:ext uri="{FF2B5EF4-FFF2-40B4-BE49-F238E27FC236}">
                <a16:creationId xmlns:a16="http://schemas.microsoft.com/office/drawing/2014/main" id="{E784FC9A-74F3-0D9A-AFB9-A494B6E0C887}"/>
              </a:ext>
            </a:extLst>
          </p:cNvPr>
          <p:cNvSpPr>
            <a:spLocks noGrp="1" noChangeArrowheads="1"/>
          </p:cNvSpPr>
          <p:nvPr>
            <p:ph type="title"/>
          </p:nvPr>
        </p:nvSpPr>
        <p:spPr>
          <a:xfrm>
            <a:off x="685800" y="228600"/>
            <a:ext cx="7772400" cy="533400"/>
          </a:xfrm>
        </p:spPr>
        <p:txBody>
          <a:bodyPr/>
          <a:lstStyle/>
          <a:p>
            <a:pPr eaLnBrk="1" hangingPunct="1">
              <a:defRPr/>
            </a:pPr>
            <a:r>
              <a:rPr lang="en-US" altLang="en-US" sz="4000">
                <a:effectLst>
                  <a:outerShdw blurRad="38100" dist="38100" dir="2700000" algn="tl">
                    <a:srgbClr val="C0C0C0"/>
                  </a:outerShdw>
                </a:effectLst>
              </a:rPr>
              <a:t>K-means Clustering: Step 2</a:t>
            </a:r>
          </a:p>
        </p:txBody>
      </p:sp>
      <p:sp>
        <p:nvSpPr>
          <p:cNvPr id="37926" name="Text Box 4">
            <a:extLst>
              <a:ext uri="{FF2B5EF4-FFF2-40B4-BE49-F238E27FC236}">
                <a16:creationId xmlns:a16="http://schemas.microsoft.com/office/drawing/2014/main" id="{6EC41D23-6F96-8DFF-0101-F683FA3DFD65}"/>
              </a:ext>
            </a:extLst>
          </p:cNvPr>
          <p:cNvSpPr txBox="1">
            <a:spLocks noChangeArrowheads="1"/>
          </p:cNvSpPr>
          <p:nvPr/>
        </p:nvSpPr>
        <p:spPr bwMode="auto">
          <a:xfrm>
            <a:off x="979488" y="838200"/>
            <a:ext cx="7267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Algorithm: k-means, Distance Metric: Euclidean Distance</a:t>
            </a:r>
          </a:p>
        </p:txBody>
      </p:sp>
      <p:grpSp>
        <p:nvGrpSpPr>
          <p:cNvPr id="37927" name="Group 5">
            <a:extLst>
              <a:ext uri="{FF2B5EF4-FFF2-40B4-BE49-F238E27FC236}">
                <a16:creationId xmlns:a16="http://schemas.microsoft.com/office/drawing/2014/main" id="{0249886C-E425-7E0A-2F8D-0DEC15E19F58}"/>
              </a:ext>
            </a:extLst>
          </p:cNvPr>
          <p:cNvGrpSpPr>
            <a:grpSpLocks/>
          </p:cNvGrpSpPr>
          <p:nvPr/>
        </p:nvGrpSpPr>
        <p:grpSpPr bwMode="auto">
          <a:xfrm>
            <a:off x="4419600" y="2286000"/>
            <a:ext cx="685800" cy="533400"/>
            <a:chOff x="192" y="1824"/>
            <a:chExt cx="432" cy="336"/>
          </a:xfrm>
        </p:grpSpPr>
        <p:sp>
          <p:nvSpPr>
            <p:cNvPr id="37968" name="Oval 6">
              <a:extLst>
                <a:ext uri="{FF2B5EF4-FFF2-40B4-BE49-F238E27FC236}">
                  <a16:creationId xmlns:a16="http://schemas.microsoft.com/office/drawing/2014/main" id="{AC12196A-76EA-C1DF-09FA-4E7100DF7B20}"/>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69" name="Text Box 7">
              <a:extLst>
                <a:ext uri="{FF2B5EF4-FFF2-40B4-BE49-F238E27FC236}">
                  <a16:creationId xmlns:a16="http://schemas.microsoft.com/office/drawing/2014/main" id="{3ADA624D-0CA1-F3A4-BE22-F4D527DDE98F}"/>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1</a:t>
              </a:r>
            </a:p>
          </p:txBody>
        </p:sp>
      </p:grpSp>
      <p:grpSp>
        <p:nvGrpSpPr>
          <p:cNvPr id="37928" name="Group 8">
            <a:extLst>
              <a:ext uri="{FF2B5EF4-FFF2-40B4-BE49-F238E27FC236}">
                <a16:creationId xmlns:a16="http://schemas.microsoft.com/office/drawing/2014/main" id="{11C63342-0236-F1B1-AEE9-35D6BD3D5B12}"/>
              </a:ext>
            </a:extLst>
          </p:cNvPr>
          <p:cNvGrpSpPr>
            <a:grpSpLocks/>
          </p:cNvGrpSpPr>
          <p:nvPr/>
        </p:nvGrpSpPr>
        <p:grpSpPr bwMode="auto">
          <a:xfrm>
            <a:off x="3657600" y="3429000"/>
            <a:ext cx="685800" cy="533400"/>
            <a:chOff x="192" y="1824"/>
            <a:chExt cx="432" cy="336"/>
          </a:xfrm>
        </p:grpSpPr>
        <p:sp>
          <p:nvSpPr>
            <p:cNvPr id="37966" name="Oval 9">
              <a:extLst>
                <a:ext uri="{FF2B5EF4-FFF2-40B4-BE49-F238E27FC236}">
                  <a16:creationId xmlns:a16="http://schemas.microsoft.com/office/drawing/2014/main" id="{DA7ECDD4-37C1-BCD7-C132-9D345E331B2C}"/>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67" name="Text Box 10">
              <a:extLst>
                <a:ext uri="{FF2B5EF4-FFF2-40B4-BE49-F238E27FC236}">
                  <a16:creationId xmlns:a16="http://schemas.microsoft.com/office/drawing/2014/main" id="{000BDB3F-B921-CF3B-5313-40F115083B86}"/>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2</a:t>
              </a:r>
            </a:p>
          </p:txBody>
        </p:sp>
      </p:grpSp>
      <p:grpSp>
        <p:nvGrpSpPr>
          <p:cNvPr id="37929" name="Group 11">
            <a:extLst>
              <a:ext uri="{FF2B5EF4-FFF2-40B4-BE49-F238E27FC236}">
                <a16:creationId xmlns:a16="http://schemas.microsoft.com/office/drawing/2014/main" id="{E76612B1-B6B4-CD37-808B-F2EBE271022A}"/>
              </a:ext>
            </a:extLst>
          </p:cNvPr>
          <p:cNvGrpSpPr>
            <a:grpSpLocks/>
          </p:cNvGrpSpPr>
          <p:nvPr/>
        </p:nvGrpSpPr>
        <p:grpSpPr bwMode="auto">
          <a:xfrm>
            <a:off x="5715000" y="5029200"/>
            <a:ext cx="685800" cy="533400"/>
            <a:chOff x="192" y="1824"/>
            <a:chExt cx="432" cy="336"/>
          </a:xfrm>
        </p:grpSpPr>
        <p:sp>
          <p:nvSpPr>
            <p:cNvPr id="37964" name="Oval 12">
              <a:extLst>
                <a:ext uri="{FF2B5EF4-FFF2-40B4-BE49-F238E27FC236}">
                  <a16:creationId xmlns:a16="http://schemas.microsoft.com/office/drawing/2014/main" id="{F4FB4639-A4F4-9FFD-12C1-51BEF6821BA9}"/>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65" name="Text Box 13">
              <a:extLst>
                <a:ext uri="{FF2B5EF4-FFF2-40B4-BE49-F238E27FC236}">
                  <a16:creationId xmlns:a16="http://schemas.microsoft.com/office/drawing/2014/main" id="{2A73A5AB-59FA-BD5D-1AD4-92562AC88738}"/>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3</a:t>
              </a:r>
            </a:p>
          </p:txBody>
        </p:sp>
      </p:grpSp>
      <p:sp>
        <p:nvSpPr>
          <p:cNvPr id="37930" name="AutoShape 14">
            <a:extLst>
              <a:ext uri="{FF2B5EF4-FFF2-40B4-BE49-F238E27FC236}">
                <a16:creationId xmlns:a16="http://schemas.microsoft.com/office/drawing/2014/main" id="{A64A8B1F-742E-72C3-2F58-815BEC65566F}"/>
              </a:ext>
            </a:extLst>
          </p:cNvPr>
          <p:cNvSpPr>
            <a:spLocks noChangeArrowheads="1"/>
          </p:cNvSpPr>
          <p:nvPr/>
        </p:nvSpPr>
        <p:spPr bwMode="auto">
          <a:xfrm>
            <a:off x="3200400" y="46482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31" name="AutoShape 15">
            <a:extLst>
              <a:ext uri="{FF2B5EF4-FFF2-40B4-BE49-F238E27FC236}">
                <a16:creationId xmlns:a16="http://schemas.microsoft.com/office/drawing/2014/main" id="{4E6C67A6-7463-57AF-FDC4-E1799193563C}"/>
              </a:ext>
            </a:extLst>
          </p:cNvPr>
          <p:cNvSpPr>
            <a:spLocks noChangeArrowheads="1"/>
          </p:cNvSpPr>
          <p:nvPr/>
        </p:nvSpPr>
        <p:spPr bwMode="auto">
          <a:xfrm>
            <a:off x="3352800" y="48768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32" name="AutoShape 16">
            <a:extLst>
              <a:ext uri="{FF2B5EF4-FFF2-40B4-BE49-F238E27FC236}">
                <a16:creationId xmlns:a16="http://schemas.microsoft.com/office/drawing/2014/main" id="{3AA477F6-CE78-52F0-42ED-389F22480D4A}"/>
              </a:ext>
            </a:extLst>
          </p:cNvPr>
          <p:cNvSpPr>
            <a:spLocks noChangeArrowheads="1"/>
          </p:cNvSpPr>
          <p:nvPr/>
        </p:nvSpPr>
        <p:spPr bwMode="auto">
          <a:xfrm>
            <a:off x="3124200" y="5105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33" name="AutoShape 17">
            <a:extLst>
              <a:ext uri="{FF2B5EF4-FFF2-40B4-BE49-F238E27FC236}">
                <a16:creationId xmlns:a16="http://schemas.microsoft.com/office/drawing/2014/main" id="{F1F1CAA0-47B2-2C81-6E16-B1205FC9BCCC}"/>
              </a:ext>
            </a:extLst>
          </p:cNvPr>
          <p:cNvSpPr>
            <a:spLocks noChangeArrowheads="1"/>
          </p:cNvSpPr>
          <p:nvPr/>
        </p:nvSpPr>
        <p:spPr bwMode="auto">
          <a:xfrm>
            <a:off x="2895600" y="44196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34" name="AutoShape 18">
            <a:extLst>
              <a:ext uri="{FF2B5EF4-FFF2-40B4-BE49-F238E27FC236}">
                <a16:creationId xmlns:a16="http://schemas.microsoft.com/office/drawing/2014/main" id="{6A1F2E76-2263-0B28-AD4F-495A0AF1E175}"/>
              </a:ext>
            </a:extLst>
          </p:cNvPr>
          <p:cNvSpPr>
            <a:spLocks noChangeArrowheads="1"/>
          </p:cNvSpPr>
          <p:nvPr/>
        </p:nvSpPr>
        <p:spPr bwMode="auto">
          <a:xfrm>
            <a:off x="2895600" y="20574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35" name="AutoShape 19">
            <a:extLst>
              <a:ext uri="{FF2B5EF4-FFF2-40B4-BE49-F238E27FC236}">
                <a16:creationId xmlns:a16="http://schemas.microsoft.com/office/drawing/2014/main" id="{6A588C5E-246A-5E1A-31B1-FFA0D5CB2213}"/>
              </a:ext>
            </a:extLst>
          </p:cNvPr>
          <p:cNvSpPr>
            <a:spLocks noChangeArrowheads="1"/>
          </p:cNvSpPr>
          <p:nvPr/>
        </p:nvSpPr>
        <p:spPr bwMode="auto">
          <a:xfrm>
            <a:off x="2895600" y="3581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36" name="AutoShape 20">
            <a:extLst>
              <a:ext uri="{FF2B5EF4-FFF2-40B4-BE49-F238E27FC236}">
                <a16:creationId xmlns:a16="http://schemas.microsoft.com/office/drawing/2014/main" id="{C5D1BC7C-E1E0-EACE-13F2-935C297A538E}"/>
              </a:ext>
            </a:extLst>
          </p:cNvPr>
          <p:cNvSpPr>
            <a:spLocks noChangeArrowheads="1"/>
          </p:cNvSpPr>
          <p:nvPr/>
        </p:nvSpPr>
        <p:spPr bwMode="auto">
          <a:xfrm>
            <a:off x="2895600" y="5105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37" name="AutoShape 21">
            <a:extLst>
              <a:ext uri="{FF2B5EF4-FFF2-40B4-BE49-F238E27FC236}">
                <a16:creationId xmlns:a16="http://schemas.microsoft.com/office/drawing/2014/main" id="{5988D36E-5537-36D6-61B8-4E61DD927C92}"/>
              </a:ext>
            </a:extLst>
          </p:cNvPr>
          <p:cNvSpPr>
            <a:spLocks noChangeArrowheads="1"/>
          </p:cNvSpPr>
          <p:nvPr/>
        </p:nvSpPr>
        <p:spPr bwMode="auto">
          <a:xfrm>
            <a:off x="2438400" y="41148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38" name="AutoShape 22">
            <a:extLst>
              <a:ext uri="{FF2B5EF4-FFF2-40B4-BE49-F238E27FC236}">
                <a16:creationId xmlns:a16="http://schemas.microsoft.com/office/drawing/2014/main" id="{0279B916-D3C8-9A0F-13C1-B2A196F851E6}"/>
              </a:ext>
            </a:extLst>
          </p:cNvPr>
          <p:cNvSpPr>
            <a:spLocks noChangeArrowheads="1"/>
          </p:cNvSpPr>
          <p:nvPr/>
        </p:nvSpPr>
        <p:spPr bwMode="auto">
          <a:xfrm>
            <a:off x="4572000" y="38100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39" name="AutoShape 23">
            <a:extLst>
              <a:ext uri="{FF2B5EF4-FFF2-40B4-BE49-F238E27FC236}">
                <a16:creationId xmlns:a16="http://schemas.microsoft.com/office/drawing/2014/main" id="{7DF13B0E-4B8D-70A7-E29F-314428F16206}"/>
              </a:ext>
            </a:extLst>
          </p:cNvPr>
          <p:cNvSpPr>
            <a:spLocks noChangeArrowheads="1"/>
          </p:cNvSpPr>
          <p:nvPr/>
        </p:nvSpPr>
        <p:spPr bwMode="auto">
          <a:xfrm>
            <a:off x="6705600" y="1828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40" name="AutoShape 24">
            <a:extLst>
              <a:ext uri="{FF2B5EF4-FFF2-40B4-BE49-F238E27FC236}">
                <a16:creationId xmlns:a16="http://schemas.microsoft.com/office/drawing/2014/main" id="{249BBEC3-3CE1-8F78-6FA8-664C8E6A4947}"/>
              </a:ext>
            </a:extLst>
          </p:cNvPr>
          <p:cNvSpPr>
            <a:spLocks noChangeArrowheads="1"/>
          </p:cNvSpPr>
          <p:nvPr/>
        </p:nvSpPr>
        <p:spPr bwMode="auto">
          <a:xfrm>
            <a:off x="7162800" y="19050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41" name="AutoShape 25">
            <a:extLst>
              <a:ext uri="{FF2B5EF4-FFF2-40B4-BE49-F238E27FC236}">
                <a16:creationId xmlns:a16="http://schemas.microsoft.com/office/drawing/2014/main" id="{59D2A2A9-8555-0374-1DBE-56A977026A52}"/>
              </a:ext>
            </a:extLst>
          </p:cNvPr>
          <p:cNvSpPr>
            <a:spLocks noChangeArrowheads="1"/>
          </p:cNvSpPr>
          <p:nvPr/>
        </p:nvSpPr>
        <p:spPr bwMode="auto">
          <a:xfrm>
            <a:off x="7010400" y="20574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42" name="AutoShape 26">
            <a:extLst>
              <a:ext uri="{FF2B5EF4-FFF2-40B4-BE49-F238E27FC236}">
                <a16:creationId xmlns:a16="http://schemas.microsoft.com/office/drawing/2014/main" id="{DBD8FC07-184C-5A86-1C49-B082638F67DF}"/>
              </a:ext>
            </a:extLst>
          </p:cNvPr>
          <p:cNvSpPr>
            <a:spLocks noChangeArrowheads="1"/>
          </p:cNvSpPr>
          <p:nvPr/>
        </p:nvSpPr>
        <p:spPr bwMode="auto">
          <a:xfrm>
            <a:off x="6858000" y="2209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43" name="AutoShape 27">
            <a:extLst>
              <a:ext uri="{FF2B5EF4-FFF2-40B4-BE49-F238E27FC236}">
                <a16:creationId xmlns:a16="http://schemas.microsoft.com/office/drawing/2014/main" id="{B54AE7F5-E636-BD04-2A64-251B9D6122C6}"/>
              </a:ext>
            </a:extLst>
          </p:cNvPr>
          <p:cNvSpPr>
            <a:spLocks noChangeArrowheads="1"/>
          </p:cNvSpPr>
          <p:nvPr/>
        </p:nvSpPr>
        <p:spPr bwMode="auto">
          <a:xfrm>
            <a:off x="7162800" y="23622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44" name="AutoShape 28">
            <a:extLst>
              <a:ext uri="{FF2B5EF4-FFF2-40B4-BE49-F238E27FC236}">
                <a16:creationId xmlns:a16="http://schemas.microsoft.com/office/drawing/2014/main" id="{1E32D562-2987-B127-3186-97CFC74B0573}"/>
              </a:ext>
            </a:extLst>
          </p:cNvPr>
          <p:cNvSpPr>
            <a:spLocks noChangeArrowheads="1"/>
          </p:cNvSpPr>
          <p:nvPr/>
        </p:nvSpPr>
        <p:spPr bwMode="auto">
          <a:xfrm>
            <a:off x="7467600" y="27432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45" name="AutoShape 29">
            <a:extLst>
              <a:ext uri="{FF2B5EF4-FFF2-40B4-BE49-F238E27FC236}">
                <a16:creationId xmlns:a16="http://schemas.microsoft.com/office/drawing/2014/main" id="{4687E482-103B-6F32-D6E0-995C1CDAC13D}"/>
              </a:ext>
            </a:extLst>
          </p:cNvPr>
          <p:cNvSpPr>
            <a:spLocks noChangeArrowheads="1"/>
          </p:cNvSpPr>
          <p:nvPr/>
        </p:nvSpPr>
        <p:spPr bwMode="auto">
          <a:xfrm>
            <a:off x="5715000" y="1828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46" name="AutoShape 30">
            <a:extLst>
              <a:ext uri="{FF2B5EF4-FFF2-40B4-BE49-F238E27FC236}">
                <a16:creationId xmlns:a16="http://schemas.microsoft.com/office/drawing/2014/main" id="{2DDCF4EA-CCF0-DA1A-0BE0-27C5FB6B603F}"/>
              </a:ext>
            </a:extLst>
          </p:cNvPr>
          <p:cNvSpPr>
            <a:spLocks noChangeArrowheads="1"/>
          </p:cNvSpPr>
          <p:nvPr/>
        </p:nvSpPr>
        <p:spPr bwMode="auto">
          <a:xfrm>
            <a:off x="6019800" y="32766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47" name="AutoShape 31">
            <a:extLst>
              <a:ext uri="{FF2B5EF4-FFF2-40B4-BE49-F238E27FC236}">
                <a16:creationId xmlns:a16="http://schemas.microsoft.com/office/drawing/2014/main" id="{745FC3EC-4555-4A4C-51D3-A674435AAC7C}"/>
              </a:ext>
            </a:extLst>
          </p:cNvPr>
          <p:cNvSpPr>
            <a:spLocks noChangeArrowheads="1"/>
          </p:cNvSpPr>
          <p:nvPr/>
        </p:nvSpPr>
        <p:spPr bwMode="auto">
          <a:xfrm>
            <a:off x="6019800" y="4800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48" name="AutoShape 32">
            <a:extLst>
              <a:ext uri="{FF2B5EF4-FFF2-40B4-BE49-F238E27FC236}">
                <a16:creationId xmlns:a16="http://schemas.microsoft.com/office/drawing/2014/main" id="{CB45F514-95E3-1FEB-43A5-739F6704ED8D}"/>
              </a:ext>
            </a:extLst>
          </p:cNvPr>
          <p:cNvSpPr>
            <a:spLocks noChangeArrowheads="1"/>
          </p:cNvSpPr>
          <p:nvPr/>
        </p:nvSpPr>
        <p:spPr bwMode="auto">
          <a:xfrm>
            <a:off x="6400800" y="5105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49" name="AutoShape 33">
            <a:extLst>
              <a:ext uri="{FF2B5EF4-FFF2-40B4-BE49-F238E27FC236}">
                <a16:creationId xmlns:a16="http://schemas.microsoft.com/office/drawing/2014/main" id="{70B1F5C5-972E-785F-1A6A-EF72D27994D1}"/>
              </a:ext>
            </a:extLst>
          </p:cNvPr>
          <p:cNvSpPr>
            <a:spLocks noChangeArrowheads="1"/>
          </p:cNvSpPr>
          <p:nvPr/>
        </p:nvSpPr>
        <p:spPr bwMode="auto">
          <a:xfrm>
            <a:off x="6781800" y="4343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50" name="AutoShape 34">
            <a:extLst>
              <a:ext uri="{FF2B5EF4-FFF2-40B4-BE49-F238E27FC236}">
                <a16:creationId xmlns:a16="http://schemas.microsoft.com/office/drawing/2014/main" id="{D719E5D9-F4B9-3CFB-100B-EE0A5BFE2015}"/>
              </a:ext>
            </a:extLst>
          </p:cNvPr>
          <p:cNvSpPr>
            <a:spLocks noChangeArrowheads="1"/>
          </p:cNvSpPr>
          <p:nvPr/>
        </p:nvSpPr>
        <p:spPr bwMode="auto">
          <a:xfrm>
            <a:off x="5943600" y="3733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51" name="AutoShape 35">
            <a:extLst>
              <a:ext uri="{FF2B5EF4-FFF2-40B4-BE49-F238E27FC236}">
                <a16:creationId xmlns:a16="http://schemas.microsoft.com/office/drawing/2014/main" id="{06C107B3-DF14-1677-DC9C-A6F9594A0E12}"/>
              </a:ext>
            </a:extLst>
          </p:cNvPr>
          <p:cNvSpPr>
            <a:spLocks noChangeArrowheads="1"/>
          </p:cNvSpPr>
          <p:nvPr/>
        </p:nvSpPr>
        <p:spPr bwMode="auto">
          <a:xfrm>
            <a:off x="5181600" y="41910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52" name="AutoShape 36">
            <a:extLst>
              <a:ext uri="{FF2B5EF4-FFF2-40B4-BE49-F238E27FC236}">
                <a16:creationId xmlns:a16="http://schemas.microsoft.com/office/drawing/2014/main" id="{67812689-DC32-79DE-2B08-9F5F4A064825}"/>
              </a:ext>
            </a:extLst>
          </p:cNvPr>
          <p:cNvSpPr>
            <a:spLocks noChangeArrowheads="1"/>
          </p:cNvSpPr>
          <p:nvPr/>
        </p:nvSpPr>
        <p:spPr bwMode="auto">
          <a:xfrm>
            <a:off x="7162800" y="4648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53" name="AutoShape 37">
            <a:extLst>
              <a:ext uri="{FF2B5EF4-FFF2-40B4-BE49-F238E27FC236}">
                <a16:creationId xmlns:a16="http://schemas.microsoft.com/office/drawing/2014/main" id="{8D2934B4-A11C-59BF-9CAD-CA7CA51CB0DF}"/>
              </a:ext>
            </a:extLst>
          </p:cNvPr>
          <p:cNvSpPr>
            <a:spLocks noChangeArrowheads="1"/>
          </p:cNvSpPr>
          <p:nvPr/>
        </p:nvSpPr>
        <p:spPr bwMode="auto">
          <a:xfrm>
            <a:off x="7010400" y="5029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54" name="AutoShape 38">
            <a:extLst>
              <a:ext uri="{FF2B5EF4-FFF2-40B4-BE49-F238E27FC236}">
                <a16:creationId xmlns:a16="http://schemas.microsoft.com/office/drawing/2014/main" id="{68E3BE0F-D861-0B17-EC03-6202C5A68BF4}"/>
              </a:ext>
            </a:extLst>
          </p:cNvPr>
          <p:cNvSpPr>
            <a:spLocks noChangeArrowheads="1"/>
          </p:cNvSpPr>
          <p:nvPr/>
        </p:nvSpPr>
        <p:spPr bwMode="auto">
          <a:xfrm>
            <a:off x="6858000" y="4038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55" name="AutoShape 39">
            <a:extLst>
              <a:ext uri="{FF2B5EF4-FFF2-40B4-BE49-F238E27FC236}">
                <a16:creationId xmlns:a16="http://schemas.microsoft.com/office/drawing/2014/main" id="{E5CE9BDB-219E-9D35-E329-9AB7B18D30EC}"/>
              </a:ext>
            </a:extLst>
          </p:cNvPr>
          <p:cNvSpPr>
            <a:spLocks noChangeArrowheads="1"/>
          </p:cNvSpPr>
          <p:nvPr/>
        </p:nvSpPr>
        <p:spPr bwMode="auto">
          <a:xfrm>
            <a:off x="7467600" y="5257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956" name="AutoShape 40">
            <a:extLst>
              <a:ext uri="{FF2B5EF4-FFF2-40B4-BE49-F238E27FC236}">
                <a16:creationId xmlns:a16="http://schemas.microsoft.com/office/drawing/2014/main" id="{A2DBFEE3-A4B3-CD00-3A8F-A7D4F3B6FB88}"/>
              </a:ext>
            </a:extLst>
          </p:cNvPr>
          <p:cNvSpPr>
            <a:spLocks noChangeArrowheads="1"/>
          </p:cNvSpPr>
          <p:nvPr/>
        </p:nvSpPr>
        <p:spPr bwMode="auto">
          <a:xfrm>
            <a:off x="6629400" y="2590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nvGrpSpPr>
          <p:cNvPr id="265257" name="Group 41">
            <a:extLst>
              <a:ext uri="{FF2B5EF4-FFF2-40B4-BE49-F238E27FC236}">
                <a16:creationId xmlns:a16="http://schemas.microsoft.com/office/drawing/2014/main" id="{230E738C-06BD-4862-7228-F818D7846BD2}"/>
              </a:ext>
            </a:extLst>
          </p:cNvPr>
          <p:cNvGrpSpPr>
            <a:grpSpLocks/>
          </p:cNvGrpSpPr>
          <p:nvPr/>
        </p:nvGrpSpPr>
        <p:grpSpPr bwMode="auto">
          <a:xfrm>
            <a:off x="3505200" y="2438400"/>
            <a:ext cx="2895600" cy="2590800"/>
            <a:chOff x="2208" y="1536"/>
            <a:chExt cx="1824" cy="1632"/>
          </a:xfrm>
        </p:grpSpPr>
        <p:sp>
          <p:nvSpPr>
            <p:cNvPr id="37961" name="Line 42">
              <a:extLst>
                <a:ext uri="{FF2B5EF4-FFF2-40B4-BE49-F238E27FC236}">
                  <a16:creationId xmlns:a16="http://schemas.microsoft.com/office/drawing/2014/main" id="{A85570B7-D218-9F90-2C5B-E1F290C44922}"/>
                </a:ext>
              </a:extLst>
            </p:cNvPr>
            <p:cNvSpPr>
              <a:spLocks noChangeShapeType="1"/>
            </p:cNvSpPr>
            <p:nvPr/>
          </p:nvSpPr>
          <p:spPr bwMode="auto">
            <a:xfrm>
              <a:off x="2976" y="1536"/>
              <a:ext cx="960"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62" name="Line 43">
              <a:extLst>
                <a:ext uri="{FF2B5EF4-FFF2-40B4-BE49-F238E27FC236}">
                  <a16:creationId xmlns:a16="http://schemas.microsoft.com/office/drawing/2014/main" id="{FDE23AF0-CCFD-086E-2687-1BFD7FF57585}"/>
                </a:ext>
              </a:extLst>
            </p:cNvPr>
            <p:cNvSpPr>
              <a:spLocks noChangeShapeType="1"/>
            </p:cNvSpPr>
            <p:nvPr/>
          </p:nvSpPr>
          <p:spPr bwMode="auto">
            <a:xfrm flipH="1">
              <a:off x="2208" y="2352"/>
              <a:ext cx="140" cy="384"/>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63" name="Line 44">
              <a:extLst>
                <a:ext uri="{FF2B5EF4-FFF2-40B4-BE49-F238E27FC236}">
                  <a16:creationId xmlns:a16="http://schemas.microsoft.com/office/drawing/2014/main" id="{BD0A7FE7-32F2-F4E4-A2B9-A711A34D0754}"/>
                </a:ext>
              </a:extLst>
            </p:cNvPr>
            <p:cNvSpPr>
              <a:spLocks noChangeShapeType="1"/>
            </p:cNvSpPr>
            <p:nvPr/>
          </p:nvSpPr>
          <p:spPr bwMode="auto">
            <a:xfrm flipV="1">
              <a:off x="3744" y="2688"/>
              <a:ext cx="288" cy="48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7958" name="Line 82">
            <a:extLst>
              <a:ext uri="{FF2B5EF4-FFF2-40B4-BE49-F238E27FC236}">
                <a16:creationId xmlns:a16="http://schemas.microsoft.com/office/drawing/2014/main" id="{69F21931-B989-30E0-1477-3FE30D4E2270}"/>
              </a:ext>
            </a:extLst>
          </p:cNvPr>
          <p:cNvSpPr>
            <a:spLocks noChangeShapeType="1"/>
          </p:cNvSpPr>
          <p:nvPr/>
        </p:nvSpPr>
        <p:spPr bwMode="auto">
          <a:xfrm flipH="1" flipV="1">
            <a:off x="2057400" y="1752600"/>
            <a:ext cx="2971800" cy="1905000"/>
          </a:xfrm>
          <a:prstGeom prst="line">
            <a:avLst/>
          </a:prstGeom>
          <a:noFill/>
          <a:ln w="2540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959" name="Line 83">
            <a:extLst>
              <a:ext uri="{FF2B5EF4-FFF2-40B4-BE49-F238E27FC236}">
                <a16:creationId xmlns:a16="http://schemas.microsoft.com/office/drawing/2014/main" id="{47341087-403E-333D-F050-204A32443953}"/>
              </a:ext>
            </a:extLst>
          </p:cNvPr>
          <p:cNvSpPr>
            <a:spLocks noChangeShapeType="1"/>
          </p:cNvSpPr>
          <p:nvPr/>
        </p:nvSpPr>
        <p:spPr bwMode="auto">
          <a:xfrm flipH="1">
            <a:off x="4038600" y="3657600"/>
            <a:ext cx="990600" cy="1828800"/>
          </a:xfrm>
          <a:prstGeom prst="line">
            <a:avLst/>
          </a:prstGeom>
          <a:noFill/>
          <a:ln w="2540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960" name="Line 84">
            <a:extLst>
              <a:ext uri="{FF2B5EF4-FFF2-40B4-BE49-F238E27FC236}">
                <a16:creationId xmlns:a16="http://schemas.microsoft.com/office/drawing/2014/main" id="{05C0E891-4029-9DA0-DB29-E68024FEA22F}"/>
              </a:ext>
            </a:extLst>
          </p:cNvPr>
          <p:cNvSpPr>
            <a:spLocks noChangeShapeType="1"/>
          </p:cNvSpPr>
          <p:nvPr/>
        </p:nvSpPr>
        <p:spPr bwMode="auto">
          <a:xfrm flipV="1">
            <a:off x="5029200" y="3657600"/>
            <a:ext cx="2895600" cy="0"/>
          </a:xfrm>
          <a:prstGeom prst="line">
            <a:avLst/>
          </a:prstGeom>
          <a:noFill/>
          <a:ln w="2540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 name="TextBox 2">
            <a:extLst>
              <a:ext uri="{FF2B5EF4-FFF2-40B4-BE49-F238E27FC236}">
                <a16:creationId xmlns:a16="http://schemas.microsoft.com/office/drawing/2014/main" id="{6665F4D9-5A98-0C1C-1BEE-1BCC1520899B}"/>
              </a:ext>
            </a:extLst>
          </p:cNvPr>
          <p:cNvSpPr txBox="1"/>
          <p:nvPr/>
        </p:nvSpPr>
        <p:spPr>
          <a:xfrm>
            <a:off x="76200" y="5948638"/>
            <a:ext cx="9067800" cy="830997"/>
          </a:xfrm>
          <a:prstGeom prst="rect">
            <a:avLst/>
          </a:prstGeom>
          <a:noFill/>
        </p:spPr>
        <p:txBody>
          <a:bodyPr wrap="square">
            <a:spAutoFit/>
          </a:bodyPr>
          <a:lstStyle/>
          <a:p>
            <a:r>
              <a:rPr lang="en-US" altLang="en-US" sz="2400" dirty="0">
                <a:solidFill>
                  <a:srgbClr val="FF0000"/>
                </a:solidFill>
                <a:latin typeface="Times New Roman"/>
                <a:cs typeface="Times New Roman"/>
              </a:rPr>
              <a:t>Decide the class memberships of the </a:t>
            </a:r>
            <a:r>
              <a:rPr lang="en-US" altLang="en-US" sz="2400" i="1" dirty="0">
                <a:solidFill>
                  <a:srgbClr val="FF0000"/>
                </a:solidFill>
                <a:latin typeface="Times New Roman"/>
                <a:cs typeface="Times New Roman"/>
              </a:rPr>
              <a:t>N</a:t>
            </a:r>
            <a:r>
              <a:rPr lang="en-US" altLang="en-US" sz="2400" dirty="0">
                <a:solidFill>
                  <a:srgbClr val="FF0000"/>
                </a:solidFill>
                <a:latin typeface="Times New Roman"/>
                <a:cs typeface="Times New Roman"/>
              </a:rPr>
              <a:t> objects by assigning them to the nearest cluster center</a:t>
            </a: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65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68">
            <a:extLst>
              <a:ext uri="{FF2B5EF4-FFF2-40B4-BE49-F238E27FC236}">
                <a16:creationId xmlns:a16="http://schemas.microsoft.com/office/drawing/2014/main" id="{72BEEF8B-B32D-8A1D-CF3D-2675C3E9B6E8}"/>
              </a:ext>
            </a:extLst>
          </p:cNvPr>
          <p:cNvSpPr>
            <a:spLocks noChangeArrowheads="1"/>
          </p:cNvSpPr>
          <p:nvPr/>
        </p:nvSpPr>
        <p:spPr bwMode="auto">
          <a:xfrm>
            <a:off x="1122363" y="1198563"/>
            <a:ext cx="6989762" cy="54816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15" name="Rectangle 69">
            <a:extLst>
              <a:ext uri="{FF2B5EF4-FFF2-40B4-BE49-F238E27FC236}">
                <a16:creationId xmlns:a16="http://schemas.microsoft.com/office/drawing/2014/main" id="{1141A66A-6EDD-45D7-B041-6F43BF50494F}"/>
              </a:ext>
            </a:extLst>
          </p:cNvPr>
          <p:cNvSpPr>
            <a:spLocks noChangeArrowheads="1"/>
          </p:cNvSpPr>
          <p:nvPr/>
        </p:nvSpPr>
        <p:spPr bwMode="auto">
          <a:xfrm>
            <a:off x="2071688" y="1465263"/>
            <a:ext cx="5867400" cy="40767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16" name="Line 70">
            <a:extLst>
              <a:ext uri="{FF2B5EF4-FFF2-40B4-BE49-F238E27FC236}">
                <a16:creationId xmlns:a16="http://schemas.microsoft.com/office/drawing/2014/main" id="{0F8854B6-8BFF-B468-83B3-1558AC3FBF90}"/>
              </a:ext>
            </a:extLst>
          </p:cNvPr>
          <p:cNvSpPr>
            <a:spLocks noChangeShapeType="1"/>
          </p:cNvSpPr>
          <p:nvPr/>
        </p:nvSpPr>
        <p:spPr bwMode="auto">
          <a:xfrm>
            <a:off x="2071688" y="4724400"/>
            <a:ext cx="58674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17" name="Line 71">
            <a:extLst>
              <a:ext uri="{FF2B5EF4-FFF2-40B4-BE49-F238E27FC236}">
                <a16:creationId xmlns:a16="http://schemas.microsoft.com/office/drawing/2014/main" id="{17C03F1E-2BC5-8FBE-3A91-70BD2D06CFFD}"/>
              </a:ext>
            </a:extLst>
          </p:cNvPr>
          <p:cNvSpPr>
            <a:spLocks noChangeShapeType="1"/>
          </p:cNvSpPr>
          <p:nvPr/>
        </p:nvSpPr>
        <p:spPr bwMode="auto">
          <a:xfrm>
            <a:off x="2071688" y="3908425"/>
            <a:ext cx="58674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18" name="Line 72">
            <a:extLst>
              <a:ext uri="{FF2B5EF4-FFF2-40B4-BE49-F238E27FC236}">
                <a16:creationId xmlns:a16="http://schemas.microsoft.com/office/drawing/2014/main" id="{8A004EB8-7A67-4ACE-40EB-006A3FEB1F7D}"/>
              </a:ext>
            </a:extLst>
          </p:cNvPr>
          <p:cNvSpPr>
            <a:spLocks noChangeShapeType="1"/>
          </p:cNvSpPr>
          <p:nvPr/>
        </p:nvSpPr>
        <p:spPr bwMode="auto">
          <a:xfrm>
            <a:off x="2071688" y="3098800"/>
            <a:ext cx="58674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19" name="Line 73">
            <a:extLst>
              <a:ext uri="{FF2B5EF4-FFF2-40B4-BE49-F238E27FC236}">
                <a16:creationId xmlns:a16="http://schemas.microsoft.com/office/drawing/2014/main" id="{F6DB9BB6-CE7A-6F4A-3792-F960DD3F4410}"/>
              </a:ext>
            </a:extLst>
          </p:cNvPr>
          <p:cNvSpPr>
            <a:spLocks noChangeShapeType="1"/>
          </p:cNvSpPr>
          <p:nvPr/>
        </p:nvSpPr>
        <p:spPr bwMode="auto">
          <a:xfrm>
            <a:off x="2071688" y="2281238"/>
            <a:ext cx="58674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0" name="Line 74">
            <a:extLst>
              <a:ext uri="{FF2B5EF4-FFF2-40B4-BE49-F238E27FC236}">
                <a16:creationId xmlns:a16="http://schemas.microsoft.com/office/drawing/2014/main" id="{3D697DBB-887D-295E-ECA5-51BD772B852C}"/>
              </a:ext>
            </a:extLst>
          </p:cNvPr>
          <p:cNvSpPr>
            <a:spLocks noChangeShapeType="1"/>
          </p:cNvSpPr>
          <p:nvPr/>
        </p:nvSpPr>
        <p:spPr bwMode="auto">
          <a:xfrm>
            <a:off x="2071688" y="1465263"/>
            <a:ext cx="58674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1" name="Rectangle 75">
            <a:extLst>
              <a:ext uri="{FF2B5EF4-FFF2-40B4-BE49-F238E27FC236}">
                <a16:creationId xmlns:a16="http://schemas.microsoft.com/office/drawing/2014/main" id="{11878549-6F30-1D6B-82BA-6468D7E21230}"/>
              </a:ext>
            </a:extLst>
          </p:cNvPr>
          <p:cNvSpPr>
            <a:spLocks noChangeArrowheads="1"/>
          </p:cNvSpPr>
          <p:nvPr/>
        </p:nvSpPr>
        <p:spPr bwMode="auto">
          <a:xfrm>
            <a:off x="2071688" y="1465263"/>
            <a:ext cx="5867400" cy="4076700"/>
          </a:xfrm>
          <a:prstGeom prst="rect">
            <a:avLst/>
          </a:prstGeom>
          <a:noFill/>
          <a:ln w="7938">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22" name="Line 76">
            <a:extLst>
              <a:ext uri="{FF2B5EF4-FFF2-40B4-BE49-F238E27FC236}">
                <a16:creationId xmlns:a16="http://schemas.microsoft.com/office/drawing/2014/main" id="{07857A00-AE9A-F9B7-E515-AEDCB6143C99}"/>
              </a:ext>
            </a:extLst>
          </p:cNvPr>
          <p:cNvSpPr>
            <a:spLocks noChangeShapeType="1"/>
          </p:cNvSpPr>
          <p:nvPr/>
        </p:nvSpPr>
        <p:spPr bwMode="auto">
          <a:xfrm>
            <a:off x="2071688" y="1465263"/>
            <a:ext cx="1587" cy="4076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3" name="Line 77">
            <a:extLst>
              <a:ext uri="{FF2B5EF4-FFF2-40B4-BE49-F238E27FC236}">
                <a16:creationId xmlns:a16="http://schemas.microsoft.com/office/drawing/2014/main" id="{B81048AE-85F0-F5D6-8B8F-81EB65572564}"/>
              </a:ext>
            </a:extLst>
          </p:cNvPr>
          <p:cNvSpPr>
            <a:spLocks noChangeShapeType="1"/>
          </p:cNvSpPr>
          <p:nvPr/>
        </p:nvSpPr>
        <p:spPr bwMode="auto">
          <a:xfrm>
            <a:off x="2001838" y="5541963"/>
            <a:ext cx="69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4" name="Line 78">
            <a:extLst>
              <a:ext uri="{FF2B5EF4-FFF2-40B4-BE49-F238E27FC236}">
                <a16:creationId xmlns:a16="http://schemas.microsoft.com/office/drawing/2014/main" id="{818D8B36-6A09-F1A0-CD3F-3CB2EBC033F3}"/>
              </a:ext>
            </a:extLst>
          </p:cNvPr>
          <p:cNvSpPr>
            <a:spLocks noChangeShapeType="1"/>
          </p:cNvSpPr>
          <p:nvPr/>
        </p:nvSpPr>
        <p:spPr bwMode="auto">
          <a:xfrm>
            <a:off x="2001838" y="4724400"/>
            <a:ext cx="69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5" name="Line 79">
            <a:extLst>
              <a:ext uri="{FF2B5EF4-FFF2-40B4-BE49-F238E27FC236}">
                <a16:creationId xmlns:a16="http://schemas.microsoft.com/office/drawing/2014/main" id="{27A85FB7-BBED-C146-A854-68201853997E}"/>
              </a:ext>
            </a:extLst>
          </p:cNvPr>
          <p:cNvSpPr>
            <a:spLocks noChangeShapeType="1"/>
          </p:cNvSpPr>
          <p:nvPr/>
        </p:nvSpPr>
        <p:spPr bwMode="auto">
          <a:xfrm>
            <a:off x="2001838" y="3908425"/>
            <a:ext cx="69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6" name="Line 80">
            <a:extLst>
              <a:ext uri="{FF2B5EF4-FFF2-40B4-BE49-F238E27FC236}">
                <a16:creationId xmlns:a16="http://schemas.microsoft.com/office/drawing/2014/main" id="{70FD85B9-D1A3-D2D9-6422-3177DB8710AB}"/>
              </a:ext>
            </a:extLst>
          </p:cNvPr>
          <p:cNvSpPr>
            <a:spLocks noChangeShapeType="1"/>
          </p:cNvSpPr>
          <p:nvPr/>
        </p:nvSpPr>
        <p:spPr bwMode="auto">
          <a:xfrm>
            <a:off x="2001838" y="3098800"/>
            <a:ext cx="69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7" name="Line 81">
            <a:extLst>
              <a:ext uri="{FF2B5EF4-FFF2-40B4-BE49-F238E27FC236}">
                <a16:creationId xmlns:a16="http://schemas.microsoft.com/office/drawing/2014/main" id="{77BC32AD-A882-AF7A-6640-DF09F5FCE0C8}"/>
              </a:ext>
            </a:extLst>
          </p:cNvPr>
          <p:cNvSpPr>
            <a:spLocks noChangeShapeType="1"/>
          </p:cNvSpPr>
          <p:nvPr/>
        </p:nvSpPr>
        <p:spPr bwMode="auto">
          <a:xfrm>
            <a:off x="2001838" y="2281238"/>
            <a:ext cx="69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8" name="Line 82">
            <a:extLst>
              <a:ext uri="{FF2B5EF4-FFF2-40B4-BE49-F238E27FC236}">
                <a16:creationId xmlns:a16="http://schemas.microsoft.com/office/drawing/2014/main" id="{59F1489B-D35F-B9B3-69E9-DFA4C3E9ABC6}"/>
              </a:ext>
            </a:extLst>
          </p:cNvPr>
          <p:cNvSpPr>
            <a:spLocks noChangeShapeType="1"/>
          </p:cNvSpPr>
          <p:nvPr/>
        </p:nvSpPr>
        <p:spPr bwMode="auto">
          <a:xfrm>
            <a:off x="2001838" y="1465263"/>
            <a:ext cx="69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9" name="Line 83">
            <a:extLst>
              <a:ext uri="{FF2B5EF4-FFF2-40B4-BE49-F238E27FC236}">
                <a16:creationId xmlns:a16="http://schemas.microsoft.com/office/drawing/2014/main" id="{2F8572CC-9383-23E8-2D38-1CF710B3FA05}"/>
              </a:ext>
            </a:extLst>
          </p:cNvPr>
          <p:cNvSpPr>
            <a:spLocks noChangeShapeType="1"/>
          </p:cNvSpPr>
          <p:nvPr/>
        </p:nvSpPr>
        <p:spPr bwMode="auto">
          <a:xfrm>
            <a:off x="2071688" y="5541963"/>
            <a:ext cx="58674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0" name="Line 84">
            <a:extLst>
              <a:ext uri="{FF2B5EF4-FFF2-40B4-BE49-F238E27FC236}">
                <a16:creationId xmlns:a16="http://schemas.microsoft.com/office/drawing/2014/main" id="{F0F1B752-35F2-01EC-6D52-62EDB5213AA4}"/>
              </a:ext>
            </a:extLst>
          </p:cNvPr>
          <p:cNvSpPr>
            <a:spLocks noChangeShapeType="1"/>
          </p:cNvSpPr>
          <p:nvPr/>
        </p:nvSpPr>
        <p:spPr bwMode="auto">
          <a:xfrm flipV="1">
            <a:off x="2071688"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1" name="Line 85">
            <a:extLst>
              <a:ext uri="{FF2B5EF4-FFF2-40B4-BE49-F238E27FC236}">
                <a16:creationId xmlns:a16="http://schemas.microsoft.com/office/drawing/2014/main" id="{B9305E30-143D-59EC-701E-B2D969AE8C4F}"/>
              </a:ext>
            </a:extLst>
          </p:cNvPr>
          <p:cNvSpPr>
            <a:spLocks noChangeShapeType="1"/>
          </p:cNvSpPr>
          <p:nvPr/>
        </p:nvSpPr>
        <p:spPr bwMode="auto">
          <a:xfrm flipV="1">
            <a:off x="3243263"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2" name="Line 86">
            <a:extLst>
              <a:ext uri="{FF2B5EF4-FFF2-40B4-BE49-F238E27FC236}">
                <a16:creationId xmlns:a16="http://schemas.microsoft.com/office/drawing/2014/main" id="{391E226A-0035-7AA1-8DE1-D47DCC97ACFA}"/>
              </a:ext>
            </a:extLst>
          </p:cNvPr>
          <p:cNvSpPr>
            <a:spLocks noChangeShapeType="1"/>
          </p:cNvSpPr>
          <p:nvPr/>
        </p:nvSpPr>
        <p:spPr bwMode="auto">
          <a:xfrm flipV="1">
            <a:off x="4421188"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3" name="Line 87">
            <a:extLst>
              <a:ext uri="{FF2B5EF4-FFF2-40B4-BE49-F238E27FC236}">
                <a16:creationId xmlns:a16="http://schemas.microsoft.com/office/drawing/2014/main" id="{2C46B896-1FAC-9DEB-8BB4-C6FA1AD9964F}"/>
              </a:ext>
            </a:extLst>
          </p:cNvPr>
          <p:cNvSpPr>
            <a:spLocks noChangeShapeType="1"/>
          </p:cNvSpPr>
          <p:nvPr/>
        </p:nvSpPr>
        <p:spPr bwMode="auto">
          <a:xfrm flipV="1">
            <a:off x="5591175" y="5541963"/>
            <a:ext cx="1588"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4" name="Line 88">
            <a:extLst>
              <a:ext uri="{FF2B5EF4-FFF2-40B4-BE49-F238E27FC236}">
                <a16:creationId xmlns:a16="http://schemas.microsoft.com/office/drawing/2014/main" id="{DD90FD8A-2356-E8ED-D3A7-3825D04ED795}"/>
              </a:ext>
            </a:extLst>
          </p:cNvPr>
          <p:cNvSpPr>
            <a:spLocks noChangeShapeType="1"/>
          </p:cNvSpPr>
          <p:nvPr/>
        </p:nvSpPr>
        <p:spPr bwMode="auto">
          <a:xfrm flipV="1">
            <a:off x="6769100" y="5541963"/>
            <a:ext cx="1588"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5" name="Line 89">
            <a:extLst>
              <a:ext uri="{FF2B5EF4-FFF2-40B4-BE49-F238E27FC236}">
                <a16:creationId xmlns:a16="http://schemas.microsoft.com/office/drawing/2014/main" id="{6ABAFCFB-4668-5B10-BBF2-F0354A55716A}"/>
              </a:ext>
            </a:extLst>
          </p:cNvPr>
          <p:cNvSpPr>
            <a:spLocks noChangeShapeType="1"/>
          </p:cNvSpPr>
          <p:nvPr/>
        </p:nvSpPr>
        <p:spPr bwMode="auto">
          <a:xfrm flipV="1">
            <a:off x="7939088"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6" name="Freeform 90">
            <a:extLst>
              <a:ext uri="{FF2B5EF4-FFF2-40B4-BE49-F238E27FC236}">
                <a16:creationId xmlns:a16="http://schemas.microsoft.com/office/drawing/2014/main" id="{8B4ADE4A-0A80-E7FB-883A-F3B602CAAFAB}"/>
              </a:ext>
            </a:extLst>
          </p:cNvPr>
          <p:cNvSpPr>
            <a:spLocks/>
          </p:cNvSpPr>
          <p:nvPr/>
        </p:nvSpPr>
        <p:spPr bwMode="auto">
          <a:xfrm>
            <a:off x="3179763" y="4662488"/>
            <a:ext cx="125412" cy="125412"/>
          </a:xfrm>
          <a:custGeom>
            <a:avLst/>
            <a:gdLst>
              <a:gd name="T0" fmla="*/ 63500 w 79"/>
              <a:gd name="T1" fmla="*/ 0 h 79"/>
              <a:gd name="T2" fmla="*/ 125412 w 79"/>
              <a:gd name="T3" fmla="*/ 61912 h 79"/>
              <a:gd name="T4" fmla="*/ 63500 w 79"/>
              <a:gd name="T5" fmla="*/ 125412 h 79"/>
              <a:gd name="T6" fmla="*/ 0 w 79"/>
              <a:gd name="T7" fmla="*/ 61912 h 79"/>
              <a:gd name="T8" fmla="*/ 63500 w 79"/>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79">
                <a:moveTo>
                  <a:pt x="40" y="0"/>
                </a:moveTo>
                <a:lnTo>
                  <a:pt x="79" y="39"/>
                </a:lnTo>
                <a:lnTo>
                  <a:pt x="40" y="79"/>
                </a:lnTo>
                <a:lnTo>
                  <a:pt x="0" y="39"/>
                </a:lnTo>
                <a:lnTo>
                  <a:pt x="40" y="0"/>
                </a:lnTo>
                <a:close/>
              </a:path>
            </a:pathLst>
          </a:custGeom>
          <a:solidFill>
            <a:srgbClr val="000080"/>
          </a:solidFill>
          <a:ln w="7938">
            <a:solidFill>
              <a:srgbClr val="000080"/>
            </a:solidFill>
            <a:prstDash val="solid"/>
            <a:round/>
            <a:headEnd/>
            <a:tailEnd/>
          </a:ln>
        </p:spPr>
        <p:txBody>
          <a:bodyPr/>
          <a:lstStyle/>
          <a:p>
            <a:endParaRPr lang="en-US"/>
          </a:p>
        </p:txBody>
      </p:sp>
      <p:sp>
        <p:nvSpPr>
          <p:cNvPr id="38937" name="Rectangle 91">
            <a:extLst>
              <a:ext uri="{FF2B5EF4-FFF2-40B4-BE49-F238E27FC236}">
                <a16:creationId xmlns:a16="http://schemas.microsoft.com/office/drawing/2014/main" id="{A90D58DB-6FCE-37AF-ABB0-792F14B1D90E}"/>
              </a:ext>
            </a:extLst>
          </p:cNvPr>
          <p:cNvSpPr>
            <a:spLocks noChangeArrowheads="1"/>
          </p:cNvSpPr>
          <p:nvPr/>
        </p:nvSpPr>
        <p:spPr bwMode="auto">
          <a:xfrm>
            <a:off x="1781175" y="5416550"/>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0</a:t>
            </a:r>
            <a:endParaRPr lang="en-US" altLang="en-US"/>
          </a:p>
        </p:txBody>
      </p:sp>
      <p:sp>
        <p:nvSpPr>
          <p:cNvPr id="38938" name="Rectangle 92">
            <a:extLst>
              <a:ext uri="{FF2B5EF4-FFF2-40B4-BE49-F238E27FC236}">
                <a16:creationId xmlns:a16="http://schemas.microsoft.com/office/drawing/2014/main" id="{13D6D1BE-081D-4DBF-603F-98DA703D28B2}"/>
              </a:ext>
            </a:extLst>
          </p:cNvPr>
          <p:cNvSpPr>
            <a:spLocks noChangeArrowheads="1"/>
          </p:cNvSpPr>
          <p:nvPr/>
        </p:nvSpPr>
        <p:spPr bwMode="auto">
          <a:xfrm>
            <a:off x="1781175" y="4598988"/>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1</a:t>
            </a:r>
            <a:endParaRPr lang="en-US" altLang="en-US"/>
          </a:p>
        </p:txBody>
      </p:sp>
      <p:sp>
        <p:nvSpPr>
          <p:cNvPr id="38939" name="Rectangle 93">
            <a:extLst>
              <a:ext uri="{FF2B5EF4-FFF2-40B4-BE49-F238E27FC236}">
                <a16:creationId xmlns:a16="http://schemas.microsoft.com/office/drawing/2014/main" id="{108C96FF-AACE-FBFB-BF2B-2DDDEFBD5E5B}"/>
              </a:ext>
            </a:extLst>
          </p:cNvPr>
          <p:cNvSpPr>
            <a:spLocks noChangeArrowheads="1"/>
          </p:cNvSpPr>
          <p:nvPr/>
        </p:nvSpPr>
        <p:spPr bwMode="auto">
          <a:xfrm>
            <a:off x="1781175" y="37830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2</a:t>
            </a:r>
            <a:endParaRPr lang="en-US" altLang="en-US"/>
          </a:p>
        </p:txBody>
      </p:sp>
      <p:sp>
        <p:nvSpPr>
          <p:cNvPr id="38940" name="Rectangle 94">
            <a:extLst>
              <a:ext uri="{FF2B5EF4-FFF2-40B4-BE49-F238E27FC236}">
                <a16:creationId xmlns:a16="http://schemas.microsoft.com/office/drawing/2014/main" id="{05643F6C-9B6E-E0E3-7793-E94488F162D4}"/>
              </a:ext>
            </a:extLst>
          </p:cNvPr>
          <p:cNvSpPr>
            <a:spLocks noChangeArrowheads="1"/>
          </p:cNvSpPr>
          <p:nvPr/>
        </p:nvSpPr>
        <p:spPr bwMode="auto">
          <a:xfrm>
            <a:off x="1781175" y="2973388"/>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3</a:t>
            </a:r>
            <a:endParaRPr lang="en-US" altLang="en-US"/>
          </a:p>
        </p:txBody>
      </p:sp>
      <p:sp>
        <p:nvSpPr>
          <p:cNvPr id="38941" name="Rectangle 95">
            <a:extLst>
              <a:ext uri="{FF2B5EF4-FFF2-40B4-BE49-F238E27FC236}">
                <a16:creationId xmlns:a16="http://schemas.microsoft.com/office/drawing/2014/main" id="{03FFA201-9113-6FF7-E019-759FC984AA01}"/>
              </a:ext>
            </a:extLst>
          </p:cNvPr>
          <p:cNvSpPr>
            <a:spLocks noChangeArrowheads="1"/>
          </p:cNvSpPr>
          <p:nvPr/>
        </p:nvSpPr>
        <p:spPr bwMode="auto">
          <a:xfrm>
            <a:off x="1781175" y="2155825"/>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4</a:t>
            </a:r>
            <a:endParaRPr lang="en-US" altLang="en-US"/>
          </a:p>
        </p:txBody>
      </p:sp>
      <p:sp>
        <p:nvSpPr>
          <p:cNvPr id="38942" name="Rectangle 96">
            <a:extLst>
              <a:ext uri="{FF2B5EF4-FFF2-40B4-BE49-F238E27FC236}">
                <a16:creationId xmlns:a16="http://schemas.microsoft.com/office/drawing/2014/main" id="{A798A33B-3BFB-F2BD-5210-F8D63C7B3131}"/>
              </a:ext>
            </a:extLst>
          </p:cNvPr>
          <p:cNvSpPr>
            <a:spLocks noChangeArrowheads="1"/>
          </p:cNvSpPr>
          <p:nvPr/>
        </p:nvSpPr>
        <p:spPr bwMode="auto">
          <a:xfrm>
            <a:off x="1781175" y="1339850"/>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5</a:t>
            </a:r>
            <a:endParaRPr lang="en-US" altLang="en-US"/>
          </a:p>
        </p:txBody>
      </p:sp>
      <p:sp>
        <p:nvSpPr>
          <p:cNvPr id="38943" name="Rectangle 97">
            <a:extLst>
              <a:ext uri="{FF2B5EF4-FFF2-40B4-BE49-F238E27FC236}">
                <a16:creationId xmlns:a16="http://schemas.microsoft.com/office/drawing/2014/main" id="{17F9CADF-1773-D090-0C5C-4A535ACA00A6}"/>
              </a:ext>
            </a:extLst>
          </p:cNvPr>
          <p:cNvSpPr>
            <a:spLocks noChangeArrowheads="1"/>
          </p:cNvSpPr>
          <p:nvPr/>
        </p:nvSpPr>
        <p:spPr bwMode="auto">
          <a:xfrm>
            <a:off x="2017713"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0</a:t>
            </a:r>
            <a:endParaRPr lang="en-US" altLang="en-US"/>
          </a:p>
        </p:txBody>
      </p:sp>
      <p:sp>
        <p:nvSpPr>
          <p:cNvPr id="38944" name="Rectangle 98">
            <a:extLst>
              <a:ext uri="{FF2B5EF4-FFF2-40B4-BE49-F238E27FC236}">
                <a16:creationId xmlns:a16="http://schemas.microsoft.com/office/drawing/2014/main" id="{3C0DE9D8-EBBA-D223-D664-7CBB7FB2AC87}"/>
              </a:ext>
            </a:extLst>
          </p:cNvPr>
          <p:cNvSpPr>
            <a:spLocks noChangeArrowheads="1"/>
          </p:cNvSpPr>
          <p:nvPr/>
        </p:nvSpPr>
        <p:spPr bwMode="auto">
          <a:xfrm>
            <a:off x="3187700"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1</a:t>
            </a:r>
            <a:endParaRPr lang="en-US" altLang="en-US"/>
          </a:p>
        </p:txBody>
      </p:sp>
      <p:sp>
        <p:nvSpPr>
          <p:cNvPr id="38945" name="Rectangle 99">
            <a:extLst>
              <a:ext uri="{FF2B5EF4-FFF2-40B4-BE49-F238E27FC236}">
                <a16:creationId xmlns:a16="http://schemas.microsoft.com/office/drawing/2014/main" id="{62629B0C-AA45-A1AA-B509-5A984A3A4434}"/>
              </a:ext>
            </a:extLst>
          </p:cNvPr>
          <p:cNvSpPr>
            <a:spLocks noChangeArrowheads="1"/>
          </p:cNvSpPr>
          <p:nvPr/>
        </p:nvSpPr>
        <p:spPr bwMode="auto">
          <a:xfrm>
            <a:off x="4365625"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2</a:t>
            </a:r>
            <a:endParaRPr lang="en-US" altLang="en-US"/>
          </a:p>
        </p:txBody>
      </p:sp>
      <p:sp>
        <p:nvSpPr>
          <p:cNvPr id="38946" name="Rectangle 100">
            <a:extLst>
              <a:ext uri="{FF2B5EF4-FFF2-40B4-BE49-F238E27FC236}">
                <a16:creationId xmlns:a16="http://schemas.microsoft.com/office/drawing/2014/main" id="{78291F7D-5ECA-3582-B708-4E11813725B9}"/>
              </a:ext>
            </a:extLst>
          </p:cNvPr>
          <p:cNvSpPr>
            <a:spLocks noChangeArrowheads="1"/>
          </p:cNvSpPr>
          <p:nvPr/>
        </p:nvSpPr>
        <p:spPr bwMode="auto">
          <a:xfrm>
            <a:off x="5535613"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3</a:t>
            </a:r>
            <a:endParaRPr lang="en-US" altLang="en-US"/>
          </a:p>
        </p:txBody>
      </p:sp>
      <p:sp>
        <p:nvSpPr>
          <p:cNvPr id="38947" name="Rectangle 101">
            <a:extLst>
              <a:ext uri="{FF2B5EF4-FFF2-40B4-BE49-F238E27FC236}">
                <a16:creationId xmlns:a16="http://schemas.microsoft.com/office/drawing/2014/main" id="{364F2A0F-93F3-90BE-DE51-250AFE276D19}"/>
              </a:ext>
            </a:extLst>
          </p:cNvPr>
          <p:cNvSpPr>
            <a:spLocks noChangeArrowheads="1"/>
          </p:cNvSpPr>
          <p:nvPr/>
        </p:nvSpPr>
        <p:spPr bwMode="auto">
          <a:xfrm>
            <a:off x="6715125"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4</a:t>
            </a:r>
            <a:endParaRPr lang="en-US" altLang="en-US"/>
          </a:p>
        </p:txBody>
      </p:sp>
      <p:sp>
        <p:nvSpPr>
          <p:cNvPr id="38948" name="Rectangle 102">
            <a:extLst>
              <a:ext uri="{FF2B5EF4-FFF2-40B4-BE49-F238E27FC236}">
                <a16:creationId xmlns:a16="http://schemas.microsoft.com/office/drawing/2014/main" id="{B0BBE747-5E97-F500-1872-8E0728D940C1}"/>
              </a:ext>
            </a:extLst>
          </p:cNvPr>
          <p:cNvSpPr>
            <a:spLocks noChangeArrowheads="1"/>
          </p:cNvSpPr>
          <p:nvPr/>
        </p:nvSpPr>
        <p:spPr bwMode="auto">
          <a:xfrm>
            <a:off x="7885113"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5</a:t>
            </a:r>
            <a:endParaRPr lang="en-US" altLang="en-US"/>
          </a:p>
        </p:txBody>
      </p:sp>
      <p:sp>
        <p:nvSpPr>
          <p:cNvPr id="266243" name="Rectangle 3">
            <a:extLst>
              <a:ext uri="{FF2B5EF4-FFF2-40B4-BE49-F238E27FC236}">
                <a16:creationId xmlns:a16="http://schemas.microsoft.com/office/drawing/2014/main" id="{DC6F3D28-1B91-8344-28DE-793750E570DB}"/>
              </a:ext>
            </a:extLst>
          </p:cNvPr>
          <p:cNvSpPr>
            <a:spLocks noGrp="1" noChangeArrowheads="1"/>
          </p:cNvSpPr>
          <p:nvPr>
            <p:ph type="title"/>
          </p:nvPr>
        </p:nvSpPr>
        <p:spPr>
          <a:xfrm>
            <a:off x="685800" y="228600"/>
            <a:ext cx="7772400" cy="533400"/>
          </a:xfrm>
        </p:spPr>
        <p:txBody>
          <a:bodyPr/>
          <a:lstStyle/>
          <a:p>
            <a:pPr eaLnBrk="1" hangingPunct="1">
              <a:defRPr/>
            </a:pPr>
            <a:r>
              <a:rPr lang="en-US" altLang="en-US" sz="4000">
                <a:effectLst>
                  <a:outerShdw blurRad="38100" dist="38100" dir="2700000" algn="tl">
                    <a:srgbClr val="C0C0C0"/>
                  </a:outerShdw>
                </a:effectLst>
              </a:rPr>
              <a:t>K-means Clustering: Step 3</a:t>
            </a:r>
          </a:p>
        </p:txBody>
      </p:sp>
      <p:sp>
        <p:nvSpPr>
          <p:cNvPr id="38950" name="Text Box 4">
            <a:extLst>
              <a:ext uri="{FF2B5EF4-FFF2-40B4-BE49-F238E27FC236}">
                <a16:creationId xmlns:a16="http://schemas.microsoft.com/office/drawing/2014/main" id="{0A24254A-85BA-B458-AF5A-5D2661C5EFBA}"/>
              </a:ext>
            </a:extLst>
          </p:cNvPr>
          <p:cNvSpPr txBox="1">
            <a:spLocks noChangeArrowheads="1"/>
          </p:cNvSpPr>
          <p:nvPr/>
        </p:nvSpPr>
        <p:spPr bwMode="auto">
          <a:xfrm>
            <a:off x="979488" y="838200"/>
            <a:ext cx="7267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Algorithm: k-means, Distance Metric: Euclidean Distance</a:t>
            </a:r>
          </a:p>
        </p:txBody>
      </p:sp>
      <p:grpSp>
        <p:nvGrpSpPr>
          <p:cNvPr id="38951" name="Group 5">
            <a:extLst>
              <a:ext uri="{FF2B5EF4-FFF2-40B4-BE49-F238E27FC236}">
                <a16:creationId xmlns:a16="http://schemas.microsoft.com/office/drawing/2014/main" id="{F810A301-06CE-53B1-DD15-9D6AAD97E13E}"/>
              </a:ext>
            </a:extLst>
          </p:cNvPr>
          <p:cNvGrpSpPr>
            <a:grpSpLocks/>
          </p:cNvGrpSpPr>
          <p:nvPr/>
        </p:nvGrpSpPr>
        <p:grpSpPr bwMode="auto">
          <a:xfrm>
            <a:off x="6172200" y="2133600"/>
            <a:ext cx="685800" cy="533400"/>
            <a:chOff x="192" y="1824"/>
            <a:chExt cx="432" cy="336"/>
          </a:xfrm>
        </p:grpSpPr>
        <p:sp>
          <p:nvSpPr>
            <p:cNvPr id="39012" name="Oval 6">
              <a:extLst>
                <a:ext uri="{FF2B5EF4-FFF2-40B4-BE49-F238E27FC236}">
                  <a16:creationId xmlns:a16="http://schemas.microsoft.com/office/drawing/2014/main" id="{82A1FF7A-4393-99BB-ECBA-0BE0E6CB841A}"/>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013" name="Text Box 7">
              <a:extLst>
                <a:ext uri="{FF2B5EF4-FFF2-40B4-BE49-F238E27FC236}">
                  <a16:creationId xmlns:a16="http://schemas.microsoft.com/office/drawing/2014/main" id="{EC9C716E-D3DD-8A34-DDE3-CB9F1D7AFC8E}"/>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1</a:t>
              </a:r>
            </a:p>
          </p:txBody>
        </p:sp>
      </p:grpSp>
      <p:grpSp>
        <p:nvGrpSpPr>
          <p:cNvPr id="38952" name="Group 8">
            <a:extLst>
              <a:ext uri="{FF2B5EF4-FFF2-40B4-BE49-F238E27FC236}">
                <a16:creationId xmlns:a16="http://schemas.microsoft.com/office/drawing/2014/main" id="{C865E066-8389-997C-A085-E64477C4E810}"/>
              </a:ext>
            </a:extLst>
          </p:cNvPr>
          <p:cNvGrpSpPr>
            <a:grpSpLocks/>
          </p:cNvGrpSpPr>
          <p:nvPr/>
        </p:nvGrpSpPr>
        <p:grpSpPr bwMode="auto">
          <a:xfrm>
            <a:off x="3124200" y="4343400"/>
            <a:ext cx="685800" cy="533400"/>
            <a:chOff x="192" y="1824"/>
            <a:chExt cx="432" cy="336"/>
          </a:xfrm>
        </p:grpSpPr>
        <p:sp>
          <p:nvSpPr>
            <p:cNvPr id="39010" name="Oval 9">
              <a:extLst>
                <a:ext uri="{FF2B5EF4-FFF2-40B4-BE49-F238E27FC236}">
                  <a16:creationId xmlns:a16="http://schemas.microsoft.com/office/drawing/2014/main" id="{386E60F8-EF6D-B356-BCEB-9E4558892DB7}"/>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011" name="Text Box 10">
              <a:extLst>
                <a:ext uri="{FF2B5EF4-FFF2-40B4-BE49-F238E27FC236}">
                  <a16:creationId xmlns:a16="http://schemas.microsoft.com/office/drawing/2014/main" id="{725ACD21-A187-862C-DCD5-E967D249F3C3}"/>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2</a:t>
              </a:r>
            </a:p>
          </p:txBody>
        </p:sp>
      </p:grpSp>
      <p:grpSp>
        <p:nvGrpSpPr>
          <p:cNvPr id="38953" name="Group 11">
            <a:extLst>
              <a:ext uri="{FF2B5EF4-FFF2-40B4-BE49-F238E27FC236}">
                <a16:creationId xmlns:a16="http://schemas.microsoft.com/office/drawing/2014/main" id="{F0639322-7B34-BA9A-6CE6-6D580852F380}"/>
              </a:ext>
            </a:extLst>
          </p:cNvPr>
          <p:cNvGrpSpPr>
            <a:grpSpLocks/>
          </p:cNvGrpSpPr>
          <p:nvPr/>
        </p:nvGrpSpPr>
        <p:grpSpPr bwMode="auto">
          <a:xfrm>
            <a:off x="6248400" y="4038600"/>
            <a:ext cx="685800" cy="533400"/>
            <a:chOff x="192" y="1824"/>
            <a:chExt cx="432" cy="336"/>
          </a:xfrm>
        </p:grpSpPr>
        <p:sp>
          <p:nvSpPr>
            <p:cNvPr id="39008" name="Oval 12">
              <a:extLst>
                <a:ext uri="{FF2B5EF4-FFF2-40B4-BE49-F238E27FC236}">
                  <a16:creationId xmlns:a16="http://schemas.microsoft.com/office/drawing/2014/main" id="{A93DCF42-C3EE-CC81-D84C-8BF50FDB9DF0}"/>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009" name="Text Box 13">
              <a:extLst>
                <a:ext uri="{FF2B5EF4-FFF2-40B4-BE49-F238E27FC236}">
                  <a16:creationId xmlns:a16="http://schemas.microsoft.com/office/drawing/2014/main" id="{F94992A5-747D-A087-3195-37CD84CB4C25}"/>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3</a:t>
              </a:r>
            </a:p>
          </p:txBody>
        </p:sp>
      </p:grpSp>
      <p:sp>
        <p:nvSpPr>
          <p:cNvPr id="38954" name="AutoShape 14">
            <a:extLst>
              <a:ext uri="{FF2B5EF4-FFF2-40B4-BE49-F238E27FC236}">
                <a16:creationId xmlns:a16="http://schemas.microsoft.com/office/drawing/2014/main" id="{EA8A72F5-D4A1-EE17-4419-EC6B9FABAF41}"/>
              </a:ext>
            </a:extLst>
          </p:cNvPr>
          <p:cNvSpPr>
            <a:spLocks noChangeArrowheads="1"/>
          </p:cNvSpPr>
          <p:nvPr/>
        </p:nvSpPr>
        <p:spPr bwMode="auto">
          <a:xfrm>
            <a:off x="3200400" y="4648200"/>
            <a:ext cx="152400" cy="152400"/>
          </a:xfrm>
          <a:prstGeom prst="diamond">
            <a:avLst/>
          </a:prstGeom>
          <a:solidFill>
            <a:srgbClr val="66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55" name="AutoShape 15">
            <a:extLst>
              <a:ext uri="{FF2B5EF4-FFF2-40B4-BE49-F238E27FC236}">
                <a16:creationId xmlns:a16="http://schemas.microsoft.com/office/drawing/2014/main" id="{357CDB69-68B4-010F-3DA1-1D184E0F823A}"/>
              </a:ext>
            </a:extLst>
          </p:cNvPr>
          <p:cNvSpPr>
            <a:spLocks noChangeArrowheads="1"/>
          </p:cNvSpPr>
          <p:nvPr/>
        </p:nvSpPr>
        <p:spPr bwMode="auto">
          <a:xfrm>
            <a:off x="3352800" y="4876800"/>
            <a:ext cx="152400" cy="152400"/>
          </a:xfrm>
          <a:prstGeom prst="diamond">
            <a:avLst/>
          </a:prstGeom>
          <a:solidFill>
            <a:srgbClr val="66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56" name="AutoShape 16">
            <a:extLst>
              <a:ext uri="{FF2B5EF4-FFF2-40B4-BE49-F238E27FC236}">
                <a16:creationId xmlns:a16="http://schemas.microsoft.com/office/drawing/2014/main" id="{92C1D1D5-6634-7ED7-9C39-D3845ECA9568}"/>
              </a:ext>
            </a:extLst>
          </p:cNvPr>
          <p:cNvSpPr>
            <a:spLocks noChangeArrowheads="1"/>
          </p:cNvSpPr>
          <p:nvPr/>
        </p:nvSpPr>
        <p:spPr bwMode="auto">
          <a:xfrm>
            <a:off x="3124200" y="5105400"/>
            <a:ext cx="152400" cy="152400"/>
          </a:xfrm>
          <a:prstGeom prst="diamond">
            <a:avLst/>
          </a:prstGeom>
          <a:solidFill>
            <a:srgbClr val="66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57" name="AutoShape 17">
            <a:extLst>
              <a:ext uri="{FF2B5EF4-FFF2-40B4-BE49-F238E27FC236}">
                <a16:creationId xmlns:a16="http://schemas.microsoft.com/office/drawing/2014/main" id="{F718EC2D-C8A2-DBB3-702C-800925B89017}"/>
              </a:ext>
            </a:extLst>
          </p:cNvPr>
          <p:cNvSpPr>
            <a:spLocks noChangeArrowheads="1"/>
          </p:cNvSpPr>
          <p:nvPr/>
        </p:nvSpPr>
        <p:spPr bwMode="auto">
          <a:xfrm>
            <a:off x="2895600" y="4419600"/>
            <a:ext cx="152400" cy="152400"/>
          </a:xfrm>
          <a:prstGeom prst="diamond">
            <a:avLst/>
          </a:prstGeom>
          <a:solidFill>
            <a:srgbClr val="66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58" name="AutoShape 18">
            <a:extLst>
              <a:ext uri="{FF2B5EF4-FFF2-40B4-BE49-F238E27FC236}">
                <a16:creationId xmlns:a16="http://schemas.microsoft.com/office/drawing/2014/main" id="{84BAF135-B6C5-7A23-B925-F4D3CA88286B}"/>
              </a:ext>
            </a:extLst>
          </p:cNvPr>
          <p:cNvSpPr>
            <a:spLocks noChangeArrowheads="1"/>
          </p:cNvSpPr>
          <p:nvPr/>
        </p:nvSpPr>
        <p:spPr bwMode="auto">
          <a:xfrm>
            <a:off x="2895600" y="2057400"/>
            <a:ext cx="152400" cy="152400"/>
          </a:xfrm>
          <a:prstGeom prst="diamond">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59" name="AutoShape 19">
            <a:extLst>
              <a:ext uri="{FF2B5EF4-FFF2-40B4-BE49-F238E27FC236}">
                <a16:creationId xmlns:a16="http://schemas.microsoft.com/office/drawing/2014/main" id="{6B372144-9983-DAD3-2387-6D7EC860EE39}"/>
              </a:ext>
            </a:extLst>
          </p:cNvPr>
          <p:cNvSpPr>
            <a:spLocks noChangeArrowheads="1"/>
          </p:cNvSpPr>
          <p:nvPr/>
        </p:nvSpPr>
        <p:spPr bwMode="auto">
          <a:xfrm>
            <a:off x="2895600" y="3581400"/>
            <a:ext cx="152400" cy="152400"/>
          </a:xfrm>
          <a:prstGeom prst="diamond">
            <a:avLst/>
          </a:prstGeom>
          <a:solidFill>
            <a:srgbClr val="66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60" name="AutoShape 20">
            <a:extLst>
              <a:ext uri="{FF2B5EF4-FFF2-40B4-BE49-F238E27FC236}">
                <a16:creationId xmlns:a16="http://schemas.microsoft.com/office/drawing/2014/main" id="{30447481-9C2F-3621-8A4D-914391684BE5}"/>
              </a:ext>
            </a:extLst>
          </p:cNvPr>
          <p:cNvSpPr>
            <a:spLocks noChangeArrowheads="1"/>
          </p:cNvSpPr>
          <p:nvPr/>
        </p:nvSpPr>
        <p:spPr bwMode="auto">
          <a:xfrm>
            <a:off x="2895600" y="5105400"/>
            <a:ext cx="152400" cy="152400"/>
          </a:xfrm>
          <a:prstGeom prst="diamond">
            <a:avLst/>
          </a:prstGeom>
          <a:solidFill>
            <a:srgbClr val="66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61" name="AutoShape 21">
            <a:extLst>
              <a:ext uri="{FF2B5EF4-FFF2-40B4-BE49-F238E27FC236}">
                <a16:creationId xmlns:a16="http://schemas.microsoft.com/office/drawing/2014/main" id="{44AC0CEB-D616-4B10-590E-AF4627036252}"/>
              </a:ext>
            </a:extLst>
          </p:cNvPr>
          <p:cNvSpPr>
            <a:spLocks noChangeArrowheads="1"/>
          </p:cNvSpPr>
          <p:nvPr/>
        </p:nvSpPr>
        <p:spPr bwMode="auto">
          <a:xfrm>
            <a:off x="2438400" y="4114800"/>
            <a:ext cx="152400" cy="152400"/>
          </a:xfrm>
          <a:prstGeom prst="diamond">
            <a:avLst/>
          </a:prstGeom>
          <a:solidFill>
            <a:srgbClr val="66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62" name="AutoShape 22">
            <a:extLst>
              <a:ext uri="{FF2B5EF4-FFF2-40B4-BE49-F238E27FC236}">
                <a16:creationId xmlns:a16="http://schemas.microsoft.com/office/drawing/2014/main" id="{63DB8EBD-7438-79C7-EA51-81815E4177ED}"/>
              </a:ext>
            </a:extLst>
          </p:cNvPr>
          <p:cNvSpPr>
            <a:spLocks noChangeArrowheads="1"/>
          </p:cNvSpPr>
          <p:nvPr/>
        </p:nvSpPr>
        <p:spPr bwMode="auto">
          <a:xfrm>
            <a:off x="4572000" y="3810000"/>
            <a:ext cx="152400" cy="152400"/>
          </a:xfrm>
          <a:prstGeom prst="diamond">
            <a:avLst/>
          </a:prstGeom>
          <a:solidFill>
            <a:srgbClr val="66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63" name="AutoShape 23">
            <a:extLst>
              <a:ext uri="{FF2B5EF4-FFF2-40B4-BE49-F238E27FC236}">
                <a16:creationId xmlns:a16="http://schemas.microsoft.com/office/drawing/2014/main" id="{4324279E-7319-E2CB-3E24-12DA4A396B8A}"/>
              </a:ext>
            </a:extLst>
          </p:cNvPr>
          <p:cNvSpPr>
            <a:spLocks noChangeArrowheads="1"/>
          </p:cNvSpPr>
          <p:nvPr/>
        </p:nvSpPr>
        <p:spPr bwMode="auto">
          <a:xfrm>
            <a:off x="6705600" y="1828800"/>
            <a:ext cx="152400" cy="152400"/>
          </a:xfrm>
          <a:prstGeom prst="diamond">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64" name="AutoShape 24">
            <a:extLst>
              <a:ext uri="{FF2B5EF4-FFF2-40B4-BE49-F238E27FC236}">
                <a16:creationId xmlns:a16="http://schemas.microsoft.com/office/drawing/2014/main" id="{77040C80-2374-A979-0429-6D4AA8B47653}"/>
              </a:ext>
            </a:extLst>
          </p:cNvPr>
          <p:cNvSpPr>
            <a:spLocks noChangeArrowheads="1"/>
          </p:cNvSpPr>
          <p:nvPr/>
        </p:nvSpPr>
        <p:spPr bwMode="auto">
          <a:xfrm>
            <a:off x="7162800" y="1905000"/>
            <a:ext cx="152400" cy="152400"/>
          </a:xfrm>
          <a:prstGeom prst="diamond">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65" name="AutoShape 25">
            <a:extLst>
              <a:ext uri="{FF2B5EF4-FFF2-40B4-BE49-F238E27FC236}">
                <a16:creationId xmlns:a16="http://schemas.microsoft.com/office/drawing/2014/main" id="{A4E6DC35-D8AF-2676-B187-55EF6954C16E}"/>
              </a:ext>
            </a:extLst>
          </p:cNvPr>
          <p:cNvSpPr>
            <a:spLocks noChangeArrowheads="1"/>
          </p:cNvSpPr>
          <p:nvPr/>
        </p:nvSpPr>
        <p:spPr bwMode="auto">
          <a:xfrm>
            <a:off x="7010400" y="2057400"/>
            <a:ext cx="152400" cy="152400"/>
          </a:xfrm>
          <a:prstGeom prst="diamond">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66" name="AutoShape 26">
            <a:extLst>
              <a:ext uri="{FF2B5EF4-FFF2-40B4-BE49-F238E27FC236}">
                <a16:creationId xmlns:a16="http://schemas.microsoft.com/office/drawing/2014/main" id="{6A53F54E-652D-6E5F-3B77-1EBA119E928A}"/>
              </a:ext>
            </a:extLst>
          </p:cNvPr>
          <p:cNvSpPr>
            <a:spLocks noChangeArrowheads="1"/>
          </p:cNvSpPr>
          <p:nvPr/>
        </p:nvSpPr>
        <p:spPr bwMode="auto">
          <a:xfrm>
            <a:off x="6858000" y="2209800"/>
            <a:ext cx="152400" cy="152400"/>
          </a:xfrm>
          <a:prstGeom prst="diamond">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67" name="AutoShape 27">
            <a:extLst>
              <a:ext uri="{FF2B5EF4-FFF2-40B4-BE49-F238E27FC236}">
                <a16:creationId xmlns:a16="http://schemas.microsoft.com/office/drawing/2014/main" id="{DF258355-B605-C791-B9DA-B9320B916240}"/>
              </a:ext>
            </a:extLst>
          </p:cNvPr>
          <p:cNvSpPr>
            <a:spLocks noChangeArrowheads="1"/>
          </p:cNvSpPr>
          <p:nvPr/>
        </p:nvSpPr>
        <p:spPr bwMode="auto">
          <a:xfrm>
            <a:off x="7162800" y="2362200"/>
            <a:ext cx="152400" cy="152400"/>
          </a:xfrm>
          <a:prstGeom prst="diamond">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68" name="AutoShape 28">
            <a:extLst>
              <a:ext uri="{FF2B5EF4-FFF2-40B4-BE49-F238E27FC236}">
                <a16:creationId xmlns:a16="http://schemas.microsoft.com/office/drawing/2014/main" id="{C31EB34C-9989-D3E5-43E2-236C7773F48F}"/>
              </a:ext>
            </a:extLst>
          </p:cNvPr>
          <p:cNvSpPr>
            <a:spLocks noChangeArrowheads="1"/>
          </p:cNvSpPr>
          <p:nvPr/>
        </p:nvSpPr>
        <p:spPr bwMode="auto">
          <a:xfrm>
            <a:off x="7467600" y="2743200"/>
            <a:ext cx="152400" cy="152400"/>
          </a:xfrm>
          <a:prstGeom prst="diamond">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69" name="AutoShape 29">
            <a:extLst>
              <a:ext uri="{FF2B5EF4-FFF2-40B4-BE49-F238E27FC236}">
                <a16:creationId xmlns:a16="http://schemas.microsoft.com/office/drawing/2014/main" id="{98CE436A-71D0-94B9-C1A0-018A9C3EB089}"/>
              </a:ext>
            </a:extLst>
          </p:cNvPr>
          <p:cNvSpPr>
            <a:spLocks noChangeArrowheads="1"/>
          </p:cNvSpPr>
          <p:nvPr/>
        </p:nvSpPr>
        <p:spPr bwMode="auto">
          <a:xfrm>
            <a:off x="5715000" y="1828800"/>
            <a:ext cx="152400" cy="152400"/>
          </a:xfrm>
          <a:prstGeom prst="diamond">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70" name="AutoShape 30">
            <a:extLst>
              <a:ext uri="{FF2B5EF4-FFF2-40B4-BE49-F238E27FC236}">
                <a16:creationId xmlns:a16="http://schemas.microsoft.com/office/drawing/2014/main" id="{32C7D5B5-41A8-2D43-E049-3A0956180EB4}"/>
              </a:ext>
            </a:extLst>
          </p:cNvPr>
          <p:cNvSpPr>
            <a:spLocks noChangeArrowheads="1"/>
          </p:cNvSpPr>
          <p:nvPr/>
        </p:nvSpPr>
        <p:spPr bwMode="auto">
          <a:xfrm>
            <a:off x="6019800" y="3276600"/>
            <a:ext cx="152400" cy="152400"/>
          </a:xfrm>
          <a:prstGeom prst="diamond">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71" name="AutoShape 31">
            <a:extLst>
              <a:ext uri="{FF2B5EF4-FFF2-40B4-BE49-F238E27FC236}">
                <a16:creationId xmlns:a16="http://schemas.microsoft.com/office/drawing/2014/main" id="{6DAD505F-3952-262A-3A3A-A64B6DE1A465}"/>
              </a:ext>
            </a:extLst>
          </p:cNvPr>
          <p:cNvSpPr>
            <a:spLocks noChangeArrowheads="1"/>
          </p:cNvSpPr>
          <p:nvPr/>
        </p:nvSpPr>
        <p:spPr bwMode="auto">
          <a:xfrm>
            <a:off x="6019800" y="4800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72" name="AutoShape 32">
            <a:extLst>
              <a:ext uri="{FF2B5EF4-FFF2-40B4-BE49-F238E27FC236}">
                <a16:creationId xmlns:a16="http://schemas.microsoft.com/office/drawing/2014/main" id="{7D961391-A860-5017-578E-8F8B404BD1EC}"/>
              </a:ext>
            </a:extLst>
          </p:cNvPr>
          <p:cNvSpPr>
            <a:spLocks noChangeArrowheads="1"/>
          </p:cNvSpPr>
          <p:nvPr/>
        </p:nvSpPr>
        <p:spPr bwMode="auto">
          <a:xfrm>
            <a:off x="6400800" y="5105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73" name="AutoShape 33">
            <a:extLst>
              <a:ext uri="{FF2B5EF4-FFF2-40B4-BE49-F238E27FC236}">
                <a16:creationId xmlns:a16="http://schemas.microsoft.com/office/drawing/2014/main" id="{42BD20FD-414A-F555-D585-B27EA7276077}"/>
              </a:ext>
            </a:extLst>
          </p:cNvPr>
          <p:cNvSpPr>
            <a:spLocks noChangeArrowheads="1"/>
          </p:cNvSpPr>
          <p:nvPr/>
        </p:nvSpPr>
        <p:spPr bwMode="auto">
          <a:xfrm>
            <a:off x="6781800" y="4343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74" name="AutoShape 34">
            <a:extLst>
              <a:ext uri="{FF2B5EF4-FFF2-40B4-BE49-F238E27FC236}">
                <a16:creationId xmlns:a16="http://schemas.microsoft.com/office/drawing/2014/main" id="{1E071090-9862-AE17-B3C6-515F993DF6BE}"/>
              </a:ext>
            </a:extLst>
          </p:cNvPr>
          <p:cNvSpPr>
            <a:spLocks noChangeArrowheads="1"/>
          </p:cNvSpPr>
          <p:nvPr/>
        </p:nvSpPr>
        <p:spPr bwMode="auto">
          <a:xfrm>
            <a:off x="5943600" y="3733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75" name="AutoShape 35">
            <a:extLst>
              <a:ext uri="{FF2B5EF4-FFF2-40B4-BE49-F238E27FC236}">
                <a16:creationId xmlns:a16="http://schemas.microsoft.com/office/drawing/2014/main" id="{62A08AF3-9CBD-4830-F6EE-01E0CC6223F4}"/>
              </a:ext>
            </a:extLst>
          </p:cNvPr>
          <p:cNvSpPr>
            <a:spLocks noChangeArrowheads="1"/>
          </p:cNvSpPr>
          <p:nvPr/>
        </p:nvSpPr>
        <p:spPr bwMode="auto">
          <a:xfrm>
            <a:off x="5181600" y="41910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76" name="AutoShape 36">
            <a:extLst>
              <a:ext uri="{FF2B5EF4-FFF2-40B4-BE49-F238E27FC236}">
                <a16:creationId xmlns:a16="http://schemas.microsoft.com/office/drawing/2014/main" id="{35C18E18-376E-6D8E-D8C7-913930785F86}"/>
              </a:ext>
            </a:extLst>
          </p:cNvPr>
          <p:cNvSpPr>
            <a:spLocks noChangeArrowheads="1"/>
          </p:cNvSpPr>
          <p:nvPr/>
        </p:nvSpPr>
        <p:spPr bwMode="auto">
          <a:xfrm>
            <a:off x="7162800" y="4648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77" name="AutoShape 37">
            <a:extLst>
              <a:ext uri="{FF2B5EF4-FFF2-40B4-BE49-F238E27FC236}">
                <a16:creationId xmlns:a16="http://schemas.microsoft.com/office/drawing/2014/main" id="{88F089F6-90C3-5649-0D30-B7CC4D918494}"/>
              </a:ext>
            </a:extLst>
          </p:cNvPr>
          <p:cNvSpPr>
            <a:spLocks noChangeArrowheads="1"/>
          </p:cNvSpPr>
          <p:nvPr/>
        </p:nvSpPr>
        <p:spPr bwMode="auto">
          <a:xfrm>
            <a:off x="7010400" y="5029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78" name="AutoShape 38">
            <a:extLst>
              <a:ext uri="{FF2B5EF4-FFF2-40B4-BE49-F238E27FC236}">
                <a16:creationId xmlns:a16="http://schemas.microsoft.com/office/drawing/2014/main" id="{B3AFF0E7-8716-A8DD-3005-E58F21CC0DBC}"/>
              </a:ext>
            </a:extLst>
          </p:cNvPr>
          <p:cNvSpPr>
            <a:spLocks noChangeArrowheads="1"/>
          </p:cNvSpPr>
          <p:nvPr/>
        </p:nvSpPr>
        <p:spPr bwMode="auto">
          <a:xfrm>
            <a:off x="6858000" y="4038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79" name="AutoShape 39">
            <a:extLst>
              <a:ext uri="{FF2B5EF4-FFF2-40B4-BE49-F238E27FC236}">
                <a16:creationId xmlns:a16="http://schemas.microsoft.com/office/drawing/2014/main" id="{038E576B-9075-4B61-A2F6-3E878DF765E8}"/>
              </a:ext>
            </a:extLst>
          </p:cNvPr>
          <p:cNvSpPr>
            <a:spLocks noChangeArrowheads="1"/>
          </p:cNvSpPr>
          <p:nvPr/>
        </p:nvSpPr>
        <p:spPr bwMode="auto">
          <a:xfrm>
            <a:off x="7467600" y="5257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80" name="AutoShape 40">
            <a:extLst>
              <a:ext uri="{FF2B5EF4-FFF2-40B4-BE49-F238E27FC236}">
                <a16:creationId xmlns:a16="http://schemas.microsoft.com/office/drawing/2014/main" id="{F64ED1FE-3482-821D-75B3-D3666178C1C8}"/>
              </a:ext>
            </a:extLst>
          </p:cNvPr>
          <p:cNvSpPr>
            <a:spLocks noChangeArrowheads="1"/>
          </p:cNvSpPr>
          <p:nvPr/>
        </p:nvSpPr>
        <p:spPr bwMode="auto">
          <a:xfrm>
            <a:off x="6629400" y="2590800"/>
            <a:ext cx="152400" cy="152400"/>
          </a:xfrm>
          <a:prstGeom prst="diamond">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81" name="AutoShape 41">
            <a:extLst>
              <a:ext uri="{FF2B5EF4-FFF2-40B4-BE49-F238E27FC236}">
                <a16:creationId xmlns:a16="http://schemas.microsoft.com/office/drawing/2014/main" id="{257CDCAF-E99D-A82A-99C1-27F2BCD3304C}"/>
              </a:ext>
            </a:extLst>
          </p:cNvPr>
          <p:cNvSpPr>
            <a:spLocks noChangeArrowheads="1"/>
          </p:cNvSpPr>
          <p:nvPr/>
        </p:nvSpPr>
        <p:spPr bwMode="auto">
          <a:xfrm>
            <a:off x="3200400" y="46482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82" name="AutoShape 42">
            <a:extLst>
              <a:ext uri="{FF2B5EF4-FFF2-40B4-BE49-F238E27FC236}">
                <a16:creationId xmlns:a16="http://schemas.microsoft.com/office/drawing/2014/main" id="{37AD1DAD-BE7F-0D05-0B60-2C202F8790E1}"/>
              </a:ext>
            </a:extLst>
          </p:cNvPr>
          <p:cNvSpPr>
            <a:spLocks noChangeArrowheads="1"/>
          </p:cNvSpPr>
          <p:nvPr/>
        </p:nvSpPr>
        <p:spPr bwMode="auto">
          <a:xfrm>
            <a:off x="3352800" y="48768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83" name="AutoShape 43">
            <a:extLst>
              <a:ext uri="{FF2B5EF4-FFF2-40B4-BE49-F238E27FC236}">
                <a16:creationId xmlns:a16="http://schemas.microsoft.com/office/drawing/2014/main" id="{8032FB95-AB79-DFCE-8434-7469294AEA55}"/>
              </a:ext>
            </a:extLst>
          </p:cNvPr>
          <p:cNvSpPr>
            <a:spLocks noChangeArrowheads="1"/>
          </p:cNvSpPr>
          <p:nvPr/>
        </p:nvSpPr>
        <p:spPr bwMode="auto">
          <a:xfrm>
            <a:off x="3124200" y="5105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84" name="AutoShape 44">
            <a:extLst>
              <a:ext uri="{FF2B5EF4-FFF2-40B4-BE49-F238E27FC236}">
                <a16:creationId xmlns:a16="http://schemas.microsoft.com/office/drawing/2014/main" id="{AA189079-84A3-4159-634E-2118630C5494}"/>
              </a:ext>
            </a:extLst>
          </p:cNvPr>
          <p:cNvSpPr>
            <a:spLocks noChangeArrowheads="1"/>
          </p:cNvSpPr>
          <p:nvPr/>
        </p:nvSpPr>
        <p:spPr bwMode="auto">
          <a:xfrm>
            <a:off x="2895600" y="44196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85" name="AutoShape 45">
            <a:extLst>
              <a:ext uri="{FF2B5EF4-FFF2-40B4-BE49-F238E27FC236}">
                <a16:creationId xmlns:a16="http://schemas.microsoft.com/office/drawing/2014/main" id="{C1EAC50D-8B32-20DF-5EDC-7B2C2D7A6B5B}"/>
              </a:ext>
            </a:extLst>
          </p:cNvPr>
          <p:cNvSpPr>
            <a:spLocks noChangeArrowheads="1"/>
          </p:cNvSpPr>
          <p:nvPr/>
        </p:nvSpPr>
        <p:spPr bwMode="auto">
          <a:xfrm>
            <a:off x="2895600" y="20574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86" name="AutoShape 46">
            <a:extLst>
              <a:ext uri="{FF2B5EF4-FFF2-40B4-BE49-F238E27FC236}">
                <a16:creationId xmlns:a16="http://schemas.microsoft.com/office/drawing/2014/main" id="{2400CEAB-7466-9171-6F18-3727DA2F2DC5}"/>
              </a:ext>
            </a:extLst>
          </p:cNvPr>
          <p:cNvSpPr>
            <a:spLocks noChangeArrowheads="1"/>
          </p:cNvSpPr>
          <p:nvPr/>
        </p:nvSpPr>
        <p:spPr bwMode="auto">
          <a:xfrm>
            <a:off x="2895600" y="3581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87" name="AutoShape 47">
            <a:extLst>
              <a:ext uri="{FF2B5EF4-FFF2-40B4-BE49-F238E27FC236}">
                <a16:creationId xmlns:a16="http://schemas.microsoft.com/office/drawing/2014/main" id="{DDE4CAA9-E425-14C7-88BD-E2F02FFCF8E3}"/>
              </a:ext>
            </a:extLst>
          </p:cNvPr>
          <p:cNvSpPr>
            <a:spLocks noChangeArrowheads="1"/>
          </p:cNvSpPr>
          <p:nvPr/>
        </p:nvSpPr>
        <p:spPr bwMode="auto">
          <a:xfrm>
            <a:off x="2895600" y="5105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88" name="AutoShape 48">
            <a:extLst>
              <a:ext uri="{FF2B5EF4-FFF2-40B4-BE49-F238E27FC236}">
                <a16:creationId xmlns:a16="http://schemas.microsoft.com/office/drawing/2014/main" id="{DA16F31D-8E8A-8884-D03C-958B9D59543F}"/>
              </a:ext>
            </a:extLst>
          </p:cNvPr>
          <p:cNvSpPr>
            <a:spLocks noChangeArrowheads="1"/>
          </p:cNvSpPr>
          <p:nvPr/>
        </p:nvSpPr>
        <p:spPr bwMode="auto">
          <a:xfrm>
            <a:off x="2438400" y="41148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89" name="AutoShape 49">
            <a:extLst>
              <a:ext uri="{FF2B5EF4-FFF2-40B4-BE49-F238E27FC236}">
                <a16:creationId xmlns:a16="http://schemas.microsoft.com/office/drawing/2014/main" id="{E8FCAB7A-477E-FEC1-6D4E-5A61314FE9C7}"/>
              </a:ext>
            </a:extLst>
          </p:cNvPr>
          <p:cNvSpPr>
            <a:spLocks noChangeArrowheads="1"/>
          </p:cNvSpPr>
          <p:nvPr/>
        </p:nvSpPr>
        <p:spPr bwMode="auto">
          <a:xfrm>
            <a:off x="4572000" y="38100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90" name="AutoShape 50">
            <a:extLst>
              <a:ext uri="{FF2B5EF4-FFF2-40B4-BE49-F238E27FC236}">
                <a16:creationId xmlns:a16="http://schemas.microsoft.com/office/drawing/2014/main" id="{A97655D7-171B-DBDD-3245-67ED4F013F19}"/>
              </a:ext>
            </a:extLst>
          </p:cNvPr>
          <p:cNvSpPr>
            <a:spLocks noChangeArrowheads="1"/>
          </p:cNvSpPr>
          <p:nvPr/>
        </p:nvSpPr>
        <p:spPr bwMode="auto">
          <a:xfrm>
            <a:off x="6705600" y="1828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91" name="AutoShape 51">
            <a:extLst>
              <a:ext uri="{FF2B5EF4-FFF2-40B4-BE49-F238E27FC236}">
                <a16:creationId xmlns:a16="http://schemas.microsoft.com/office/drawing/2014/main" id="{17759109-4F25-90CF-1111-70DB504513F4}"/>
              </a:ext>
            </a:extLst>
          </p:cNvPr>
          <p:cNvSpPr>
            <a:spLocks noChangeArrowheads="1"/>
          </p:cNvSpPr>
          <p:nvPr/>
        </p:nvSpPr>
        <p:spPr bwMode="auto">
          <a:xfrm>
            <a:off x="7162800" y="19050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92" name="AutoShape 52">
            <a:extLst>
              <a:ext uri="{FF2B5EF4-FFF2-40B4-BE49-F238E27FC236}">
                <a16:creationId xmlns:a16="http://schemas.microsoft.com/office/drawing/2014/main" id="{F8136DD5-F01A-8682-FC92-F161C7995C53}"/>
              </a:ext>
            </a:extLst>
          </p:cNvPr>
          <p:cNvSpPr>
            <a:spLocks noChangeArrowheads="1"/>
          </p:cNvSpPr>
          <p:nvPr/>
        </p:nvSpPr>
        <p:spPr bwMode="auto">
          <a:xfrm>
            <a:off x="7010400" y="20574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93" name="AutoShape 53">
            <a:extLst>
              <a:ext uri="{FF2B5EF4-FFF2-40B4-BE49-F238E27FC236}">
                <a16:creationId xmlns:a16="http://schemas.microsoft.com/office/drawing/2014/main" id="{743A5C21-BC14-FEFC-4638-21ACD847FE5A}"/>
              </a:ext>
            </a:extLst>
          </p:cNvPr>
          <p:cNvSpPr>
            <a:spLocks noChangeArrowheads="1"/>
          </p:cNvSpPr>
          <p:nvPr/>
        </p:nvSpPr>
        <p:spPr bwMode="auto">
          <a:xfrm>
            <a:off x="6858000" y="2209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94" name="AutoShape 54">
            <a:extLst>
              <a:ext uri="{FF2B5EF4-FFF2-40B4-BE49-F238E27FC236}">
                <a16:creationId xmlns:a16="http://schemas.microsoft.com/office/drawing/2014/main" id="{F4488520-FAB7-B9BD-E9E9-E0A39762D0E5}"/>
              </a:ext>
            </a:extLst>
          </p:cNvPr>
          <p:cNvSpPr>
            <a:spLocks noChangeArrowheads="1"/>
          </p:cNvSpPr>
          <p:nvPr/>
        </p:nvSpPr>
        <p:spPr bwMode="auto">
          <a:xfrm>
            <a:off x="7162800" y="23622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95" name="AutoShape 55">
            <a:extLst>
              <a:ext uri="{FF2B5EF4-FFF2-40B4-BE49-F238E27FC236}">
                <a16:creationId xmlns:a16="http://schemas.microsoft.com/office/drawing/2014/main" id="{CE752DDB-0E4B-AAF2-1E7E-5DEAC863CFAF}"/>
              </a:ext>
            </a:extLst>
          </p:cNvPr>
          <p:cNvSpPr>
            <a:spLocks noChangeArrowheads="1"/>
          </p:cNvSpPr>
          <p:nvPr/>
        </p:nvSpPr>
        <p:spPr bwMode="auto">
          <a:xfrm>
            <a:off x="7467600" y="27432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96" name="AutoShape 56">
            <a:extLst>
              <a:ext uri="{FF2B5EF4-FFF2-40B4-BE49-F238E27FC236}">
                <a16:creationId xmlns:a16="http://schemas.microsoft.com/office/drawing/2014/main" id="{060B660D-FD59-749F-FCF2-E710913F3569}"/>
              </a:ext>
            </a:extLst>
          </p:cNvPr>
          <p:cNvSpPr>
            <a:spLocks noChangeArrowheads="1"/>
          </p:cNvSpPr>
          <p:nvPr/>
        </p:nvSpPr>
        <p:spPr bwMode="auto">
          <a:xfrm>
            <a:off x="5715000" y="1828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97" name="AutoShape 57">
            <a:extLst>
              <a:ext uri="{FF2B5EF4-FFF2-40B4-BE49-F238E27FC236}">
                <a16:creationId xmlns:a16="http://schemas.microsoft.com/office/drawing/2014/main" id="{EDF604BA-236C-8B14-3808-E34AF77CD919}"/>
              </a:ext>
            </a:extLst>
          </p:cNvPr>
          <p:cNvSpPr>
            <a:spLocks noChangeArrowheads="1"/>
          </p:cNvSpPr>
          <p:nvPr/>
        </p:nvSpPr>
        <p:spPr bwMode="auto">
          <a:xfrm>
            <a:off x="6019800" y="32766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98" name="AutoShape 58">
            <a:extLst>
              <a:ext uri="{FF2B5EF4-FFF2-40B4-BE49-F238E27FC236}">
                <a16:creationId xmlns:a16="http://schemas.microsoft.com/office/drawing/2014/main" id="{9BA1C435-9F95-B310-A789-4BC7C0501631}"/>
              </a:ext>
            </a:extLst>
          </p:cNvPr>
          <p:cNvSpPr>
            <a:spLocks noChangeArrowheads="1"/>
          </p:cNvSpPr>
          <p:nvPr/>
        </p:nvSpPr>
        <p:spPr bwMode="auto">
          <a:xfrm>
            <a:off x="6019800" y="4800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8999" name="AutoShape 59">
            <a:extLst>
              <a:ext uri="{FF2B5EF4-FFF2-40B4-BE49-F238E27FC236}">
                <a16:creationId xmlns:a16="http://schemas.microsoft.com/office/drawing/2014/main" id="{230B6CB7-8641-BCE0-17FD-62B9CE7FAAB1}"/>
              </a:ext>
            </a:extLst>
          </p:cNvPr>
          <p:cNvSpPr>
            <a:spLocks noChangeArrowheads="1"/>
          </p:cNvSpPr>
          <p:nvPr/>
        </p:nvSpPr>
        <p:spPr bwMode="auto">
          <a:xfrm>
            <a:off x="6400800" y="5105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000" name="AutoShape 60">
            <a:extLst>
              <a:ext uri="{FF2B5EF4-FFF2-40B4-BE49-F238E27FC236}">
                <a16:creationId xmlns:a16="http://schemas.microsoft.com/office/drawing/2014/main" id="{68182B58-BA74-61AD-646C-355BE1297AF9}"/>
              </a:ext>
            </a:extLst>
          </p:cNvPr>
          <p:cNvSpPr>
            <a:spLocks noChangeArrowheads="1"/>
          </p:cNvSpPr>
          <p:nvPr/>
        </p:nvSpPr>
        <p:spPr bwMode="auto">
          <a:xfrm>
            <a:off x="6781800" y="4343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001" name="AutoShape 61">
            <a:extLst>
              <a:ext uri="{FF2B5EF4-FFF2-40B4-BE49-F238E27FC236}">
                <a16:creationId xmlns:a16="http://schemas.microsoft.com/office/drawing/2014/main" id="{3B1B98F0-4322-41F0-245D-7E2BCFD56DB9}"/>
              </a:ext>
            </a:extLst>
          </p:cNvPr>
          <p:cNvSpPr>
            <a:spLocks noChangeArrowheads="1"/>
          </p:cNvSpPr>
          <p:nvPr/>
        </p:nvSpPr>
        <p:spPr bwMode="auto">
          <a:xfrm>
            <a:off x="5943600" y="3733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002" name="AutoShape 62">
            <a:extLst>
              <a:ext uri="{FF2B5EF4-FFF2-40B4-BE49-F238E27FC236}">
                <a16:creationId xmlns:a16="http://schemas.microsoft.com/office/drawing/2014/main" id="{8131BAD0-5E78-B130-C674-CCFE6024321E}"/>
              </a:ext>
            </a:extLst>
          </p:cNvPr>
          <p:cNvSpPr>
            <a:spLocks noChangeArrowheads="1"/>
          </p:cNvSpPr>
          <p:nvPr/>
        </p:nvSpPr>
        <p:spPr bwMode="auto">
          <a:xfrm>
            <a:off x="5181600" y="41910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003" name="AutoShape 63">
            <a:extLst>
              <a:ext uri="{FF2B5EF4-FFF2-40B4-BE49-F238E27FC236}">
                <a16:creationId xmlns:a16="http://schemas.microsoft.com/office/drawing/2014/main" id="{B53592AF-1A18-3632-D108-24E5A35169F4}"/>
              </a:ext>
            </a:extLst>
          </p:cNvPr>
          <p:cNvSpPr>
            <a:spLocks noChangeArrowheads="1"/>
          </p:cNvSpPr>
          <p:nvPr/>
        </p:nvSpPr>
        <p:spPr bwMode="auto">
          <a:xfrm>
            <a:off x="7162800" y="4648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004" name="AutoShape 64">
            <a:extLst>
              <a:ext uri="{FF2B5EF4-FFF2-40B4-BE49-F238E27FC236}">
                <a16:creationId xmlns:a16="http://schemas.microsoft.com/office/drawing/2014/main" id="{FAA4E28C-6EB3-E690-F746-84C6F282A34F}"/>
              </a:ext>
            </a:extLst>
          </p:cNvPr>
          <p:cNvSpPr>
            <a:spLocks noChangeArrowheads="1"/>
          </p:cNvSpPr>
          <p:nvPr/>
        </p:nvSpPr>
        <p:spPr bwMode="auto">
          <a:xfrm>
            <a:off x="7010400" y="5029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005" name="AutoShape 65">
            <a:extLst>
              <a:ext uri="{FF2B5EF4-FFF2-40B4-BE49-F238E27FC236}">
                <a16:creationId xmlns:a16="http://schemas.microsoft.com/office/drawing/2014/main" id="{8F36D79A-6A32-367F-AB6C-4EF11E885EAC}"/>
              </a:ext>
            </a:extLst>
          </p:cNvPr>
          <p:cNvSpPr>
            <a:spLocks noChangeArrowheads="1"/>
          </p:cNvSpPr>
          <p:nvPr/>
        </p:nvSpPr>
        <p:spPr bwMode="auto">
          <a:xfrm>
            <a:off x="6858000" y="4038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006" name="AutoShape 66">
            <a:extLst>
              <a:ext uri="{FF2B5EF4-FFF2-40B4-BE49-F238E27FC236}">
                <a16:creationId xmlns:a16="http://schemas.microsoft.com/office/drawing/2014/main" id="{20774D7F-E07A-831B-B347-31A1945576C1}"/>
              </a:ext>
            </a:extLst>
          </p:cNvPr>
          <p:cNvSpPr>
            <a:spLocks noChangeArrowheads="1"/>
          </p:cNvSpPr>
          <p:nvPr/>
        </p:nvSpPr>
        <p:spPr bwMode="auto">
          <a:xfrm>
            <a:off x="7467600" y="5257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007" name="AutoShape 67">
            <a:extLst>
              <a:ext uri="{FF2B5EF4-FFF2-40B4-BE49-F238E27FC236}">
                <a16:creationId xmlns:a16="http://schemas.microsoft.com/office/drawing/2014/main" id="{9DC25D1F-4C79-FA66-A925-CDB62A94B7CC}"/>
              </a:ext>
            </a:extLst>
          </p:cNvPr>
          <p:cNvSpPr>
            <a:spLocks noChangeArrowheads="1"/>
          </p:cNvSpPr>
          <p:nvPr/>
        </p:nvSpPr>
        <p:spPr bwMode="auto">
          <a:xfrm>
            <a:off x="6629400" y="2590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 name="TextBox 2">
            <a:extLst>
              <a:ext uri="{FF2B5EF4-FFF2-40B4-BE49-F238E27FC236}">
                <a16:creationId xmlns:a16="http://schemas.microsoft.com/office/drawing/2014/main" id="{F7E0E4C2-B84E-C401-D566-99F795103849}"/>
              </a:ext>
            </a:extLst>
          </p:cNvPr>
          <p:cNvSpPr txBox="1"/>
          <p:nvPr/>
        </p:nvSpPr>
        <p:spPr>
          <a:xfrm>
            <a:off x="76200" y="5791200"/>
            <a:ext cx="9067800" cy="1107996"/>
          </a:xfrm>
          <a:prstGeom prst="rect">
            <a:avLst/>
          </a:prstGeom>
          <a:noFill/>
        </p:spPr>
        <p:txBody>
          <a:bodyPr wrap="square">
            <a:spAutoFit/>
          </a:bodyPr>
          <a:lstStyle/>
          <a:p>
            <a:r>
              <a:rPr lang="en-US" altLang="en-US" sz="2200" dirty="0">
                <a:solidFill>
                  <a:srgbClr val="FF0000"/>
                </a:solidFill>
                <a:latin typeface="Times New Roman"/>
                <a:cs typeface="Times New Roman"/>
              </a:rPr>
              <a:t>Re-estimate/Update the </a:t>
            </a:r>
            <a:r>
              <a:rPr lang="en-US" altLang="en-US" sz="2200" i="1" dirty="0">
                <a:solidFill>
                  <a:srgbClr val="FF0000"/>
                </a:solidFill>
                <a:latin typeface="Times New Roman"/>
                <a:cs typeface="Times New Roman"/>
              </a:rPr>
              <a:t>k</a:t>
            </a:r>
            <a:r>
              <a:rPr lang="en-US" altLang="en-US" sz="2200" dirty="0">
                <a:solidFill>
                  <a:srgbClr val="FF0000"/>
                </a:solidFill>
                <a:latin typeface="Times New Roman"/>
                <a:cs typeface="Times New Roman"/>
              </a:rPr>
              <a:t> cluster centers, by assuming the memberships found above are correct by measuring the mean position/coordinate of the data samples</a:t>
            </a:r>
            <a:endParaRPr lang="en-US" sz="2200" dirty="0">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5">
            <a:extLst>
              <a:ext uri="{FF2B5EF4-FFF2-40B4-BE49-F238E27FC236}">
                <a16:creationId xmlns:a16="http://schemas.microsoft.com/office/drawing/2014/main" id="{C351DC0F-961B-CDE8-A239-E1ACD25011F9}"/>
              </a:ext>
            </a:extLst>
          </p:cNvPr>
          <p:cNvSpPr>
            <a:spLocks noChangeArrowheads="1"/>
          </p:cNvSpPr>
          <p:nvPr/>
        </p:nvSpPr>
        <p:spPr bwMode="auto">
          <a:xfrm>
            <a:off x="1122363" y="1198563"/>
            <a:ext cx="6989762" cy="54816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39" name="Rectangle 46">
            <a:extLst>
              <a:ext uri="{FF2B5EF4-FFF2-40B4-BE49-F238E27FC236}">
                <a16:creationId xmlns:a16="http://schemas.microsoft.com/office/drawing/2014/main" id="{D73C23A0-7125-649D-A688-5D2C9CBF1FA9}"/>
              </a:ext>
            </a:extLst>
          </p:cNvPr>
          <p:cNvSpPr>
            <a:spLocks noChangeArrowheads="1"/>
          </p:cNvSpPr>
          <p:nvPr/>
        </p:nvSpPr>
        <p:spPr bwMode="auto">
          <a:xfrm>
            <a:off x="2071688" y="1465263"/>
            <a:ext cx="5867400" cy="40767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40" name="Line 47">
            <a:extLst>
              <a:ext uri="{FF2B5EF4-FFF2-40B4-BE49-F238E27FC236}">
                <a16:creationId xmlns:a16="http://schemas.microsoft.com/office/drawing/2014/main" id="{73E4617E-0196-0316-AC0D-38884F10A552}"/>
              </a:ext>
            </a:extLst>
          </p:cNvPr>
          <p:cNvSpPr>
            <a:spLocks noChangeShapeType="1"/>
          </p:cNvSpPr>
          <p:nvPr/>
        </p:nvSpPr>
        <p:spPr bwMode="auto">
          <a:xfrm>
            <a:off x="2071688" y="4724400"/>
            <a:ext cx="58674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1" name="Line 48">
            <a:extLst>
              <a:ext uri="{FF2B5EF4-FFF2-40B4-BE49-F238E27FC236}">
                <a16:creationId xmlns:a16="http://schemas.microsoft.com/office/drawing/2014/main" id="{608FB438-1FD0-EF70-B38E-043564721C6E}"/>
              </a:ext>
            </a:extLst>
          </p:cNvPr>
          <p:cNvSpPr>
            <a:spLocks noChangeShapeType="1"/>
          </p:cNvSpPr>
          <p:nvPr/>
        </p:nvSpPr>
        <p:spPr bwMode="auto">
          <a:xfrm>
            <a:off x="2071688" y="3908425"/>
            <a:ext cx="58674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2" name="Line 49">
            <a:extLst>
              <a:ext uri="{FF2B5EF4-FFF2-40B4-BE49-F238E27FC236}">
                <a16:creationId xmlns:a16="http://schemas.microsoft.com/office/drawing/2014/main" id="{07E749C1-1350-8F14-543A-D79BB35597D2}"/>
              </a:ext>
            </a:extLst>
          </p:cNvPr>
          <p:cNvSpPr>
            <a:spLocks noChangeShapeType="1"/>
          </p:cNvSpPr>
          <p:nvPr/>
        </p:nvSpPr>
        <p:spPr bwMode="auto">
          <a:xfrm>
            <a:off x="2071688" y="3098800"/>
            <a:ext cx="58674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3" name="Line 50">
            <a:extLst>
              <a:ext uri="{FF2B5EF4-FFF2-40B4-BE49-F238E27FC236}">
                <a16:creationId xmlns:a16="http://schemas.microsoft.com/office/drawing/2014/main" id="{09A68E5D-2270-33B4-2879-013A17412520}"/>
              </a:ext>
            </a:extLst>
          </p:cNvPr>
          <p:cNvSpPr>
            <a:spLocks noChangeShapeType="1"/>
          </p:cNvSpPr>
          <p:nvPr/>
        </p:nvSpPr>
        <p:spPr bwMode="auto">
          <a:xfrm>
            <a:off x="2071688" y="2281238"/>
            <a:ext cx="58674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4" name="Line 51">
            <a:extLst>
              <a:ext uri="{FF2B5EF4-FFF2-40B4-BE49-F238E27FC236}">
                <a16:creationId xmlns:a16="http://schemas.microsoft.com/office/drawing/2014/main" id="{6AE89111-2C06-1C97-9C00-4B055AFC0818}"/>
              </a:ext>
            </a:extLst>
          </p:cNvPr>
          <p:cNvSpPr>
            <a:spLocks noChangeShapeType="1"/>
          </p:cNvSpPr>
          <p:nvPr/>
        </p:nvSpPr>
        <p:spPr bwMode="auto">
          <a:xfrm>
            <a:off x="2071688" y="1465263"/>
            <a:ext cx="58674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5" name="Rectangle 52">
            <a:extLst>
              <a:ext uri="{FF2B5EF4-FFF2-40B4-BE49-F238E27FC236}">
                <a16:creationId xmlns:a16="http://schemas.microsoft.com/office/drawing/2014/main" id="{3FD8F005-1254-6BD3-D781-94CDDF410C68}"/>
              </a:ext>
            </a:extLst>
          </p:cNvPr>
          <p:cNvSpPr>
            <a:spLocks noChangeArrowheads="1"/>
          </p:cNvSpPr>
          <p:nvPr/>
        </p:nvSpPr>
        <p:spPr bwMode="auto">
          <a:xfrm>
            <a:off x="2071688" y="1465263"/>
            <a:ext cx="5867400" cy="4076700"/>
          </a:xfrm>
          <a:prstGeom prst="rect">
            <a:avLst/>
          </a:prstGeom>
          <a:noFill/>
          <a:ln w="7938">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46" name="Line 53">
            <a:extLst>
              <a:ext uri="{FF2B5EF4-FFF2-40B4-BE49-F238E27FC236}">
                <a16:creationId xmlns:a16="http://schemas.microsoft.com/office/drawing/2014/main" id="{70F9FCF4-741F-078C-B367-D49122260F79}"/>
              </a:ext>
            </a:extLst>
          </p:cNvPr>
          <p:cNvSpPr>
            <a:spLocks noChangeShapeType="1"/>
          </p:cNvSpPr>
          <p:nvPr/>
        </p:nvSpPr>
        <p:spPr bwMode="auto">
          <a:xfrm>
            <a:off x="2071688" y="1465263"/>
            <a:ext cx="1587" cy="4076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7" name="Line 54">
            <a:extLst>
              <a:ext uri="{FF2B5EF4-FFF2-40B4-BE49-F238E27FC236}">
                <a16:creationId xmlns:a16="http://schemas.microsoft.com/office/drawing/2014/main" id="{465A013C-67AD-DB9E-5D74-3F0CFBC3F48E}"/>
              </a:ext>
            </a:extLst>
          </p:cNvPr>
          <p:cNvSpPr>
            <a:spLocks noChangeShapeType="1"/>
          </p:cNvSpPr>
          <p:nvPr/>
        </p:nvSpPr>
        <p:spPr bwMode="auto">
          <a:xfrm>
            <a:off x="2001838" y="5541963"/>
            <a:ext cx="69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8" name="Line 55">
            <a:extLst>
              <a:ext uri="{FF2B5EF4-FFF2-40B4-BE49-F238E27FC236}">
                <a16:creationId xmlns:a16="http://schemas.microsoft.com/office/drawing/2014/main" id="{22E73B67-F2DA-077F-9551-A02E75803E37}"/>
              </a:ext>
            </a:extLst>
          </p:cNvPr>
          <p:cNvSpPr>
            <a:spLocks noChangeShapeType="1"/>
          </p:cNvSpPr>
          <p:nvPr/>
        </p:nvSpPr>
        <p:spPr bwMode="auto">
          <a:xfrm>
            <a:off x="2001838" y="4724400"/>
            <a:ext cx="69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9" name="Line 56">
            <a:extLst>
              <a:ext uri="{FF2B5EF4-FFF2-40B4-BE49-F238E27FC236}">
                <a16:creationId xmlns:a16="http://schemas.microsoft.com/office/drawing/2014/main" id="{33FA3BD2-7100-59DF-F6B0-13FF75A946FE}"/>
              </a:ext>
            </a:extLst>
          </p:cNvPr>
          <p:cNvSpPr>
            <a:spLocks noChangeShapeType="1"/>
          </p:cNvSpPr>
          <p:nvPr/>
        </p:nvSpPr>
        <p:spPr bwMode="auto">
          <a:xfrm>
            <a:off x="2001838" y="3908425"/>
            <a:ext cx="69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0" name="Line 57">
            <a:extLst>
              <a:ext uri="{FF2B5EF4-FFF2-40B4-BE49-F238E27FC236}">
                <a16:creationId xmlns:a16="http://schemas.microsoft.com/office/drawing/2014/main" id="{1EE5CA33-A089-2B66-2052-8B1184D15354}"/>
              </a:ext>
            </a:extLst>
          </p:cNvPr>
          <p:cNvSpPr>
            <a:spLocks noChangeShapeType="1"/>
          </p:cNvSpPr>
          <p:nvPr/>
        </p:nvSpPr>
        <p:spPr bwMode="auto">
          <a:xfrm>
            <a:off x="2001838" y="3098800"/>
            <a:ext cx="69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1" name="Line 58">
            <a:extLst>
              <a:ext uri="{FF2B5EF4-FFF2-40B4-BE49-F238E27FC236}">
                <a16:creationId xmlns:a16="http://schemas.microsoft.com/office/drawing/2014/main" id="{5512A3A1-6BBC-2C57-771F-BB59C57F9EFB}"/>
              </a:ext>
            </a:extLst>
          </p:cNvPr>
          <p:cNvSpPr>
            <a:spLocks noChangeShapeType="1"/>
          </p:cNvSpPr>
          <p:nvPr/>
        </p:nvSpPr>
        <p:spPr bwMode="auto">
          <a:xfrm>
            <a:off x="2001838" y="2281238"/>
            <a:ext cx="69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2" name="Line 59">
            <a:extLst>
              <a:ext uri="{FF2B5EF4-FFF2-40B4-BE49-F238E27FC236}">
                <a16:creationId xmlns:a16="http://schemas.microsoft.com/office/drawing/2014/main" id="{44AEB50E-73E3-9F88-7C63-154A041FCD12}"/>
              </a:ext>
            </a:extLst>
          </p:cNvPr>
          <p:cNvSpPr>
            <a:spLocks noChangeShapeType="1"/>
          </p:cNvSpPr>
          <p:nvPr/>
        </p:nvSpPr>
        <p:spPr bwMode="auto">
          <a:xfrm>
            <a:off x="2001838" y="1465263"/>
            <a:ext cx="69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3" name="Line 60">
            <a:extLst>
              <a:ext uri="{FF2B5EF4-FFF2-40B4-BE49-F238E27FC236}">
                <a16:creationId xmlns:a16="http://schemas.microsoft.com/office/drawing/2014/main" id="{6F0E2689-0BDF-36B6-4638-15BA495B53AB}"/>
              </a:ext>
            </a:extLst>
          </p:cNvPr>
          <p:cNvSpPr>
            <a:spLocks noChangeShapeType="1"/>
          </p:cNvSpPr>
          <p:nvPr/>
        </p:nvSpPr>
        <p:spPr bwMode="auto">
          <a:xfrm>
            <a:off x="2071688" y="5541963"/>
            <a:ext cx="58674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4" name="Line 61">
            <a:extLst>
              <a:ext uri="{FF2B5EF4-FFF2-40B4-BE49-F238E27FC236}">
                <a16:creationId xmlns:a16="http://schemas.microsoft.com/office/drawing/2014/main" id="{0F26AFA8-71F6-80BD-3E1F-5AD01A477240}"/>
              </a:ext>
            </a:extLst>
          </p:cNvPr>
          <p:cNvSpPr>
            <a:spLocks noChangeShapeType="1"/>
          </p:cNvSpPr>
          <p:nvPr/>
        </p:nvSpPr>
        <p:spPr bwMode="auto">
          <a:xfrm flipV="1">
            <a:off x="2071688"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5" name="Line 62">
            <a:extLst>
              <a:ext uri="{FF2B5EF4-FFF2-40B4-BE49-F238E27FC236}">
                <a16:creationId xmlns:a16="http://schemas.microsoft.com/office/drawing/2014/main" id="{1D9E85F5-048C-E1F6-F472-12355560CAC8}"/>
              </a:ext>
            </a:extLst>
          </p:cNvPr>
          <p:cNvSpPr>
            <a:spLocks noChangeShapeType="1"/>
          </p:cNvSpPr>
          <p:nvPr/>
        </p:nvSpPr>
        <p:spPr bwMode="auto">
          <a:xfrm flipV="1">
            <a:off x="3243263"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6" name="Line 63">
            <a:extLst>
              <a:ext uri="{FF2B5EF4-FFF2-40B4-BE49-F238E27FC236}">
                <a16:creationId xmlns:a16="http://schemas.microsoft.com/office/drawing/2014/main" id="{0B4815C2-AC43-E5DF-70D6-BDD4633A612F}"/>
              </a:ext>
            </a:extLst>
          </p:cNvPr>
          <p:cNvSpPr>
            <a:spLocks noChangeShapeType="1"/>
          </p:cNvSpPr>
          <p:nvPr/>
        </p:nvSpPr>
        <p:spPr bwMode="auto">
          <a:xfrm flipV="1">
            <a:off x="4421188"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7" name="Line 64">
            <a:extLst>
              <a:ext uri="{FF2B5EF4-FFF2-40B4-BE49-F238E27FC236}">
                <a16:creationId xmlns:a16="http://schemas.microsoft.com/office/drawing/2014/main" id="{C3708A28-A3A7-E518-538E-A1157FBEA6AC}"/>
              </a:ext>
            </a:extLst>
          </p:cNvPr>
          <p:cNvSpPr>
            <a:spLocks noChangeShapeType="1"/>
          </p:cNvSpPr>
          <p:nvPr/>
        </p:nvSpPr>
        <p:spPr bwMode="auto">
          <a:xfrm flipV="1">
            <a:off x="5591175" y="5541963"/>
            <a:ext cx="1588"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8" name="Line 65">
            <a:extLst>
              <a:ext uri="{FF2B5EF4-FFF2-40B4-BE49-F238E27FC236}">
                <a16:creationId xmlns:a16="http://schemas.microsoft.com/office/drawing/2014/main" id="{32E11490-0B08-B76F-C2C1-581570B70B1E}"/>
              </a:ext>
            </a:extLst>
          </p:cNvPr>
          <p:cNvSpPr>
            <a:spLocks noChangeShapeType="1"/>
          </p:cNvSpPr>
          <p:nvPr/>
        </p:nvSpPr>
        <p:spPr bwMode="auto">
          <a:xfrm flipV="1">
            <a:off x="6769100" y="5541963"/>
            <a:ext cx="1588"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9" name="Line 66">
            <a:extLst>
              <a:ext uri="{FF2B5EF4-FFF2-40B4-BE49-F238E27FC236}">
                <a16:creationId xmlns:a16="http://schemas.microsoft.com/office/drawing/2014/main" id="{0284204C-5F3A-C5D7-5DDB-670C8DA59CE6}"/>
              </a:ext>
            </a:extLst>
          </p:cNvPr>
          <p:cNvSpPr>
            <a:spLocks noChangeShapeType="1"/>
          </p:cNvSpPr>
          <p:nvPr/>
        </p:nvSpPr>
        <p:spPr bwMode="auto">
          <a:xfrm flipV="1">
            <a:off x="7939088" y="5541963"/>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60" name="Freeform 67">
            <a:extLst>
              <a:ext uri="{FF2B5EF4-FFF2-40B4-BE49-F238E27FC236}">
                <a16:creationId xmlns:a16="http://schemas.microsoft.com/office/drawing/2014/main" id="{A42C9399-1D7D-954C-0F99-12337C4F5602}"/>
              </a:ext>
            </a:extLst>
          </p:cNvPr>
          <p:cNvSpPr>
            <a:spLocks/>
          </p:cNvSpPr>
          <p:nvPr/>
        </p:nvSpPr>
        <p:spPr bwMode="auto">
          <a:xfrm>
            <a:off x="3179763" y="4662488"/>
            <a:ext cx="125412" cy="125412"/>
          </a:xfrm>
          <a:custGeom>
            <a:avLst/>
            <a:gdLst>
              <a:gd name="T0" fmla="*/ 63500 w 79"/>
              <a:gd name="T1" fmla="*/ 0 h 79"/>
              <a:gd name="T2" fmla="*/ 125412 w 79"/>
              <a:gd name="T3" fmla="*/ 61912 h 79"/>
              <a:gd name="T4" fmla="*/ 63500 w 79"/>
              <a:gd name="T5" fmla="*/ 125412 h 79"/>
              <a:gd name="T6" fmla="*/ 0 w 79"/>
              <a:gd name="T7" fmla="*/ 61912 h 79"/>
              <a:gd name="T8" fmla="*/ 63500 w 79"/>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79">
                <a:moveTo>
                  <a:pt x="40" y="0"/>
                </a:moveTo>
                <a:lnTo>
                  <a:pt x="79" y="39"/>
                </a:lnTo>
                <a:lnTo>
                  <a:pt x="40" y="79"/>
                </a:lnTo>
                <a:lnTo>
                  <a:pt x="0" y="39"/>
                </a:lnTo>
                <a:lnTo>
                  <a:pt x="40" y="0"/>
                </a:lnTo>
                <a:close/>
              </a:path>
            </a:pathLst>
          </a:custGeom>
          <a:solidFill>
            <a:srgbClr val="000080"/>
          </a:solidFill>
          <a:ln w="7938">
            <a:solidFill>
              <a:srgbClr val="000080"/>
            </a:solidFill>
            <a:prstDash val="solid"/>
            <a:round/>
            <a:headEnd/>
            <a:tailEnd/>
          </a:ln>
        </p:spPr>
        <p:txBody>
          <a:bodyPr/>
          <a:lstStyle/>
          <a:p>
            <a:endParaRPr lang="en-US"/>
          </a:p>
        </p:txBody>
      </p:sp>
      <p:sp>
        <p:nvSpPr>
          <p:cNvPr id="39961" name="Rectangle 68">
            <a:extLst>
              <a:ext uri="{FF2B5EF4-FFF2-40B4-BE49-F238E27FC236}">
                <a16:creationId xmlns:a16="http://schemas.microsoft.com/office/drawing/2014/main" id="{A77F34C2-8D97-EA49-3C79-6F3AD174C755}"/>
              </a:ext>
            </a:extLst>
          </p:cNvPr>
          <p:cNvSpPr>
            <a:spLocks noChangeArrowheads="1"/>
          </p:cNvSpPr>
          <p:nvPr/>
        </p:nvSpPr>
        <p:spPr bwMode="auto">
          <a:xfrm>
            <a:off x="1781175" y="5416550"/>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0</a:t>
            </a:r>
            <a:endParaRPr lang="en-US" altLang="en-US"/>
          </a:p>
        </p:txBody>
      </p:sp>
      <p:sp>
        <p:nvSpPr>
          <p:cNvPr id="39962" name="Rectangle 69">
            <a:extLst>
              <a:ext uri="{FF2B5EF4-FFF2-40B4-BE49-F238E27FC236}">
                <a16:creationId xmlns:a16="http://schemas.microsoft.com/office/drawing/2014/main" id="{82A3DB66-A3A5-B6A1-8CEC-3A40A135E8ED}"/>
              </a:ext>
            </a:extLst>
          </p:cNvPr>
          <p:cNvSpPr>
            <a:spLocks noChangeArrowheads="1"/>
          </p:cNvSpPr>
          <p:nvPr/>
        </p:nvSpPr>
        <p:spPr bwMode="auto">
          <a:xfrm>
            <a:off x="1781175" y="4598988"/>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1</a:t>
            </a:r>
            <a:endParaRPr lang="en-US" altLang="en-US"/>
          </a:p>
        </p:txBody>
      </p:sp>
      <p:sp>
        <p:nvSpPr>
          <p:cNvPr id="39963" name="Rectangle 70">
            <a:extLst>
              <a:ext uri="{FF2B5EF4-FFF2-40B4-BE49-F238E27FC236}">
                <a16:creationId xmlns:a16="http://schemas.microsoft.com/office/drawing/2014/main" id="{E1FD6A6F-7A0C-BD0D-2C11-1AAD365E0DB1}"/>
              </a:ext>
            </a:extLst>
          </p:cNvPr>
          <p:cNvSpPr>
            <a:spLocks noChangeArrowheads="1"/>
          </p:cNvSpPr>
          <p:nvPr/>
        </p:nvSpPr>
        <p:spPr bwMode="auto">
          <a:xfrm>
            <a:off x="1781175" y="37830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2</a:t>
            </a:r>
            <a:endParaRPr lang="en-US" altLang="en-US"/>
          </a:p>
        </p:txBody>
      </p:sp>
      <p:sp>
        <p:nvSpPr>
          <p:cNvPr id="39964" name="Rectangle 71">
            <a:extLst>
              <a:ext uri="{FF2B5EF4-FFF2-40B4-BE49-F238E27FC236}">
                <a16:creationId xmlns:a16="http://schemas.microsoft.com/office/drawing/2014/main" id="{8B6EE95C-479B-6C67-916F-5041D87D9010}"/>
              </a:ext>
            </a:extLst>
          </p:cNvPr>
          <p:cNvSpPr>
            <a:spLocks noChangeArrowheads="1"/>
          </p:cNvSpPr>
          <p:nvPr/>
        </p:nvSpPr>
        <p:spPr bwMode="auto">
          <a:xfrm>
            <a:off x="1781175" y="2973388"/>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3</a:t>
            </a:r>
            <a:endParaRPr lang="en-US" altLang="en-US"/>
          </a:p>
        </p:txBody>
      </p:sp>
      <p:sp>
        <p:nvSpPr>
          <p:cNvPr id="39965" name="Rectangle 72">
            <a:extLst>
              <a:ext uri="{FF2B5EF4-FFF2-40B4-BE49-F238E27FC236}">
                <a16:creationId xmlns:a16="http://schemas.microsoft.com/office/drawing/2014/main" id="{CE620D0D-4BD1-A751-BFBD-3EFE906E31C4}"/>
              </a:ext>
            </a:extLst>
          </p:cNvPr>
          <p:cNvSpPr>
            <a:spLocks noChangeArrowheads="1"/>
          </p:cNvSpPr>
          <p:nvPr/>
        </p:nvSpPr>
        <p:spPr bwMode="auto">
          <a:xfrm>
            <a:off x="1781175" y="2155825"/>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4</a:t>
            </a:r>
            <a:endParaRPr lang="en-US" altLang="en-US"/>
          </a:p>
        </p:txBody>
      </p:sp>
      <p:sp>
        <p:nvSpPr>
          <p:cNvPr id="39966" name="Rectangle 73">
            <a:extLst>
              <a:ext uri="{FF2B5EF4-FFF2-40B4-BE49-F238E27FC236}">
                <a16:creationId xmlns:a16="http://schemas.microsoft.com/office/drawing/2014/main" id="{FF088916-3D06-7830-3EB1-681DC44AA22F}"/>
              </a:ext>
            </a:extLst>
          </p:cNvPr>
          <p:cNvSpPr>
            <a:spLocks noChangeArrowheads="1"/>
          </p:cNvSpPr>
          <p:nvPr/>
        </p:nvSpPr>
        <p:spPr bwMode="auto">
          <a:xfrm>
            <a:off x="1781175" y="1339850"/>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5</a:t>
            </a:r>
            <a:endParaRPr lang="en-US" altLang="en-US"/>
          </a:p>
        </p:txBody>
      </p:sp>
      <p:sp>
        <p:nvSpPr>
          <p:cNvPr id="39967" name="Rectangle 74">
            <a:extLst>
              <a:ext uri="{FF2B5EF4-FFF2-40B4-BE49-F238E27FC236}">
                <a16:creationId xmlns:a16="http://schemas.microsoft.com/office/drawing/2014/main" id="{5B6BF4AB-D344-124F-0FB9-BFF0AE3F10BB}"/>
              </a:ext>
            </a:extLst>
          </p:cNvPr>
          <p:cNvSpPr>
            <a:spLocks noChangeArrowheads="1"/>
          </p:cNvSpPr>
          <p:nvPr/>
        </p:nvSpPr>
        <p:spPr bwMode="auto">
          <a:xfrm>
            <a:off x="2017713"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0</a:t>
            </a:r>
            <a:endParaRPr lang="en-US" altLang="en-US"/>
          </a:p>
        </p:txBody>
      </p:sp>
      <p:sp>
        <p:nvSpPr>
          <p:cNvPr id="39968" name="Rectangle 75">
            <a:extLst>
              <a:ext uri="{FF2B5EF4-FFF2-40B4-BE49-F238E27FC236}">
                <a16:creationId xmlns:a16="http://schemas.microsoft.com/office/drawing/2014/main" id="{F3B231DC-30AF-CEAB-FDB6-29C24BDFC46A}"/>
              </a:ext>
            </a:extLst>
          </p:cNvPr>
          <p:cNvSpPr>
            <a:spLocks noChangeArrowheads="1"/>
          </p:cNvSpPr>
          <p:nvPr/>
        </p:nvSpPr>
        <p:spPr bwMode="auto">
          <a:xfrm>
            <a:off x="3187700"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1</a:t>
            </a:r>
            <a:endParaRPr lang="en-US" altLang="en-US"/>
          </a:p>
        </p:txBody>
      </p:sp>
      <p:sp>
        <p:nvSpPr>
          <p:cNvPr id="39969" name="Rectangle 76">
            <a:extLst>
              <a:ext uri="{FF2B5EF4-FFF2-40B4-BE49-F238E27FC236}">
                <a16:creationId xmlns:a16="http://schemas.microsoft.com/office/drawing/2014/main" id="{2711FBCE-248D-57C4-45C2-0B6D28D09BD9}"/>
              </a:ext>
            </a:extLst>
          </p:cNvPr>
          <p:cNvSpPr>
            <a:spLocks noChangeArrowheads="1"/>
          </p:cNvSpPr>
          <p:nvPr/>
        </p:nvSpPr>
        <p:spPr bwMode="auto">
          <a:xfrm>
            <a:off x="4365625"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2</a:t>
            </a:r>
            <a:endParaRPr lang="en-US" altLang="en-US"/>
          </a:p>
        </p:txBody>
      </p:sp>
      <p:sp>
        <p:nvSpPr>
          <p:cNvPr id="39970" name="Rectangle 77">
            <a:extLst>
              <a:ext uri="{FF2B5EF4-FFF2-40B4-BE49-F238E27FC236}">
                <a16:creationId xmlns:a16="http://schemas.microsoft.com/office/drawing/2014/main" id="{4619DAE7-5609-75CB-D757-E9B8F3382B62}"/>
              </a:ext>
            </a:extLst>
          </p:cNvPr>
          <p:cNvSpPr>
            <a:spLocks noChangeArrowheads="1"/>
          </p:cNvSpPr>
          <p:nvPr/>
        </p:nvSpPr>
        <p:spPr bwMode="auto">
          <a:xfrm>
            <a:off x="5535613"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3</a:t>
            </a:r>
            <a:endParaRPr lang="en-US" altLang="en-US"/>
          </a:p>
        </p:txBody>
      </p:sp>
      <p:sp>
        <p:nvSpPr>
          <p:cNvPr id="39971" name="Rectangle 78">
            <a:extLst>
              <a:ext uri="{FF2B5EF4-FFF2-40B4-BE49-F238E27FC236}">
                <a16:creationId xmlns:a16="http://schemas.microsoft.com/office/drawing/2014/main" id="{1D452DD6-684C-870B-35A5-902BD4AECCEC}"/>
              </a:ext>
            </a:extLst>
          </p:cNvPr>
          <p:cNvSpPr>
            <a:spLocks noChangeArrowheads="1"/>
          </p:cNvSpPr>
          <p:nvPr/>
        </p:nvSpPr>
        <p:spPr bwMode="auto">
          <a:xfrm>
            <a:off x="6715125"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4</a:t>
            </a:r>
            <a:endParaRPr lang="en-US" altLang="en-US"/>
          </a:p>
        </p:txBody>
      </p:sp>
      <p:sp>
        <p:nvSpPr>
          <p:cNvPr id="39972" name="Rectangle 79">
            <a:extLst>
              <a:ext uri="{FF2B5EF4-FFF2-40B4-BE49-F238E27FC236}">
                <a16:creationId xmlns:a16="http://schemas.microsoft.com/office/drawing/2014/main" id="{33E4D957-EB9B-9E28-EB3E-2D22E7EC211E}"/>
              </a:ext>
            </a:extLst>
          </p:cNvPr>
          <p:cNvSpPr>
            <a:spLocks noChangeArrowheads="1"/>
          </p:cNvSpPr>
          <p:nvPr/>
        </p:nvSpPr>
        <p:spPr bwMode="auto">
          <a:xfrm>
            <a:off x="7885113" y="5738813"/>
            <a:ext cx="2127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700">
                <a:solidFill>
                  <a:srgbClr val="000000"/>
                </a:solidFill>
                <a:latin typeface="Arial" panose="020B0604020202020204" pitchFamily="34" charset="0"/>
              </a:rPr>
              <a:t>5</a:t>
            </a:r>
            <a:endParaRPr lang="en-US" altLang="en-US"/>
          </a:p>
        </p:txBody>
      </p:sp>
      <p:sp>
        <p:nvSpPr>
          <p:cNvPr id="267267" name="Rectangle 3">
            <a:extLst>
              <a:ext uri="{FF2B5EF4-FFF2-40B4-BE49-F238E27FC236}">
                <a16:creationId xmlns:a16="http://schemas.microsoft.com/office/drawing/2014/main" id="{E8AC3AC0-5842-CB14-84BD-9DF65E69AFCE}"/>
              </a:ext>
            </a:extLst>
          </p:cNvPr>
          <p:cNvSpPr>
            <a:spLocks noGrp="1" noChangeArrowheads="1"/>
          </p:cNvSpPr>
          <p:nvPr>
            <p:ph type="title"/>
          </p:nvPr>
        </p:nvSpPr>
        <p:spPr>
          <a:xfrm>
            <a:off x="685800" y="228600"/>
            <a:ext cx="7772400" cy="533400"/>
          </a:xfrm>
        </p:spPr>
        <p:txBody>
          <a:bodyPr/>
          <a:lstStyle/>
          <a:p>
            <a:pPr eaLnBrk="1" hangingPunct="1">
              <a:defRPr/>
            </a:pPr>
            <a:r>
              <a:rPr lang="en-US" altLang="en-US" sz="4000">
                <a:effectLst>
                  <a:outerShdw blurRad="38100" dist="38100" dir="2700000" algn="tl">
                    <a:srgbClr val="C0C0C0"/>
                  </a:outerShdw>
                </a:effectLst>
              </a:rPr>
              <a:t>K-means Clustering: Step 4</a:t>
            </a:r>
          </a:p>
        </p:txBody>
      </p:sp>
      <p:sp>
        <p:nvSpPr>
          <p:cNvPr id="39974" name="Text Box 4">
            <a:extLst>
              <a:ext uri="{FF2B5EF4-FFF2-40B4-BE49-F238E27FC236}">
                <a16:creationId xmlns:a16="http://schemas.microsoft.com/office/drawing/2014/main" id="{2D626526-6252-51B0-009A-F7DFA020C63B}"/>
              </a:ext>
            </a:extLst>
          </p:cNvPr>
          <p:cNvSpPr txBox="1">
            <a:spLocks noChangeArrowheads="1"/>
          </p:cNvSpPr>
          <p:nvPr/>
        </p:nvSpPr>
        <p:spPr bwMode="auto">
          <a:xfrm>
            <a:off x="979488" y="838200"/>
            <a:ext cx="7267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Algorithm: k-means, Distance Metric: Euclidean Distance</a:t>
            </a:r>
          </a:p>
        </p:txBody>
      </p:sp>
      <p:grpSp>
        <p:nvGrpSpPr>
          <p:cNvPr id="39975" name="Group 5">
            <a:extLst>
              <a:ext uri="{FF2B5EF4-FFF2-40B4-BE49-F238E27FC236}">
                <a16:creationId xmlns:a16="http://schemas.microsoft.com/office/drawing/2014/main" id="{EDE58E63-5859-AEA3-C29A-3FF233DA91CC}"/>
              </a:ext>
            </a:extLst>
          </p:cNvPr>
          <p:cNvGrpSpPr>
            <a:grpSpLocks/>
          </p:cNvGrpSpPr>
          <p:nvPr/>
        </p:nvGrpSpPr>
        <p:grpSpPr bwMode="auto">
          <a:xfrm>
            <a:off x="6172200" y="2133600"/>
            <a:ext cx="685800" cy="533400"/>
            <a:chOff x="192" y="1824"/>
            <a:chExt cx="432" cy="336"/>
          </a:xfrm>
        </p:grpSpPr>
        <p:sp>
          <p:nvSpPr>
            <p:cNvPr id="40013" name="Oval 6">
              <a:extLst>
                <a:ext uri="{FF2B5EF4-FFF2-40B4-BE49-F238E27FC236}">
                  <a16:creationId xmlns:a16="http://schemas.microsoft.com/office/drawing/2014/main" id="{F0C29BF0-ED97-E4F8-912B-BBFC9A070959}"/>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014" name="Text Box 7">
              <a:extLst>
                <a:ext uri="{FF2B5EF4-FFF2-40B4-BE49-F238E27FC236}">
                  <a16:creationId xmlns:a16="http://schemas.microsoft.com/office/drawing/2014/main" id="{87216CD4-968E-3117-994D-305EF222E22A}"/>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1</a:t>
              </a:r>
            </a:p>
          </p:txBody>
        </p:sp>
      </p:grpSp>
      <p:grpSp>
        <p:nvGrpSpPr>
          <p:cNvPr id="39976" name="Group 8">
            <a:extLst>
              <a:ext uri="{FF2B5EF4-FFF2-40B4-BE49-F238E27FC236}">
                <a16:creationId xmlns:a16="http://schemas.microsoft.com/office/drawing/2014/main" id="{8A3C5CC1-F922-91C0-3C32-CC8E41251910}"/>
              </a:ext>
            </a:extLst>
          </p:cNvPr>
          <p:cNvGrpSpPr>
            <a:grpSpLocks/>
          </p:cNvGrpSpPr>
          <p:nvPr/>
        </p:nvGrpSpPr>
        <p:grpSpPr bwMode="auto">
          <a:xfrm>
            <a:off x="3124200" y="4343400"/>
            <a:ext cx="685800" cy="533400"/>
            <a:chOff x="192" y="1824"/>
            <a:chExt cx="432" cy="336"/>
          </a:xfrm>
        </p:grpSpPr>
        <p:sp>
          <p:nvSpPr>
            <p:cNvPr id="40011" name="Oval 9">
              <a:extLst>
                <a:ext uri="{FF2B5EF4-FFF2-40B4-BE49-F238E27FC236}">
                  <a16:creationId xmlns:a16="http://schemas.microsoft.com/office/drawing/2014/main" id="{9B2C3F58-E506-9811-C2EC-99C51DB223FE}"/>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012" name="Text Box 10">
              <a:extLst>
                <a:ext uri="{FF2B5EF4-FFF2-40B4-BE49-F238E27FC236}">
                  <a16:creationId xmlns:a16="http://schemas.microsoft.com/office/drawing/2014/main" id="{B08F42FD-33C3-61AE-D3E9-8BA1FF6EB952}"/>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2</a:t>
              </a:r>
            </a:p>
          </p:txBody>
        </p:sp>
      </p:grpSp>
      <p:grpSp>
        <p:nvGrpSpPr>
          <p:cNvPr id="39977" name="Group 11">
            <a:extLst>
              <a:ext uri="{FF2B5EF4-FFF2-40B4-BE49-F238E27FC236}">
                <a16:creationId xmlns:a16="http://schemas.microsoft.com/office/drawing/2014/main" id="{14702B93-C5AE-3965-3F1D-03F71BDE80EE}"/>
              </a:ext>
            </a:extLst>
          </p:cNvPr>
          <p:cNvGrpSpPr>
            <a:grpSpLocks/>
          </p:cNvGrpSpPr>
          <p:nvPr/>
        </p:nvGrpSpPr>
        <p:grpSpPr bwMode="auto">
          <a:xfrm>
            <a:off x="6248400" y="4038600"/>
            <a:ext cx="685800" cy="533400"/>
            <a:chOff x="192" y="1824"/>
            <a:chExt cx="432" cy="336"/>
          </a:xfrm>
        </p:grpSpPr>
        <p:sp>
          <p:nvSpPr>
            <p:cNvPr id="40009" name="Oval 12">
              <a:extLst>
                <a:ext uri="{FF2B5EF4-FFF2-40B4-BE49-F238E27FC236}">
                  <a16:creationId xmlns:a16="http://schemas.microsoft.com/office/drawing/2014/main" id="{18D0AE07-791C-974B-15B9-D1BB7D57BA5C}"/>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010" name="Text Box 13">
              <a:extLst>
                <a:ext uri="{FF2B5EF4-FFF2-40B4-BE49-F238E27FC236}">
                  <a16:creationId xmlns:a16="http://schemas.microsoft.com/office/drawing/2014/main" id="{67F7BE6A-96AF-4B00-0428-414F1A4D302A}"/>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3</a:t>
              </a:r>
            </a:p>
          </p:txBody>
        </p:sp>
      </p:grpSp>
      <p:sp>
        <p:nvSpPr>
          <p:cNvPr id="39978" name="AutoShape 14">
            <a:extLst>
              <a:ext uri="{FF2B5EF4-FFF2-40B4-BE49-F238E27FC236}">
                <a16:creationId xmlns:a16="http://schemas.microsoft.com/office/drawing/2014/main" id="{0D6C422B-0077-AA8B-4347-5AA480681191}"/>
              </a:ext>
            </a:extLst>
          </p:cNvPr>
          <p:cNvSpPr>
            <a:spLocks noChangeArrowheads="1"/>
          </p:cNvSpPr>
          <p:nvPr/>
        </p:nvSpPr>
        <p:spPr bwMode="auto">
          <a:xfrm>
            <a:off x="3200400" y="46482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79" name="AutoShape 15">
            <a:extLst>
              <a:ext uri="{FF2B5EF4-FFF2-40B4-BE49-F238E27FC236}">
                <a16:creationId xmlns:a16="http://schemas.microsoft.com/office/drawing/2014/main" id="{F3B26D38-32BA-FC5E-5DF5-2152B6D50A5A}"/>
              </a:ext>
            </a:extLst>
          </p:cNvPr>
          <p:cNvSpPr>
            <a:spLocks noChangeArrowheads="1"/>
          </p:cNvSpPr>
          <p:nvPr/>
        </p:nvSpPr>
        <p:spPr bwMode="auto">
          <a:xfrm>
            <a:off x="3352800" y="48768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80" name="AutoShape 16">
            <a:extLst>
              <a:ext uri="{FF2B5EF4-FFF2-40B4-BE49-F238E27FC236}">
                <a16:creationId xmlns:a16="http://schemas.microsoft.com/office/drawing/2014/main" id="{28E12293-37AC-68F9-0614-923357228B96}"/>
              </a:ext>
            </a:extLst>
          </p:cNvPr>
          <p:cNvSpPr>
            <a:spLocks noChangeArrowheads="1"/>
          </p:cNvSpPr>
          <p:nvPr/>
        </p:nvSpPr>
        <p:spPr bwMode="auto">
          <a:xfrm>
            <a:off x="3124200" y="5105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81" name="AutoShape 17">
            <a:extLst>
              <a:ext uri="{FF2B5EF4-FFF2-40B4-BE49-F238E27FC236}">
                <a16:creationId xmlns:a16="http://schemas.microsoft.com/office/drawing/2014/main" id="{068D6C04-DA6C-648C-5DD6-BF433EA89826}"/>
              </a:ext>
            </a:extLst>
          </p:cNvPr>
          <p:cNvSpPr>
            <a:spLocks noChangeArrowheads="1"/>
          </p:cNvSpPr>
          <p:nvPr/>
        </p:nvSpPr>
        <p:spPr bwMode="auto">
          <a:xfrm>
            <a:off x="2895600" y="44196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82" name="AutoShape 18">
            <a:extLst>
              <a:ext uri="{FF2B5EF4-FFF2-40B4-BE49-F238E27FC236}">
                <a16:creationId xmlns:a16="http://schemas.microsoft.com/office/drawing/2014/main" id="{4CBC21B9-60FA-F7DF-D2A2-754B05954B58}"/>
              </a:ext>
            </a:extLst>
          </p:cNvPr>
          <p:cNvSpPr>
            <a:spLocks noChangeArrowheads="1"/>
          </p:cNvSpPr>
          <p:nvPr/>
        </p:nvSpPr>
        <p:spPr bwMode="auto">
          <a:xfrm>
            <a:off x="2895600" y="2057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83" name="AutoShape 19">
            <a:extLst>
              <a:ext uri="{FF2B5EF4-FFF2-40B4-BE49-F238E27FC236}">
                <a16:creationId xmlns:a16="http://schemas.microsoft.com/office/drawing/2014/main" id="{3A2EE7A1-1952-6A5F-BE69-395C66B4D98E}"/>
              </a:ext>
            </a:extLst>
          </p:cNvPr>
          <p:cNvSpPr>
            <a:spLocks noChangeArrowheads="1"/>
          </p:cNvSpPr>
          <p:nvPr/>
        </p:nvSpPr>
        <p:spPr bwMode="auto">
          <a:xfrm>
            <a:off x="2895600" y="3581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84" name="AutoShape 20">
            <a:extLst>
              <a:ext uri="{FF2B5EF4-FFF2-40B4-BE49-F238E27FC236}">
                <a16:creationId xmlns:a16="http://schemas.microsoft.com/office/drawing/2014/main" id="{ECC0E55F-234C-F0F7-6D71-A41183FECE38}"/>
              </a:ext>
            </a:extLst>
          </p:cNvPr>
          <p:cNvSpPr>
            <a:spLocks noChangeArrowheads="1"/>
          </p:cNvSpPr>
          <p:nvPr/>
        </p:nvSpPr>
        <p:spPr bwMode="auto">
          <a:xfrm>
            <a:off x="2895600" y="5105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85" name="AutoShape 21">
            <a:extLst>
              <a:ext uri="{FF2B5EF4-FFF2-40B4-BE49-F238E27FC236}">
                <a16:creationId xmlns:a16="http://schemas.microsoft.com/office/drawing/2014/main" id="{7CC16F72-E20C-125F-857F-2A9973F6E795}"/>
              </a:ext>
            </a:extLst>
          </p:cNvPr>
          <p:cNvSpPr>
            <a:spLocks noChangeArrowheads="1"/>
          </p:cNvSpPr>
          <p:nvPr/>
        </p:nvSpPr>
        <p:spPr bwMode="auto">
          <a:xfrm>
            <a:off x="2438400" y="41148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86" name="AutoShape 22">
            <a:extLst>
              <a:ext uri="{FF2B5EF4-FFF2-40B4-BE49-F238E27FC236}">
                <a16:creationId xmlns:a16="http://schemas.microsoft.com/office/drawing/2014/main" id="{5DC61C2C-7D70-6D5A-6532-53BBE25B7052}"/>
              </a:ext>
            </a:extLst>
          </p:cNvPr>
          <p:cNvSpPr>
            <a:spLocks noChangeArrowheads="1"/>
          </p:cNvSpPr>
          <p:nvPr/>
        </p:nvSpPr>
        <p:spPr bwMode="auto">
          <a:xfrm>
            <a:off x="4572000" y="38100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87" name="AutoShape 23">
            <a:extLst>
              <a:ext uri="{FF2B5EF4-FFF2-40B4-BE49-F238E27FC236}">
                <a16:creationId xmlns:a16="http://schemas.microsoft.com/office/drawing/2014/main" id="{B54C7681-B246-D396-E5C3-A33B1EF9E4A1}"/>
              </a:ext>
            </a:extLst>
          </p:cNvPr>
          <p:cNvSpPr>
            <a:spLocks noChangeArrowheads="1"/>
          </p:cNvSpPr>
          <p:nvPr/>
        </p:nvSpPr>
        <p:spPr bwMode="auto">
          <a:xfrm>
            <a:off x="6705600" y="1828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88" name="AutoShape 24">
            <a:extLst>
              <a:ext uri="{FF2B5EF4-FFF2-40B4-BE49-F238E27FC236}">
                <a16:creationId xmlns:a16="http://schemas.microsoft.com/office/drawing/2014/main" id="{082F1BD3-2585-96B0-AFC7-D3669E12D45B}"/>
              </a:ext>
            </a:extLst>
          </p:cNvPr>
          <p:cNvSpPr>
            <a:spLocks noChangeArrowheads="1"/>
          </p:cNvSpPr>
          <p:nvPr/>
        </p:nvSpPr>
        <p:spPr bwMode="auto">
          <a:xfrm>
            <a:off x="7162800" y="19050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89" name="AutoShape 25">
            <a:extLst>
              <a:ext uri="{FF2B5EF4-FFF2-40B4-BE49-F238E27FC236}">
                <a16:creationId xmlns:a16="http://schemas.microsoft.com/office/drawing/2014/main" id="{8E1F0E6B-6CC7-B272-F0A4-9D6D7BD84D7A}"/>
              </a:ext>
            </a:extLst>
          </p:cNvPr>
          <p:cNvSpPr>
            <a:spLocks noChangeArrowheads="1"/>
          </p:cNvSpPr>
          <p:nvPr/>
        </p:nvSpPr>
        <p:spPr bwMode="auto">
          <a:xfrm>
            <a:off x="7010400" y="20574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90" name="AutoShape 26">
            <a:extLst>
              <a:ext uri="{FF2B5EF4-FFF2-40B4-BE49-F238E27FC236}">
                <a16:creationId xmlns:a16="http://schemas.microsoft.com/office/drawing/2014/main" id="{DC5958DB-EBBB-797C-DC37-C0116FF3421C}"/>
              </a:ext>
            </a:extLst>
          </p:cNvPr>
          <p:cNvSpPr>
            <a:spLocks noChangeArrowheads="1"/>
          </p:cNvSpPr>
          <p:nvPr/>
        </p:nvSpPr>
        <p:spPr bwMode="auto">
          <a:xfrm>
            <a:off x="6858000" y="2209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91" name="AutoShape 27">
            <a:extLst>
              <a:ext uri="{FF2B5EF4-FFF2-40B4-BE49-F238E27FC236}">
                <a16:creationId xmlns:a16="http://schemas.microsoft.com/office/drawing/2014/main" id="{D2D1DA4B-0620-3AF8-3681-24CFB3CA9639}"/>
              </a:ext>
            </a:extLst>
          </p:cNvPr>
          <p:cNvSpPr>
            <a:spLocks noChangeArrowheads="1"/>
          </p:cNvSpPr>
          <p:nvPr/>
        </p:nvSpPr>
        <p:spPr bwMode="auto">
          <a:xfrm>
            <a:off x="7162800" y="23622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92" name="AutoShape 28">
            <a:extLst>
              <a:ext uri="{FF2B5EF4-FFF2-40B4-BE49-F238E27FC236}">
                <a16:creationId xmlns:a16="http://schemas.microsoft.com/office/drawing/2014/main" id="{9E0108FF-5790-AE90-9AA5-BA38AE053846}"/>
              </a:ext>
            </a:extLst>
          </p:cNvPr>
          <p:cNvSpPr>
            <a:spLocks noChangeArrowheads="1"/>
          </p:cNvSpPr>
          <p:nvPr/>
        </p:nvSpPr>
        <p:spPr bwMode="auto">
          <a:xfrm>
            <a:off x="7467600" y="27432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93" name="AutoShape 29">
            <a:extLst>
              <a:ext uri="{FF2B5EF4-FFF2-40B4-BE49-F238E27FC236}">
                <a16:creationId xmlns:a16="http://schemas.microsoft.com/office/drawing/2014/main" id="{4980FF49-A95D-7CF7-8B4C-3DB20EB40DBF}"/>
              </a:ext>
            </a:extLst>
          </p:cNvPr>
          <p:cNvSpPr>
            <a:spLocks noChangeArrowheads="1"/>
          </p:cNvSpPr>
          <p:nvPr/>
        </p:nvSpPr>
        <p:spPr bwMode="auto">
          <a:xfrm>
            <a:off x="5715000" y="1828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94" name="AutoShape 30">
            <a:extLst>
              <a:ext uri="{FF2B5EF4-FFF2-40B4-BE49-F238E27FC236}">
                <a16:creationId xmlns:a16="http://schemas.microsoft.com/office/drawing/2014/main" id="{B7A080B5-9529-8081-53AD-CA01A8A5CF5F}"/>
              </a:ext>
            </a:extLst>
          </p:cNvPr>
          <p:cNvSpPr>
            <a:spLocks noChangeArrowheads="1"/>
          </p:cNvSpPr>
          <p:nvPr/>
        </p:nvSpPr>
        <p:spPr bwMode="auto">
          <a:xfrm>
            <a:off x="6019800" y="3276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95" name="AutoShape 31">
            <a:extLst>
              <a:ext uri="{FF2B5EF4-FFF2-40B4-BE49-F238E27FC236}">
                <a16:creationId xmlns:a16="http://schemas.microsoft.com/office/drawing/2014/main" id="{57CB3A37-B6B6-7D5A-814C-5427C6F0A143}"/>
              </a:ext>
            </a:extLst>
          </p:cNvPr>
          <p:cNvSpPr>
            <a:spLocks noChangeArrowheads="1"/>
          </p:cNvSpPr>
          <p:nvPr/>
        </p:nvSpPr>
        <p:spPr bwMode="auto">
          <a:xfrm>
            <a:off x="6019800" y="4800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96" name="AutoShape 32">
            <a:extLst>
              <a:ext uri="{FF2B5EF4-FFF2-40B4-BE49-F238E27FC236}">
                <a16:creationId xmlns:a16="http://schemas.microsoft.com/office/drawing/2014/main" id="{8E11D501-6955-3DB8-7B31-121C0CD68802}"/>
              </a:ext>
            </a:extLst>
          </p:cNvPr>
          <p:cNvSpPr>
            <a:spLocks noChangeArrowheads="1"/>
          </p:cNvSpPr>
          <p:nvPr/>
        </p:nvSpPr>
        <p:spPr bwMode="auto">
          <a:xfrm>
            <a:off x="6400800" y="5105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97" name="AutoShape 33">
            <a:extLst>
              <a:ext uri="{FF2B5EF4-FFF2-40B4-BE49-F238E27FC236}">
                <a16:creationId xmlns:a16="http://schemas.microsoft.com/office/drawing/2014/main" id="{4A359C98-BE1F-1A92-4012-50143CD18CE2}"/>
              </a:ext>
            </a:extLst>
          </p:cNvPr>
          <p:cNvSpPr>
            <a:spLocks noChangeArrowheads="1"/>
          </p:cNvSpPr>
          <p:nvPr/>
        </p:nvSpPr>
        <p:spPr bwMode="auto">
          <a:xfrm>
            <a:off x="6781800" y="4343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98" name="AutoShape 34">
            <a:extLst>
              <a:ext uri="{FF2B5EF4-FFF2-40B4-BE49-F238E27FC236}">
                <a16:creationId xmlns:a16="http://schemas.microsoft.com/office/drawing/2014/main" id="{2468157E-FFA5-F884-AF6A-9CE53913C04F}"/>
              </a:ext>
            </a:extLst>
          </p:cNvPr>
          <p:cNvSpPr>
            <a:spLocks noChangeArrowheads="1"/>
          </p:cNvSpPr>
          <p:nvPr/>
        </p:nvSpPr>
        <p:spPr bwMode="auto">
          <a:xfrm>
            <a:off x="5943600" y="3733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9999" name="AutoShape 35">
            <a:extLst>
              <a:ext uri="{FF2B5EF4-FFF2-40B4-BE49-F238E27FC236}">
                <a16:creationId xmlns:a16="http://schemas.microsoft.com/office/drawing/2014/main" id="{5BADCCE2-1BFA-5DBF-C5C3-7616D3A7D1D5}"/>
              </a:ext>
            </a:extLst>
          </p:cNvPr>
          <p:cNvSpPr>
            <a:spLocks noChangeArrowheads="1"/>
          </p:cNvSpPr>
          <p:nvPr/>
        </p:nvSpPr>
        <p:spPr bwMode="auto">
          <a:xfrm>
            <a:off x="5181600" y="41910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000" name="AutoShape 36">
            <a:extLst>
              <a:ext uri="{FF2B5EF4-FFF2-40B4-BE49-F238E27FC236}">
                <a16:creationId xmlns:a16="http://schemas.microsoft.com/office/drawing/2014/main" id="{9506F4AE-3361-9C12-ECE0-2AB0D7A23713}"/>
              </a:ext>
            </a:extLst>
          </p:cNvPr>
          <p:cNvSpPr>
            <a:spLocks noChangeArrowheads="1"/>
          </p:cNvSpPr>
          <p:nvPr/>
        </p:nvSpPr>
        <p:spPr bwMode="auto">
          <a:xfrm>
            <a:off x="7162800" y="4648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001" name="AutoShape 37">
            <a:extLst>
              <a:ext uri="{FF2B5EF4-FFF2-40B4-BE49-F238E27FC236}">
                <a16:creationId xmlns:a16="http://schemas.microsoft.com/office/drawing/2014/main" id="{A5394339-A8C8-A751-2900-B36E9391F859}"/>
              </a:ext>
            </a:extLst>
          </p:cNvPr>
          <p:cNvSpPr>
            <a:spLocks noChangeArrowheads="1"/>
          </p:cNvSpPr>
          <p:nvPr/>
        </p:nvSpPr>
        <p:spPr bwMode="auto">
          <a:xfrm>
            <a:off x="7010400" y="5029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002" name="AutoShape 38">
            <a:extLst>
              <a:ext uri="{FF2B5EF4-FFF2-40B4-BE49-F238E27FC236}">
                <a16:creationId xmlns:a16="http://schemas.microsoft.com/office/drawing/2014/main" id="{7B966566-65B6-42A2-512B-4E9D927E5760}"/>
              </a:ext>
            </a:extLst>
          </p:cNvPr>
          <p:cNvSpPr>
            <a:spLocks noChangeArrowheads="1"/>
          </p:cNvSpPr>
          <p:nvPr/>
        </p:nvSpPr>
        <p:spPr bwMode="auto">
          <a:xfrm>
            <a:off x="6858000" y="4038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003" name="AutoShape 39">
            <a:extLst>
              <a:ext uri="{FF2B5EF4-FFF2-40B4-BE49-F238E27FC236}">
                <a16:creationId xmlns:a16="http://schemas.microsoft.com/office/drawing/2014/main" id="{8C0F958B-89D8-19CA-D55E-63F33697EE8E}"/>
              </a:ext>
            </a:extLst>
          </p:cNvPr>
          <p:cNvSpPr>
            <a:spLocks noChangeArrowheads="1"/>
          </p:cNvSpPr>
          <p:nvPr/>
        </p:nvSpPr>
        <p:spPr bwMode="auto">
          <a:xfrm>
            <a:off x="7467600" y="5257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004" name="AutoShape 40">
            <a:extLst>
              <a:ext uri="{FF2B5EF4-FFF2-40B4-BE49-F238E27FC236}">
                <a16:creationId xmlns:a16="http://schemas.microsoft.com/office/drawing/2014/main" id="{9EEEDF73-31EF-3054-9248-1CF84217DA03}"/>
              </a:ext>
            </a:extLst>
          </p:cNvPr>
          <p:cNvSpPr>
            <a:spLocks noChangeArrowheads="1"/>
          </p:cNvSpPr>
          <p:nvPr/>
        </p:nvSpPr>
        <p:spPr bwMode="auto">
          <a:xfrm>
            <a:off x="6629400" y="2590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nvGrpSpPr>
          <p:cNvPr id="267305" name="Group 41">
            <a:extLst>
              <a:ext uri="{FF2B5EF4-FFF2-40B4-BE49-F238E27FC236}">
                <a16:creationId xmlns:a16="http://schemas.microsoft.com/office/drawing/2014/main" id="{02FD4105-FD72-100D-D7D9-D8474AA75C0D}"/>
              </a:ext>
            </a:extLst>
          </p:cNvPr>
          <p:cNvGrpSpPr>
            <a:grpSpLocks/>
          </p:cNvGrpSpPr>
          <p:nvPr/>
        </p:nvGrpSpPr>
        <p:grpSpPr bwMode="auto">
          <a:xfrm>
            <a:off x="2819400" y="2209800"/>
            <a:ext cx="3962400" cy="2514600"/>
            <a:chOff x="1776" y="1392"/>
            <a:chExt cx="2496" cy="1584"/>
          </a:xfrm>
        </p:grpSpPr>
        <p:sp>
          <p:nvSpPr>
            <p:cNvPr id="40006" name="Line 42">
              <a:extLst>
                <a:ext uri="{FF2B5EF4-FFF2-40B4-BE49-F238E27FC236}">
                  <a16:creationId xmlns:a16="http://schemas.microsoft.com/office/drawing/2014/main" id="{793C6AF3-5E1D-456E-4A32-C3A487E08956}"/>
                </a:ext>
              </a:extLst>
            </p:cNvPr>
            <p:cNvSpPr>
              <a:spLocks noChangeShapeType="1"/>
            </p:cNvSpPr>
            <p:nvPr/>
          </p:nvSpPr>
          <p:spPr bwMode="auto">
            <a:xfrm flipH="1" flipV="1">
              <a:off x="1776" y="2592"/>
              <a:ext cx="192" cy="144"/>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007" name="Line 43">
              <a:extLst>
                <a:ext uri="{FF2B5EF4-FFF2-40B4-BE49-F238E27FC236}">
                  <a16:creationId xmlns:a16="http://schemas.microsoft.com/office/drawing/2014/main" id="{FF91177B-A221-7C57-A9AF-FD3B534C034F}"/>
                </a:ext>
              </a:extLst>
            </p:cNvPr>
            <p:cNvSpPr>
              <a:spLocks noChangeShapeType="1"/>
            </p:cNvSpPr>
            <p:nvPr/>
          </p:nvSpPr>
          <p:spPr bwMode="auto">
            <a:xfrm flipH="1">
              <a:off x="3840" y="2736"/>
              <a:ext cx="96" cy="24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008" name="Line 44">
              <a:extLst>
                <a:ext uri="{FF2B5EF4-FFF2-40B4-BE49-F238E27FC236}">
                  <a16:creationId xmlns:a16="http://schemas.microsoft.com/office/drawing/2014/main" id="{5FF7D224-C89B-4893-0ECB-237066C03884}"/>
                </a:ext>
              </a:extLst>
            </p:cNvPr>
            <p:cNvSpPr>
              <a:spLocks noChangeShapeType="1"/>
            </p:cNvSpPr>
            <p:nvPr/>
          </p:nvSpPr>
          <p:spPr bwMode="auto">
            <a:xfrm>
              <a:off x="4080" y="1392"/>
              <a:ext cx="192"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673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62" name="Object 2">
            <a:extLst>
              <a:ext uri="{FF2B5EF4-FFF2-40B4-BE49-F238E27FC236}">
                <a16:creationId xmlns:a16="http://schemas.microsoft.com/office/drawing/2014/main" id="{BD4AEFD2-1F62-81B0-3465-DE7B387DEC0B}"/>
              </a:ext>
            </a:extLst>
          </p:cNvPr>
          <p:cNvGraphicFramePr>
            <a:graphicFrameLocks noChangeAspect="1"/>
          </p:cNvGraphicFramePr>
          <p:nvPr>
            <p:extLst>
              <p:ext uri="{D42A27DB-BD31-4B8C-83A1-F6EECF244321}">
                <p14:modId xmlns:p14="http://schemas.microsoft.com/office/powerpoint/2010/main" val="3639371273"/>
              </p:ext>
            </p:extLst>
          </p:nvPr>
        </p:nvGraphicFramePr>
        <p:xfrm>
          <a:off x="1066800" y="1556755"/>
          <a:ext cx="7100888" cy="5171070"/>
        </p:xfrm>
        <a:graphic>
          <a:graphicData uri="http://schemas.openxmlformats.org/presentationml/2006/ole">
            <mc:AlternateContent xmlns:mc="http://schemas.openxmlformats.org/markup-compatibility/2006">
              <mc:Choice xmlns:v="urn:schemas-microsoft-com:vml" Requires="v">
                <p:oleObj name="Chart" r:id="rId2" imgW="6888861" imgH="5418011" progId="Excel.Chart.8">
                  <p:embed/>
                </p:oleObj>
              </mc:Choice>
              <mc:Fallback>
                <p:oleObj name="Chart" r:id="rId2" imgW="6888861" imgH="5418011" progId="Excel.Chart.8">
                  <p:embed/>
                  <p:pic>
                    <p:nvPicPr>
                      <p:cNvPr id="40962" name="Object 2">
                        <a:extLst>
                          <a:ext uri="{FF2B5EF4-FFF2-40B4-BE49-F238E27FC236}">
                            <a16:creationId xmlns:a16="http://schemas.microsoft.com/office/drawing/2014/main" id="{BD4AEFD2-1F62-81B0-3465-DE7B387DEC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556755"/>
                        <a:ext cx="7100888" cy="517107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8291" name="Rectangle 3">
            <a:extLst>
              <a:ext uri="{FF2B5EF4-FFF2-40B4-BE49-F238E27FC236}">
                <a16:creationId xmlns:a16="http://schemas.microsoft.com/office/drawing/2014/main" id="{171DA74C-4395-738D-E9ED-6B52BC3775C0}"/>
              </a:ext>
            </a:extLst>
          </p:cNvPr>
          <p:cNvSpPr>
            <a:spLocks noGrp="1" noChangeArrowheads="1"/>
          </p:cNvSpPr>
          <p:nvPr>
            <p:ph type="title"/>
          </p:nvPr>
        </p:nvSpPr>
        <p:spPr>
          <a:xfrm>
            <a:off x="685800" y="228600"/>
            <a:ext cx="7772400" cy="533400"/>
          </a:xfrm>
        </p:spPr>
        <p:txBody>
          <a:bodyPr/>
          <a:lstStyle/>
          <a:p>
            <a:pPr eaLnBrk="1" hangingPunct="1">
              <a:defRPr/>
            </a:pPr>
            <a:r>
              <a:rPr lang="en-US" altLang="en-US" sz="4000">
                <a:effectLst>
                  <a:outerShdw blurRad="38100" dist="38100" dir="2700000" algn="tl">
                    <a:srgbClr val="C0C0C0"/>
                  </a:outerShdw>
                </a:effectLst>
              </a:rPr>
              <a:t>K-means Clustering: Step 5</a:t>
            </a:r>
          </a:p>
        </p:txBody>
      </p:sp>
      <p:sp>
        <p:nvSpPr>
          <p:cNvPr id="40964" name="Text Box 4">
            <a:extLst>
              <a:ext uri="{FF2B5EF4-FFF2-40B4-BE49-F238E27FC236}">
                <a16:creationId xmlns:a16="http://schemas.microsoft.com/office/drawing/2014/main" id="{5CE7392C-75E4-5A46-036B-1D0C5FE1D36F}"/>
              </a:ext>
            </a:extLst>
          </p:cNvPr>
          <p:cNvSpPr txBox="1">
            <a:spLocks noChangeArrowheads="1"/>
          </p:cNvSpPr>
          <p:nvPr/>
        </p:nvSpPr>
        <p:spPr bwMode="auto">
          <a:xfrm>
            <a:off x="979488" y="838200"/>
            <a:ext cx="816749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anchor="t">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dirty="0">
                <a:latin typeface="Times New Roman"/>
                <a:cs typeface="Times New Roman"/>
              </a:rPr>
              <a:t>Algorithm: k-means, Distance Metric: Euclidean Distance</a:t>
            </a:r>
          </a:p>
          <a:p>
            <a:r>
              <a:rPr lang="en-US" altLang="en-US" dirty="0">
                <a:solidFill>
                  <a:srgbClr val="FF0000"/>
                </a:solidFill>
                <a:latin typeface="Times New Roman"/>
                <a:cs typeface="Times New Roman"/>
              </a:rPr>
              <a:t>MUST: Feature scaling</a:t>
            </a:r>
            <a:endParaRPr lang="en-US" altLang="en-US" dirty="0">
              <a:solidFill>
                <a:srgbClr val="FF0000"/>
              </a:solidFill>
              <a:cs typeface="Times New Roman"/>
            </a:endParaRPr>
          </a:p>
        </p:txBody>
      </p:sp>
      <p:grpSp>
        <p:nvGrpSpPr>
          <p:cNvPr id="40965" name="Group 5">
            <a:extLst>
              <a:ext uri="{FF2B5EF4-FFF2-40B4-BE49-F238E27FC236}">
                <a16:creationId xmlns:a16="http://schemas.microsoft.com/office/drawing/2014/main" id="{9086B5CD-DC46-D167-940E-11A7D70E471E}"/>
              </a:ext>
            </a:extLst>
          </p:cNvPr>
          <p:cNvGrpSpPr>
            <a:grpSpLocks/>
          </p:cNvGrpSpPr>
          <p:nvPr/>
        </p:nvGrpSpPr>
        <p:grpSpPr bwMode="auto">
          <a:xfrm>
            <a:off x="6553200" y="2133600"/>
            <a:ext cx="685800" cy="533400"/>
            <a:chOff x="192" y="1824"/>
            <a:chExt cx="432" cy="336"/>
          </a:xfrm>
        </p:grpSpPr>
        <p:sp>
          <p:nvSpPr>
            <p:cNvPr id="40999" name="Oval 6">
              <a:extLst>
                <a:ext uri="{FF2B5EF4-FFF2-40B4-BE49-F238E27FC236}">
                  <a16:creationId xmlns:a16="http://schemas.microsoft.com/office/drawing/2014/main" id="{9CDDDC44-C5D7-4C94-37A9-4DE73D05E44E}"/>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1000" name="Text Box 7">
              <a:extLst>
                <a:ext uri="{FF2B5EF4-FFF2-40B4-BE49-F238E27FC236}">
                  <a16:creationId xmlns:a16="http://schemas.microsoft.com/office/drawing/2014/main" id="{12E77313-333A-567C-7CC6-C5FA42CBA637}"/>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1</a:t>
              </a:r>
            </a:p>
          </p:txBody>
        </p:sp>
      </p:grpSp>
      <p:grpSp>
        <p:nvGrpSpPr>
          <p:cNvPr id="40966" name="Group 8">
            <a:extLst>
              <a:ext uri="{FF2B5EF4-FFF2-40B4-BE49-F238E27FC236}">
                <a16:creationId xmlns:a16="http://schemas.microsoft.com/office/drawing/2014/main" id="{D8C0F18E-60FC-B43C-12BB-CA62F95ACB29}"/>
              </a:ext>
            </a:extLst>
          </p:cNvPr>
          <p:cNvGrpSpPr>
            <a:grpSpLocks/>
          </p:cNvGrpSpPr>
          <p:nvPr/>
        </p:nvGrpSpPr>
        <p:grpSpPr bwMode="auto">
          <a:xfrm>
            <a:off x="2743200" y="4038600"/>
            <a:ext cx="685800" cy="533400"/>
            <a:chOff x="192" y="1824"/>
            <a:chExt cx="432" cy="336"/>
          </a:xfrm>
        </p:grpSpPr>
        <p:sp>
          <p:nvSpPr>
            <p:cNvPr id="40997" name="Oval 9">
              <a:extLst>
                <a:ext uri="{FF2B5EF4-FFF2-40B4-BE49-F238E27FC236}">
                  <a16:creationId xmlns:a16="http://schemas.microsoft.com/office/drawing/2014/main" id="{45027A66-8934-00C6-9035-B7130BB99D19}"/>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98" name="Text Box 10">
              <a:extLst>
                <a:ext uri="{FF2B5EF4-FFF2-40B4-BE49-F238E27FC236}">
                  <a16:creationId xmlns:a16="http://schemas.microsoft.com/office/drawing/2014/main" id="{68FC5906-FC2C-9DF3-598D-69A111D0F5AF}"/>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2</a:t>
              </a:r>
            </a:p>
          </p:txBody>
        </p:sp>
      </p:grpSp>
      <p:grpSp>
        <p:nvGrpSpPr>
          <p:cNvPr id="40967" name="Group 11">
            <a:extLst>
              <a:ext uri="{FF2B5EF4-FFF2-40B4-BE49-F238E27FC236}">
                <a16:creationId xmlns:a16="http://schemas.microsoft.com/office/drawing/2014/main" id="{FF80B91F-481B-ED87-8B47-14DB7B97A519}"/>
              </a:ext>
            </a:extLst>
          </p:cNvPr>
          <p:cNvGrpSpPr>
            <a:grpSpLocks/>
          </p:cNvGrpSpPr>
          <p:nvPr/>
        </p:nvGrpSpPr>
        <p:grpSpPr bwMode="auto">
          <a:xfrm>
            <a:off x="6172200" y="4267200"/>
            <a:ext cx="685800" cy="533400"/>
            <a:chOff x="192" y="1824"/>
            <a:chExt cx="432" cy="336"/>
          </a:xfrm>
        </p:grpSpPr>
        <p:sp>
          <p:nvSpPr>
            <p:cNvPr id="40995" name="Oval 12">
              <a:extLst>
                <a:ext uri="{FF2B5EF4-FFF2-40B4-BE49-F238E27FC236}">
                  <a16:creationId xmlns:a16="http://schemas.microsoft.com/office/drawing/2014/main" id="{DE96EDF2-21E5-1EB2-930C-F4BFEA97B449}"/>
                </a:ext>
              </a:extLst>
            </p:cNvPr>
            <p:cNvSpPr>
              <a:spLocks noChangeArrowheads="1"/>
            </p:cNvSpPr>
            <p:nvPr/>
          </p:nvSpPr>
          <p:spPr bwMode="auto">
            <a:xfrm>
              <a:off x="192" y="1824"/>
              <a:ext cx="144" cy="144"/>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96" name="Text Box 13">
              <a:extLst>
                <a:ext uri="{FF2B5EF4-FFF2-40B4-BE49-F238E27FC236}">
                  <a16:creationId xmlns:a16="http://schemas.microsoft.com/office/drawing/2014/main" id="{FFB866EF-0757-0358-B935-6F8885AC6041}"/>
                </a:ext>
              </a:extLst>
            </p:cNvPr>
            <p:cNvSpPr txBox="1">
              <a:spLocks noChangeArrowheads="1"/>
            </p:cNvSpPr>
            <p:nvPr/>
          </p:nvSpPr>
          <p:spPr bwMode="auto">
            <a:xfrm>
              <a:off x="288"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en-US"/>
                <a:t>k</a:t>
              </a:r>
              <a:r>
                <a:rPr lang="en-US" altLang="en-US" baseline="-25000"/>
                <a:t>3</a:t>
              </a:r>
            </a:p>
          </p:txBody>
        </p:sp>
      </p:grpSp>
      <p:sp>
        <p:nvSpPr>
          <p:cNvPr id="40968" name="AutoShape 14">
            <a:extLst>
              <a:ext uri="{FF2B5EF4-FFF2-40B4-BE49-F238E27FC236}">
                <a16:creationId xmlns:a16="http://schemas.microsoft.com/office/drawing/2014/main" id="{2FFBA39A-6CFA-4308-D421-C3C9E7845B42}"/>
              </a:ext>
            </a:extLst>
          </p:cNvPr>
          <p:cNvSpPr>
            <a:spLocks noChangeArrowheads="1"/>
          </p:cNvSpPr>
          <p:nvPr/>
        </p:nvSpPr>
        <p:spPr bwMode="auto">
          <a:xfrm>
            <a:off x="3200400" y="46482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69" name="AutoShape 15">
            <a:extLst>
              <a:ext uri="{FF2B5EF4-FFF2-40B4-BE49-F238E27FC236}">
                <a16:creationId xmlns:a16="http://schemas.microsoft.com/office/drawing/2014/main" id="{1B6A63CB-AD62-8BD5-405C-AEC16A9AF165}"/>
              </a:ext>
            </a:extLst>
          </p:cNvPr>
          <p:cNvSpPr>
            <a:spLocks noChangeArrowheads="1"/>
          </p:cNvSpPr>
          <p:nvPr/>
        </p:nvSpPr>
        <p:spPr bwMode="auto">
          <a:xfrm>
            <a:off x="3352800" y="48768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70" name="AutoShape 16">
            <a:extLst>
              <a:ext uri="{FF2B5EF4-FFF2-40B4-BE49-F238E27FC236}">
                <a16:creationId xmlns:a16="http://schemas.microsoft.com/office/drawing/2014/main" id="{1325AE1B-A13A-C4C0-0FDB-A63633B491AC}"/>
              </a:ext>
            </a:extLst>
          </p:cNvPr>
          <p:cNvSpPr>
            <a:spLocks noChangeArrowheads="1"/>
          </p:cNvSpPr>
          <p:nvPr/>
        </p:nvSpPr>
        <p:spPr bwMode="auto">
          <a:xfrm>
            <a:off x="3124200" y="5105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71" name="AutoShape 17">
            <a:extLst>
              <a:ext uri="{FF2B5EF4-FFF2-40B4-BE49-F238E27FC236}">
                <a16:creationId xmlns:a16="http://schemas.microsoft.com/office/drawing/2014/main" id="{BDD984A9-9383-ACAE-1C16-764814032CFF}"/>
              </a:ext>
            </a:extLst>
          </p:cNvPr>
          <p:cNvSpPr>
            <a:spLocks noChangeArrowheads="1"/>
          </p:cNvSpPr>
          <p:nvPr/>
        </p:nvSpPr>
        <p:spPr bwMode="auto">
          <a:xfrm>
            <a:off x="2895600" y="44196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72" name="AutoShape 18">
            <a:extLst>
              <a:ext uri="{FF2B5EF4-FFF2-40B4-BE49-F238E27FC236}">
                <a16:creationId xmlns:a16="http://schemas.microsoft.com/office/drawing/2014/main" id="{44BD4655-E24F-2311-5217-1913BFA2ABF8}"/>
              </a:ext>
            </a:extLst>
          </p:cNvPr>
          <p:cNvSpPr>
            <a:spLocks noChangeArrowheads="1"/>
          </p:cNvSpPr>
          <p:nvPr/>
        </p:nvSpPr>
        <p:spPr bwMode="auto">
          <a:xfrm>
            <a:off x="2895600" y="2057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73" name="AutoShape 19">
            <a:extLst>
              <a:ext uri="{FF2B5EF4-FFF2-40B4-BE49-F238E27FC236}">
                <a16:creationId xmlns:a16="http://schemas.microsoft.com/office/drawing/2014/main" id="{E708294E-021B-C215-0EF5-34AC56E5857C}"/>
              </a:ext>
            </a:extLst>
          </p:cNvPr>
          <p:cNvSpPr>
            <a:spLocks noChangeArrowheads="1"/>
          </p:cNvSpPr>
          <p:nvPr/>
        </p:nvSpPr>
        <p:spPr bwMode="auto">
          <a:xfrm>
            <a:off x="2895600" y="3581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74" name="AutoShape 20">
            <a:extLst>
              <a:ext uri="{FF2B5EF4-FFF2-40B4-BE49-F238E27FC236}">
                <a16:creationId xmlns:a16="http://schemas.microsoft.com/office/drawing/2014/main" id="{9ACB84D1-C949-84BB-A38D-2B0A862F2856}"/>
              </a:ext>
            </a:extLst>
          </p:cNvPr>
          <p:cNvSpPr>
            <a:spLocks noChangeArrowheads="1"/>
          </p:cNvSpPr>
          <p:nvPr/>
        </p:nvSpPr>
        <p:spPr bwMode="auto">
          <a:xfrm>
            <a:off x="2895600" y="51054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75" name="AutoShape 21">
            <a:extLst>
              <a:ext uri="{FF2B5EF4-FFF2-40B4-BE49-F238E27FC236}">
                <a16:creationId xmlns:a16="http://schemas.microsoft.com/office/drawing/2014/main" id="{08BB3A29-8156-E8A8-67C7-269EA32E5425}"/>
              </a:ext>
            </a:extLst>
          </p:cNvPr>
          <p:cNvSpPr>
            <a:spLocks noChangeArrowheads="1"/>
          </p:cNvSpPr>
          <p:nvPr/>
        </p:nvSpPr>
        <p:spPr bwMode="auto">
          <a:xfrm>
            <a:off x="2438400" y="4114800"/>
            <a:ext cx="152400" cy="152400"/>
          </a:xfrm>
          <a:prstGeom prst="diamond">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76" name="AutoShape 22">
            <a:extLst>
              <a:ext uri="{FF2B5EF4-FFF2-40B4-BE49-F238E27FC236}">
                <a16:creationId xmlns:a16="http://schemas.microsoft.com/office/drawing/2014/main" id="{016C88BD-C021-F710-1E2C-591EC267FE94}"/>
              </a:ext>
            </a:extLst>
          </p:cNvPr>
          <p:cNvSpPr>
            <a:spLocks noChangeArrowheads="1"/>
          </p:cNvSpPr>
          <p:nvPr/>
        </p:nvSpPr>
        <p:spPr bwMode="auto">
          <a:xfrm>
            <a:off x="4572000" y="38100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77" name="AutoShape 23">
            <a:extLst>
              <a:ext uri="{FF2B5EF4-FFF2-40B4-BE49-F238E27FC236}">
                <a16:creationId xmlns:a16="http://schemas.microsoft.com/office/drawing/2014/main" id="{4AC2FFC6-733F-B881-A320-EF6015F3B466}"/>
              </a:ext>
            </a:extLst>
          </p:cNvPr>
          <p:cNvSpPr>
            <a:spLocks noChangeArrowheads="1"/>
          </p:cNvSpPr>
          <p:nvPr/>
        </p:nvSpPr>
        <p:spPr bwMode="auto">
          <a:xfrm>
            <a:off x="6705600" y="1828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78" name="AutoShape 24">
            <a:extLst>
              <a:ext uri="{FF2B5EF4-FFF2-40B4-BE49-F238E27FC236}">
                <a16:creationId xmlns:a16="http://schemas.microsoft.com/office/drawing/2014/main" id="{6D7E5FE7-6CFF-324A-3280-0D1E8C678473}"/>
              </a:ext>
            </a:extLst>
          </p:cNvPr>
          <p:cNvSpPr>
            <a:spLocks noChangeArrowheads="1"/>
          </p:cNvSpPr>
          <p:nvPr/>
        </p:nvSpPr>
        <p:spPr bwMode="auto">
          <a:xfrm>
            <a:off x="7162800" y="19050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79" name="AutoShape 25">
            <a:extLst>
              <a:ext uri="{FF2B5EF4-FFF2-40B4-BE49-F238E27FC236}">
                <a16:creationId xmlns:a16="http://schemas.microsoft.com/office/drawing/2014/main" id="{4CE48500-10A1-66AD-4854-03050F788F9F}"/>
              </a:ext>
            </a:extLst>
          </p:cNvPr>
          <p:cNvSpPr>
            <a:spLocks noChangeArrowheads="1"/>
          </p:cNvSpPr>
          <p:nvPr/>
        </p:nvSpPr>
        <p:spPr bwMode="auto">
          <a:xfrm>
            <a:off x="7010400" y="20574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80" name="AutoShape 26">
            <a:extLst>
              <a:ext uri="{FF2B5EF4-FFF2-40B4-BE49-F238E27FC236}">
                <a16:creationId xmlns:a16="http://schemas.microsoft.com/office/drawing/2014/main" id="{ACE8E4FA-AA63-BAEF-D7BA-21A550B25C68}"/>
              </a:ext>
            </a:extLst>
          </p:cNvPr>
          <p:cNvSpPr>
            <a:spLocks noChangeArrowheads="1"/>
          </p:cNvSpPr>
          <p:nvPr/>
        </p:nvSpPr>
        <p:spPr bwMode="auto">
          <a:xfrm>
            <a:off x="6858000" y="2209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81" name="AutoShape 27">
            <a:extLst>
              <a:ext uri="{FF2B5EF4-FFF2-40B4-BE49-F238E27FC236}">
                <a16:creationId xmlns:a16="http://schemas.microsoft.com/office/drawing/2014/main" id="{2A4A664E-E1F6-E949-3DCA-8EAD2F9D55D8}"/>
              </a:ext>
            </a:extLst>
          </p:cNvPr>
          <p:cNvSpPr>
            <a:spLocks noChangeArrowheads="1"/>
          </p:cNvSpPr>
          <p:nvPr/>
        </p:nvSpPr>
        <p:spPr bwMode="auto">
          <a:xfrm>
            <a:off x="7162800" y="23622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82" name="AutoShape 28">
            <a:extLst>
              <a:ext uri="{FF2B5EF4-FFF2-40B4-BE49-F238E27FC236}">
                <a16:creationId xmlns:a16="http://schemas.microsoft.com/office/drawing/2014/main" id="{FE59C7CA-516D-932B-3792-B135602DA2AF}"/>
              </a:ext>
            </a:extLst>
          </p:cNvPr>
          <p:cNvSpPr>
            <a:spLocks noChangeArrowheads="1"/>
          </p:cNvSpPr>
          <p:nvPr/>
        </p:nvSpPr>
        <p:spPr bwMode="auto">
          <a:xfrm>
            <a:off x="7467600" y="27432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83" name="AutoShape 29">
            <a:extLst>
              <a:ext uri="{FF2B5EF4-FFF2-40B4-BE49-F238E27FC236}">
                <a16:creationId xmlns:a16="http://schemas.microsoft.com/office/drawing/2014/main" id="{BC4A2830-855F-0F7C-1E38-1700A6C2D62E}"/>
              </a:ext>
            </a:extLst>
          </p:cNvPr>
          <p:cNvSpPr>
            <a:spLocks noChangeArrowheads="1"/>
          </p:cNvSpPr>
          <p:nvPr/>
        </p:nvSpPr>
        <p:spPr bwMode="auto">
          <a:xfrm>
            <a:off x="5715000" y="1828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84" name="AutoShape 30">
            <a:extLst>
              <a:ext uri="{FF2B5EF4-FFF2-40B4-BE49-F238E27FC236}">
                <a16:creationId xmlns:a16="http://schemas.microsoft.com/office/drawing/2014/main" id="{B8063D93-CE0E-ECC4-4EF2-B5CF494C5DDD}"/>
              </a:ext>
            </a:extLst>
          </p:cNvPr>
          <p:cNvSpPr>
            <a:spLocks noChangeArrowheads="1"/>
          </p:cNvSpPr>
          <p:nvPr/>
        </p:nvSpPr>
        <p:spPr bwMode="auto">
          <a:xfrm>
            <a:off x="6019800" y="3276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85" name="AutoShape 31">
            <a:extLst>
              <a:ext uri="{FF2B5EF4-FFF2-40B4-BE49-F238E27FC236}">
                <a16:creationId xmlns:a16="http://schemas.microsoft.com/office/drawing/2014/main" id="{88115997-30A5-2285-2316-B6B2D23C6FCB}"/>
              </a:ext>
            </a:extLst>
          </p:cNvPr>
          <p:cNvSpPr>
            <a:spLocks noChangeArrowheads="1"/>
          </p:cNvSpPr>
          <p:nvPr/>
        </p:nvSpPr>
        <p:spPr bwMode="auto">
          <a:xfrm>
            <a:off x="6019800" y="4800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86" name="AutoShape 32">
            <a:extLst>
              <a:ext uri="{FF2B5EF4-FFF2-40B4-BE49-F238E27FC236}">
                <a16:creationId xmlns:a16="http://schemas.microsoft.com/office/drawing/2014/main" id="{12DF2C07-CD1C-C7FD-BFC9-FBF614356325}"/>
              </a:ext>
            </a:extLst>
          </p:cNvPr>
          <p:cNvSpPr>
            <a:spLocks noChangeArrowheads="1"/>
          </p:cNvSpPr>
          <p:nvPr/>
        </p:nvSpPr>
        <p:spPr bwMode="auto">
          <a:xfrm>
            <a:off x="6400800" y="5105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87" name="AutoShape 33">
            <a:extLst>
              <a:ext uri="{FF2B5EF4-FFF2-40B4-BE49-F238E27FC236}">
                <a16:creationId xmlns:a16="http://schemas.microsoft.com/office/drawing/2014/main" id="{1E60DC0C-7BF7-7292-12BC-92A0562A3930}"/>
              </a:ext>
            </a:extLst>
          </p:cNvPr>
          <p:cNvSpPr>
            <a:spLocks noChangeArrowheads="1"/>
          </p:cNvSpPr>
          <p:nvPr/>
        </p:nvSpPr>
        <p:spPr bwMode="auto">
          <a:xfrm>
            <a:off x="6781800" y="43434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88" name="AutoShape 34">
            <a:extLst>
              <a:ext uri="{FF2B5EF4-FFF2-40B4-BE49-F238E27FC236}">
                <a16:creationId xmlns:a16="http://schemas.microsoft.com/office/drawing/2014/main" id="{19EBE211-6337-C682-6350-38AD51FEDB75}"/>
              </a:ext>
            </a:extLst>
          </p:cNvPr>
          <p:cNvSpPr>
            <a:spLocks noChangeArrowheads="1"/>
          </p:cNvSpPr>
          <p:nvPr/>
        </p:nvSpPr>
        <p:spPr bwMode="auto">
          <a:xfrm>
            <a:off x="5943600" y="3733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89" name="AutoShape 35">
            <a:extLst>
              <a:ext uri="{FF2B5EF4-FFF2-40B4-BE49-F238E27FC236}">
                <a16:creationId xmlns:a16="http://schemas.microsoft.com/office/drawing/2014/main" id="{8ADFD838-8C3A-5B42-BED8-C85521976224}"/>
              </a:ext>
            </a:extLst>
          </p:cNvPr>
          <p:cNvSpPr>
            <a:spLocks noChangeArrowheads="1"/>
          </p:cNvSpPr>
          <p:nvPr/>
        </p:nvSpPr>
        <p:spPr bwMode="auto">
          <a:xfrm>
            <a:off x="5181600" y="41910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90" name="AutoShape 36">
            <a:extLst>
              <a:ext uri="{FF2B5EF4-FFF2-40B4-BE49-F238E27FC236}">
                <a16:creationId xmlns:a16="http://schemas.microsoft.com/office/drawing/2014/main" id="{7139577F-3C78-FDC5-738E-92D0A3E0C13B}"/>
              </a:ext>
            </a:extLst>
          </p:cNvPr>
          <p:cNvSpPr>
            <a:spLocks noChangeArrowheads="1"/>
          </p:cNvSpPr>
          <p:nvPr/>
        </p:nvSpPr>
        <p:spPr bwMode="auto">
          <a:xfrm>
            <a:off x="7162800" y="4648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91" name="AutoShape 37">
            <a:extLst>
              <a:ext uri="{FF2B5EF4-FFF2-40B4-BE49-F238E27FC236}">
                <a16:creationId xmlns:a16="http://schemas.microsoft.com/office/drawing/2014/main" id="{1302C503-DD9C-9172-AEFE-B417D791CED3}"/>
              </a:ext>
            </a:extLst>
          </p:cNvPr>
          <p:cNvSpPr>
            <a:spLocks noChangeArrowheads="1"/>
          </p:cNvSpPr>
          <p:nvPr/>
        </p:nvSpPr>
        <p:spPr bwMode="auto">
          <a:xfrm>
            <a:off x="7010400" y="50292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92" name="AutoShape 38">
            <a:extLst>
              <a:ext uri="{FF2B5EF4-FFF2-40B4-BE49-F238E27FC236}">
                <a16:creationId xmlns:a16="http://schemas.microsoft.com/office/drawing/2014/main" id="{1E4E5803-69AE-830D-6695-979899DAC7AA}"/>
              </a:ext>
            </a:extLst>
          </p:cNvPr>
          <p:cNvSpPr>
            <a:spLocks noChangeArrowheads="1"/>
          </p:cNvSpPr>
          <p:nvPr/>
        </p:nvSpPr>
        <p:spPr bwMode="auto">
          <a:xfrm>
            <a:off x="6858000" y="40386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93" name="AutoShape 39">
            <a:extLst>
              <a:ext uri="{FF2B5EF4-FFF2-40B4-BE49-F238E27FC236}">
                <a16:creationId xmlns:a16="http://schemas.microsoft.com/office/drawing/2014/main" id="{5B3D12B2-530A-9D08-CFD2-BEB4F90AA4C4}"/>
              </a:ext>
            </a:extLst>
          </p:cNvPr>
          <p:cNvSpPr>
            <a:spLocks noChangeArrowheads="1"/>
          </p:cNvSpPr>
          <p:nvPr/>
        </p:nvSpPr>
        <p:spPr bwMode="auto">
          <a:xfrm>
            <a:off x="7467600" y="5257800"/>
            <a:ext cx="152400" cy="152400"/>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0994" name="AutoShape 40">
            <a:extLst>
              <a:ext uri="{FF2B5EF4-FFF2-40B4-BE49-F238E27FC236}">
                <a16:creationId xmlns:a16="http://schemas.microsoft.com/office/drawing/2014/main" id="{530148A6-A260-6901-8E77-952FE149DB46}"/>
              </a:ext>
            </a:extLst>
          </p:cNvPr>
          <p:cNvSpPr>
            <a:spLocks noChangeArrowheads="1"/>
          </p:cNvSpPr>
          <p:nvPr/>
        </p:nvSpPr>
        <p:spPr bwMode="auto">
          <a:xfrm>
            <a:off x="6629400" y="2590800"/>
            <a:ext cx="152400" cy="152400"/>
          </a:xfrm>
          <a:prstGeom prst="diamond">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a:extLst>
              <a:ext uri="{FF2B5EF4-FFF2-40B4-BE49-F238E27FC236}">
                <a16:creationId xmlns:a16="http://schemas.microsoft.com/office/drawing/2014/main" id="{22542E84-373F-2278-8D59-E761848708F6}"/>
              </a:ext>
            </a:extLst>
          </p:cNvPr>
          <p:cNvSpPr>
            <a:spLocks noGrp="1" noChangeArrowheads="1"/>
          </p:cNvSpPr>
          <p:nvPr>
            <p:ph type="title"/>
          </p:nvPr>
        </p:nvSpPr>
        <p:spPr>
          <a:xfrm>
            <a:off x="0" y="152400"/>
            <a:ext cx="9144000" cy="831850"/>
          </a:xfrm>
        </p:spPr>
        <p:txBody>
          <a:bodyPr/>
          <a:lstStyle/>
          <a:p>
            <a:pPr eaLnBrk="1" hangingPunct="1">
              <a:defRPr/>
            </a:pPr>
            <a:r>
              <a:rPr lang="en-US" altLang="en-US" sz="4000">
                <a:effectLst>
                  <a:outerShdw blurRad="38100" dist="38100" dir="2700000" algn="tl">
                    <a:srgbClr val="C0C0C0"/>
                  </a:outerShdw>
                </a:effectLst>
              </a:rPr>
              <a:t>Comments on the </a:t>
            </a:r>
            <a:r>
              <a:rPr lang="en-US" altLang="en-US" sz="4000" i="1">
                <a:effectLst>
                  <a:outerShdw blurRad="38100" dist="38100" dir="2700000" algn="tl">
                    <a:srgbClr val="C0C0C0"/>
                  </a:outerShdw>
                </a:effectLst>
              </a:rPr>
              <a:t>K-Means</a:t>
            </a:r>
            <a:r>
              <a:rPr lang="en-US" altLang="en-US" sz="4000">
                <a:effectLst>
                  <a:outerShdw blurRad="38100" dist="38100" dir="2700000" algn="tl">
                    <a:srgbClr val="C0C0C0"/>
                  </a:outerShdw>
                </a:effectLst>
              </a:rPr>
              <a:t> Method</a:t>
            </a:r>
            <a:endParaRPr lang="en-US" altLang="en-US" sz="3200" b="1">
              <a:effectLst>
                <a:outerShdw blurRad="38100" dist="38100" dir="2700000" algn="tl">
                  <a:srgbClr val="C0C0C0"/>
                </a:outerShdw>
              </a:effectLst>
            </a:endParaRPr>
          </a:p>
        </p:txBody>
      </p:sp>
      <p:sp>
        <p:nvSpPr>
          <p:cNvPr id="41987" name="Rectangle 3">
            <a:extLst>
              <a:ext uri="{FF2B5EF4-FFF2-40B4-BE49-F238E27FC236}">
                <a16:creationId xmlns:a16="http://schemas.microsoft.com/office/drawing/2014/main" id="{B873686C-0119-3AE1-9678-8D22F65ED39D}"/>
              </a:ext>
            </a:extLst>
          </p:cNvPr>
          <p:cNvSpPr>
            <a:spLocks noGrp="1" noChangeArrowheads="1"/>
          </p:cNvSpPr>
          <p:nvPr>
            <p:ph type="body" idx="1"/>
          </p:nvPr>
        </p:nvSpPr>
        <p:spPr>
          <a:xfrm>
            <a:off x="228600" y="1295400"/>
            <a:ext cx="8686800" cy="4648200"/>
          </a:xfrm>
        </p:spPr>
        <p:txBody>
          <a:bodyPr/>
          <a:lstStyle/>
          <a:p>
            <a:pPr eaLnBrk="1" hangingPunct="1">
              <a:lnSpc>
                <a:spcPct val="90000"/>
              </a:lnSpc>
            </a:pPr>
            <a:r>
              <a:rPr lang="en-US" altLang="en-US" sz="2800" u="sng"/>
              <a:t>Strength</a:t>
            </a:r>
            <a:r>
              <a:rPr lang="en-US" altLang="en-US" sz="2800"/>
              <a:t> </a:t>
            </a:r>
          </a:p>
          <a:p>
            <a:pPr lvl="1" eaLnBrk="1" hangingPunct="1">
              <a:lnSpc>
                <a:spcPct val="90000"/>
              </a:lnSpc>
            </a:pPr>
            <a:r>
              <a:rPr lang="en-US" altLang="en-US" sz="2400" i="1"/>
              <a:t>Relatively efficient</a:t>
            </a:r>
            <a:r>
              <a:rPr lang="en-US" altLang="en-US" sz="2400"/>
              <a:t>: </a:t>
            </a:r>
            <a:r>
              <a:rPr lang="en-US" altLang="en-US" sz="2400" i="1"/>
              <a:t>O</a:t>
            </a:r>
            <a:r>
              <a:rPr lang="en-US" altLang="en-US" sz="2400"/>
              <a:t>(</a:t>
            </a:r>
            <a:r>
              <a:rPr lang="en-US" altLang="en-US" sz="2400" i="1"/>
              <a:t>tkn</a:t>
            </a:r>
            <a:r>
              <a:rPr lang="en-US" altLang="en-US" sz="2400"/>
              <a:t>), where </a:t>
            </a:r>
            <a:r>
              <a:rPr lang="en-US" altLang="en-US" sz="2400" i="1"/>
              <a:t>n</a:t>
            </a:r>
            <a:r>
              <a:rPr lang="en-US" altLang="en-US" sz="2400"/>
              <a:t> is # objects, </a:t>
            </a:r>
            <a:r>
              <a:rPr lang="en-US" altLang="en-US" sz="2400" i="1"/>
              <a:t>k</a:t>
            </a:r>
            <a:r>
              <a:rPr lang="en-US" altLang="en-US" sz="2400"/>
              <a:t> is # clusters, and </a:t>
            </a:r>
            <a:r>
              <a:rPr lang="en-US" altLang="en-US" sz="2400" i="1"/>
              <a:t>t  </a:t>
            </a:r>
            <a:r>
              <a:rPr lang="en-US" altLang="en-US" sz="2400"/>
              <a:t>is # iterations. Normally, </a:t>
            </a:r>
            <a:r>
              <a:rPr lang="en-US" altLang="en-US" sz="2400" i="1"/>
              <a:t>k</a:t>
            </a:r>
            <a:r>
              <a:rPr lang="en-US" altLang="en-US" sz="2400"/>
              <a:t>, </a:t>
            </a:r>
            <a:r>
              <a:rPr lang="en-US" altLang="en-US" sz="2400" i="1"/>
              <a:t>t</a:t>
            </a:r>
            <a:r>
              <a:rPr lang="en-US" altLang="en-US" sz="2400"/>
              <a:t> &lt;&lt; </a:t>
            </a:r>
            <a:r>
              <a:rPr lang="en-US" altLang="en-US" sz="2400" i="1"/>
              <a:t>n</a:t>
            </a:r>
            <a:r>
              <a:rPr lang="en-US" altLang="en-US" sz="2400"/>
              <a:t>.</a:t>
            </a:r>
          </a:p>
          <a:p>
            <a:pPr lvl="1" eaLnBrk="1" hangingPunct="1">
              <a:lnSpc>
                <a:spcPct val="90000"/>
              </a:lnSpc>
            </a:pPr>
            <a:r>
              <a:rPr lang="en-US" altLang="en-US" sz="2400"/>
              <a:t>Often terminates at a </a:t>
            </a:r>
            <a:r>
              <a:rPr lang="en-US" altLang="en-US" sz="2400" i="1"/>
              <a:t>local optimum</a:t>
            </a:r>
            <a:r>
              <a:rPr lang="en-US" altLang="en-US" sz="2400"/>
              <a:t>. The </a:t>
            </a:r>
            <a:r>
              <a:rPr lang="en-US" altLang="en-US" sz="2400" i="1"/>
              <a:t>global optimum</a:t>
            </a:r>
            <a:r>
              <a:rPr lang="en-US" altLang="en-US" sz="2400"/>
              <a:t> may be found using techniques such as: </a:t>
            </a:r>
            <a:r>
              <a:rPr lang="en-US" altLang="en-US" sz="2400" i="1"/>
              <a:t>deterministic annealing</a:t>
            </a:r>
            <a:r>
              <a:rPr lang="en-US" altLang="en-US" sz="2400"/>
              <a:t> and </a:t>
            </a:r>
            <a:r>
              <a:rPr lang="en-US" altLang="en-US" sz="2400" i="1"/>
              <a:t>genetic algorithms</a:t>
            </a:r>
            <a:endParaRPr lang="en-US" altLang="en-US" sz="2400"/>
          </a:p>
          <a:p>
            <a:pPr eaLnBrk="1" hangingPunct="1">
              <a:lnSpc>
                <a:spcPct val="90000"/>
              </a:lnSpc>
            </a:pPr>
            <a:r>
              <a:rPr lang="en-US" altLang="en-US" sz="2800" u="sng"/>
              <a:t>Weakness</a:t>
            </a:r>
            <a:endParaRPr lang="en-US" altLang="en-US" sz="2800"/>
          </a:p>
          <a:p>
            <a:pPr lvl="1" eaLnBrk="1" hangingPunct="1">
              <a:lnSpc>
                <a:spcPct val="90000"/>
              </a:lnSpc>
            </a:pPr>
            <a:r>
              <a:rPr lang="en-US" altLang="en-US" sz="2400"/>
              <a:t>Applicable only when </a:t>
            </a:r>
            <a:r>
              <a:rPr lang="en-US" altLang="en-US" sz="2400" i="1"/>
              <a:t>mean</a:t>
            </a:r>
            <a:r>
              <a:rPr lang="en-US" altLang="en-US" sz="2400"/>
              <a:t> is defined, then what about categorical data?</a:t>
            </a:r>
          </a:p>
          <a:p>
            <a:pPr lvl="1" eaLnBrk="1" hangingPunct="1">
              <a:lnSpc>
                <a:spcPct val="90000"/>
              </a:lnSpc>
            </a:pPr>
            <a:r>
              <a:rPr lang="en-US" altLang="en-US" sz="2400"/>
              <a:t>Need to specify </a:t>
            </a:r>
            <a:r>
              <a:rPr lang="en-US" altLang="en-US" sz="2400" i="1"/>
              <a:t>k, </a:t>
            </a:r>
            <a:r>
              <a:rPr lang="en-US" altLang="en-US" sz="2400"/>
              <a:t>the </a:t>
            </a:r>
            <a:r>
              <a:rPr lang="en-US" altLang="en-US" sz="2400" i="1"/>
              <a:t>number</a:t>
            </a:r>
            <a:r>
              <a:rPr lang="en-US" altLang="en-US" sz="2400"/>
              <a:t> of clusters, in advance</a:t>
            </a:r>
          </a:p>
          <a:p>
            <a:pPr lvl="1" eaLnBrk="1" hangingPunct="1">
              <a:lnSpc>
                <a:spcPct val="90000"/>
              </a:lnSpc>
            </a:pPr>
            <a:r>
              <a:rPr lang="en-US" altLang="en-US" sz="2400"/>
              <a:t>Unable to handle noisy data and </a:t>
            </a:r>
            <a:r>
              <a:rPr lang="en-US" altLang="en-US" sz="2400" i="1"/>
              <a:t>outliers</a:t>
            </a:r>
            <a:endParaRPr lang="en-US" altLang="en-US" sz="2400"/>
          </a:p>
          <a:p>
            <a:pPr lvl="1" eaLnBrk="1" hangingPunct="1">
              <a:lnSpc>
                <a:spcPct val="90000"/>
              </a:lnSpc>
            </a:pPr>
            <a:r>
              <a:rPr lang="en-US" altLang="en-US" sz="2400"/>
              <a:t>Not suitable to discover clusters with </a:t>
            </a:r>
            <a:r>
              <a:rPr lang="en-US" altLang="en-US" sz="2400" i="1"/>
              <a:t>non-convex shapes</a:t>
            </a:r>
          </a:p>
        </p:txBody>
      </p:sp>
    </p:spTree>
  </p:cSld>
  <p:clrMapOvr>
    <a:masterClrMapping/>
  </p:clrMapOvr>
  <p:transition>
    <p:strips dir="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a:extLst>
              <a:ext uri="{FF2B5EF4-FFF2-40B4-BE49-F238E27FC236}">
                <a16:creationId xmlns:a16="http://schemas.microsoft.com/office/drawing/2014/main" id="{22542E84-373F-2278-8D59-E761848708F6}"/>
              </a:ext>
            </a:extLst>
          </p:cNvPr>
          <p:cNvSpPr>
            <a:spLocks noGrp="1" noChangeArrowheads="1"/>
          </p:cNvSpPr>
          <p:nvPr>
            <p:ph type="title"/>
          </p:nvPr>
        </p:nvSpPr>
        <p:spPr>
          <a:xfrm>
            <a:off x="0" y="152400"/>
            <a:ext cx="9144000" cy="831850"/>
          </a:xfrm>
        </p:spPr>
        <p:txBody>
          <a:bodyPr/>
          <a:lstStyle/>
          <a:p>
            <a:pPr eaLnBrk="1" hangingPunct="1">
              <a:defRPr/>
            </a:pPr>
            <a:r>
              <a:rPr lang="en-US" altLang="en-US" sz="4000" i="1" dirty="0">
                <a:effectLst>
                  <a:outerShdw blurRad="38100" dist="38100" dir="2700000" algn="tl">
                    <a:srgbClr val="C0C0C0"/>
                  </a:outerShdw>
                </a:effectLst>
              </a:rPr>
              <a:t>K-Means</a:t>
            </a:r>
            <a:r>
              <a:rPr lang="en-US" altLang="en-US" sz="4000" dirty="0">
                <a:effectLst>
                  <a:outerShdw blurRad="38100" dist="38100" dir="2700000" algn="tl">
                    <a:srgbClr val="C0C0C0"/>
                  </a:outerShdw>
                </a:effectLst>
              </a:rPr>
              <a:t> Clustering Hyperparameters</a:t>
            </a:r>
            <a:endParaRPr lang="en-US" altLang="en-US" sz="3200" b="1" dirty="0">
              <a:effectLst>
                <a:outerShdw blurRad="38100" dist="38100" dir="2700000" algn="tl">
                  <a:srgbClr val="C0C0C0"/>
                </a:outerShdw>
              </a:effectLst>
            </a:endParaRPr>
          </a:p>
        </p:txBody>
      </p:sp>
      <p:sp>
        <p:nvSpPr>
          <p:cNvPr id="41987" name="Rectangle 3">
            <a:extLst>
              <a:ext uri="{FF2B5EF4-FFF2-40B4-BE49-F238E27FC236}">
                <a16:creationId xmlns:a16="http://schemas.microsoft.com/office/drawing/2014/main" id="{B873686C-0119-3AE1-9678-8D22F65ED39D}"/>
              </a:ext>
            </a:extLst>
          </p:cNvPr>
          <p:cNvSpPr>
            <a:spLocks noGrp="1" noChangeArrowheads="1"/>
          </p:cNvSpPr>
          <p:nvPr>
            <p:ph type="body" idx="1"/>
          </p:nvPr>
        </p:nvSpPr>
        <p:spPr>
          <a:xfrm>
            <a:off x="0" y="1295400"/>
            <a:ext cx="9144000" cy="5562600"/>
          </a:xfrm>
        </p:spPr>
        <p:txBody>
          <a:bodyPr/>
          <a:lstStyle/>
          <a:p>
            <a:pPr marL="0" indent="0" eaLnBrk="1" hangingPunct="1">
              <a:lnSpc>
                <a:spcPct val="90000"/>
              </a:lnSpc>
              <a:buNone/>
            </a:pPr>
            <a:r>
              <a:rPr lang="en-US" altLang="en-US" sz="2400" dirty="0"/>
              <a:t>1. </a:t>
            </a:r>
            <a:r>
              <a:rPr lang="en-US" altLang="en-US" sz="2400" dirty="0" err="1"/>
              <a:t>n_clusters</a:t>
            </a:r>
            <a:r>
              <a:rPr lang="en-US" altLang="en-US" sz="2400" dirty="0"/>
              <a:t>, default=8</a:t>
            </a:r>
          </a:p>
          <a:p>
            <a:pPr marL="0" indent="0" eaLnBrk="1" hangingPunct="1">
              <a:lnSpc>
                <a:spcPct val="90000"/>
              </a:lnSpc>
              <a:buNone/>
            </a:pPr>
            <a:r>
              <a:rPr lang="en-US" altLang="en-US" sz="2400" dirty="0"/>
              <a:t>The </a:t>
            </a:r>
            <a:r>
              <a:rPr lang="en-US" altLang="en-US" sz="2400" dirty="0">
                <a:solidFill>
                  <a:srgbClr val="FF0000"/>
                </a:solidFill>
              </a:rPr>
              <a:t>number of clusters </a:t>
            </a:r>
            <a:r>
              <a:rPr lang="en-US" altLang="en-US" sz="2400" dirty="0"/>
              <a:t>to form as well as the number of centroids to generate</a:t>
            </a:r>
          </a:p>
          <a:p>
            <a:pPr marL="0" indent="0" eaLnBrk="1" hangingPunct="1">
              <a:lnSpc>
                <a:spcPct val="90000"/>
              </a:lnSpc>
              <a:buNone/>
            </a:pPr>
            <a:r>
              <a:rPr lang="en-US" altLang="en-US" sz="2400" dirty="0"/>
              <a:t>2. Method for initialization/ selects initial cluster centroids, default = k-means++. Empirical probability distribution of the points’ contribution to the overall inertia</a:t>
            </a:r>
          </a:p>
          <a:p>
            <a:pPr marL="0" indent="0" eaLnBrk="1" hangingPunct="1">
              <a:lnSpc>
                <a:spcPct val="90000"/>
              </a:lnSpc>
              <a:buNone/>
            </a:pPr>
            <a:r>
              <a:rPr lang="en-US" altLang="en-US" sz="2400" dirty="0"/>
              <a:t>3. Number of times the k-means algorithm is run with </a:t>
            </a:r>
            <a:r>
              <a:rPr lang="en-US" altLang="en-US" sz="2400" dirty="0">
                <a:solidFill>
                  <a:srgbClr val="FF0000"/>
                </a:solidFill>
              </a:rPr>
              <a:t>different centroids</a:t>
            </a:r>
          </a:p>
          <a:p>
            <a:pPr marL="0" indent="0" eaLnBrk="1" hangingPunct="1">
              <a:lnSpc>
                <a:spcPct val="90000"/>
              </a:lnSpc>
              <a:buNone/>
            </a:pPr>
            <a:r>
              <a:rPr lang="en-US" altLang="en-US" sz="2400" dirty="0"/>
              <a:t>4. Maximum number of iterations for a single run with a single centroid</a:t>
            </a:r>
            <a:endParaRPr lang="en-US" altLang="en-US" sz="2400" dirty="0">
              <a:cs typeface="Times New Roman"/>
            </a:endParaRPr>
          </a:p>
        </p:txBody>
      </p:sp>
    </p:spTree>
    <p:extLst>
      <p:ext uri="{BB962C8B-B14F-4D97-AF65-F5344CB8AC3E}">
        <p14:creationId xmlns:p14="http://schemas.microsoft.com/office/powerpoint/2010/main" val="1377371895"/>
      </p:ext>
    </p:extLst>
  </p:cSld>
  <p:clrMapOvr>
    <a:masterClrMapping/>
  </p:clrMapOvr>
  <p:transition>
    <p:strips dir="rd"/>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7810" name="Rectangle 2">
            <a:extLst>
              <a:ext uri="{FF2B5EF4-FFF2-40B4-BE49-F238E27FC236}">
                <a16:creationId xmlns:a16="http://schemas.microsoft.com/office/drawing/2014/main" id="{22542E84-373F-2278-8D59-E761848708F6}"/>
              </a:ext>
            </a:extLst>
          </p:cNvPr>
          <p:cNvSpPr>
            <a:spLocks noGrp="1" noChangeArrowheads="1"/>
          </p:cNvSpPr>
          <p:nvPr>
            <p:ph type="title"/>
          </p:nvPr>
        </p:nvSpPr>
        <p:spPr>
          <a:xfrm>
            <a:off x="0" y="152400"/>
            <a:ext cx="9144000" cy="831850"/>
          </a:xfrm>
        </p:spPr>
        <p:txBody>
          <a:bodyPr/>
          <a:lstStyle/>
          <a:p>
            <a:pPr eaLnBrk="1" hangingPunct="1">
              <a:defRPr/>
            </a:pPr>
            <a:r>
              <a:rPr lang="en-US" altLang="en-US" sz="4000" i="1" dirty="0">
                <a:effectLst>
                  <a:outerShdw blurRad="38100" dist="38100" dir="2700000" algn="tl">
                    <a:srgbClr val="C0C0C0"/>
                  </a:outerShdw>
                </a:effectLst>
              </a:rPr>
              <a:t>K-Means++</a:t>
            </a:r>
            <a:endParaRPr lang="en-US" altLang="en-US" sz="3200" b="1" dirty="0">
              <a:effectLst>
                <a:outerShdw blurRad="38100" dist="38100" dir="2700000" algn="tl">
                  <a:srgbClr val="C0C0C0"/>
                </a:outerShdw>
              </a:effectLst>
            </a:endParaRPr>
          </a:p>
        </p:txBody>
      </p:sp>
      <p:sp>
        <p:nvSpPr>
          <p:cNvPr id="41987" name="Rectangle 3">
            <a:extLst>
              <a:ext uri="{FF2B5EF4-FFF2-40B4-BE49-F238E27FC236}">
                <a16:creationId xmlns:a16="http://schemas.microsoft.com/office/drawing/2014/main" id="{B873686C-0119-3AE1-9678-8D22F65ED39D}"/>
              </a:ext>
            </a:extLst>
          </p:cNvPr>
          <p:cNvSpPr>
            <a:spLocks noGrp="1" noChangeArrowheads="1"/>
          </p:cNvSpPr>
          <p:nvPr>
            <p:ph type="body" idx="1"/>
          </p:nvPr>
        </p:nvSpPr>
        <p:spPr>
          <a:xfrm>
            <a:off x="0" y="984250"/>
            <a:ext cx="9144000" cy="5873750"/>
          </a:xfrm>
        </p:spPr>
        <p:txBody>
          <a:bodyPr/>
          <a:lstStyle/>
          <a:p>
            <a:pPr eaLnBrk="1" hangingPunct="1">
              <a:lnSpc>
                <a:spcPct val="90000"/>
              </a:lnSpc>
            </a:pPr>
            <a:r>
              <a:rPr lang="en-US" altLang="en-US" sz="2400" dirty="0"/>
              <a:t>Smarter initialization of the centroids and improves the quality of the clustering</a:t>
            </a:r>
          </a:p>
          <a:p>
            <a:pPr eaLnBrk="1" hangingPunct="1">
              <a:lnSpc>
                <a:spcPct val="90000"/>
              </a:lnSpc>
            </a:pPr>
            <a:r>
              <a:rPr lang="en-US" altLang="en-US" sz="2400" dirty="0"/>
              <a:t>Select the next centroid from the data points such that the probability of </a:t>
            </a:r>
            <a:r>
              <a:rPr lang="en-US" altLang="en-US" sz="2400" dirty="0">
                <a:solidFill>
                  <a:srgbClr val="FF0000"/>
                </a:solidFill>
              </a:rPr>
              <a:t>choosing a point as centroid is directly proportional to its distance from the nearest</a:t>
            </a:r>
            <a:r>
              <a:rPr lang="en-US" altLang="en-US" sz="2400" dirty="0"/>
              <a:t>, previously chosen centroid. </a:t>
            </a:r>
          </a:p>
          <a:p>
            <a:pPr eaLnBrk="1" hangingPunct="1">
              <a:lnSpc>
                <a:spcPct val="90000"/>
              </a:lnSpc>
            </a:pPr>
            <a:r>
              <a:rPr lang="en-US" altLang="en-US" sz="2400" dirty="0"/>
              <a:t>Point having maximum distance from the nearest centroid is most likely to be selected next as a centroid</a:t>
            </a:r>
          </a:p>
          <a:p>
            <a:pPr eaLnBrk="1" hangingPunct="1">
              <a:lnSpc>
                <a:spcPct val="90000"/>
              </a:lnSpc>
            </a:pPr>
            <a:endParaRPr lang="en-US" altLang="en-US" sz="2400" dirty="0"/>
          </a:p>
        </p:txBody>
      </p:sp>
      <p:pic>
        <p:nvPicPr>
          <p:cNvPr id="3" name="Picture 2">
            <a:extLst>
              <a:ext uri="{FF2B5EF4-FFF2-40B4-BE49-F238E27FC236}">
                <a16:creationId xmlns:a16="http://schemas.microsoft.com/office/drawing/2014/main" id="{0DF5E48F-0547-43EF-8DBD-28E8EFD01E6C}"/>
              </a:ext>
            </a:extLst>
          </p:cNvPr>
          <p:cNvPicPr>
            <a:picLocks noChangeAspect="1"/>
          </p:cNvPicPr>
          <p:nvPr/>
        </p:nvPicPr>
        <p:blipFill rotWithShape="1">
          <a:blip r:embed="rId2">
            <a:extLst>
              <a:ext uri="{28A0092B-C50C-407E-A947-70E740481C1C}">
                <a14:useLocalDpi xmlns:a14="http://schemas.microsoft.com/office/drawing/2010/main" val="0"/>
              </a:ext>
            </a:extLst>
          </a:blip>
          <a:srcRect l="4014" t="6911"/>
          <a:stretch/>
        </p:blipFill>
        <p:spPr>
          <a:xfrm>
            <a:off x="4458865" y="3581400"/>
            <a:ext cx="4685135" cy="3155576"/>
          </a:xfrm>
          <a:prstGeom prst="rect">
            <a:avLst/>
          </a:prstGeom>
        </p:spPr>
      </p:pic>
    </p:spTree>
    <p:extLst>
      <p:ext uri="{BB962C8B-B14F-4D97-AF65-F5344CB8AC3E}">
        <p14:creationId xmlns:p14="http://schemas.microsoft.com/office/powerpoint/2010/main" val="420183178"/>
      </p:ext>
    </p:extLst>
  </p:cSld>
  <p:clrMapOvr>
    <a:masterClrMapping/>
  </p:clrMapOvr>
  <p:transition>
    <p:strips dir="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a:extLst>
              <a:ext uri="{FF2B5EF4-FFF2-40B4-BE49-F238E27FC236}">
                <a16:creationId xmlns:a16="http://schemas.microsoft.com/office/drawing/2014/main" id="{22542E84-373F-2278-8D59-E761848708F6}"/>
              </a:ext>
            </a:extLst>
          </p:cNvPr>
          <p:cNvSpPr>
            <a:spLocks noGrp="1" noChangeArrowheads="1"/>
          </p:cNvSpPr>
          <p:nvPr>
            <p:ph type="title"/>
          </p:nvPr>
        </p:nvSpPr>
        <p:spPr>
          <a:xfrm>
            <a:off x="0" y="0"/>
            <a:ext cx="9144000" cy="831850"/>
          </a:xfrm>
        </p:spPr>
        <p:txBody>
          <a:bodyPr/>
          <a:lstStyle/>
          <a:p>
            <a:pPr eaLnBrk="1" hangingPunct="1">
              <a:defRPr/>
            </a:pPr>
            <a:r>
              <a:rPr lang="en-US" altLang="en-US" sz="4000" i="1" dirty="0">
                <a:effectLst>
                  <a:outerShdw blurRad="38100" dist="38100" dir="2700000" algn="tl">
                    <a:srgbClr val="C0C0C0"/>
                  </a:outerShdw>
                </a:effectLst>
              </a:rPr>
              <a:t>K-Means++</a:t>
            </a:r>
            <a:endParaRPr lang="en-US" altLang="en-US" sz="3200" b="1" dirty="0">
              <a:effectLst>
                <a:outerShdw blurRad="38100" dist="38100" dir="2700000" algn="tl">
                  <a:srgbClr val="C0C0C0"/>
                </a:outerShdw>
              </a:effectLst>
            </a:endParaRPr>
          </a:p>
        </p:txBody>
      </p:sp>
      <mc:AlternateContent xmlns:mc="http://schemas.openxmlformats.org/markup-compatibility/2006" xmlns:a14="http://schemas.microsoft.com/office/drawing/2010/main">
        <mc:Choice Requires="a14">
          <p:sp>
            <p:nvSpPr>
              <p:cNvPr id="41987" name="Rectangle 3">
                <a:extLst>
                  <a:ext uri="{FF2B5EF4-FFF2-40B4-BE49-F238E27FC236}">
                    <a16:creationId xmlns:a16="http://schemas.microsoft.com/office/drawing/2014/main" id="{B873686C-0119-3AE1-9678-8D22F65ED39D}"/>
                  </a:ext>
                </a:extLst>
              </p:cNvPr>
              <p:cNvSpPr>
                <a:spLocks noGrp="1" noChangeArrowheads="1"/>
              </p:cNvSpPr>
              <p:nvPr>
                <p:ph type="body" idx="1"/>
              </p:nvPr>
            </p:nvSpPr>
            <p:spPr>
              <a:xfrm>
                <a:off x="0" y="685800"/>
                <a:ext cx="9144000" cy="6172200"/>
              </a:xfrm>
            </p:spPr>
            <p:txBody>
              <a:bodyPr/>
              <a:lstStyle/>
              <a:p>
                <a:pPr marL="457200" indent="-457200" eaLnBrk="1" hangingPunct="1">
                  <a:lnSpc>
                    <a:spcPct val="90000"/>
                  </a:lnSpc>
                  <a:buFont typeface="+mj-lt"/>
                  <a:buAutoNum type="arabicPeriod"/>
                </a:pPr>
                <a:r>
                  <a:rPr lang="en-US" altLang="en-US" sz="2400" dirty="0"/>
                  <a:t>Randomly select the first centroid from the data points.</a:t>
                </a:r>
              </a:p>
              <a:p>
                <a:pPr marL="457200" indent="-457200" eaLnBrk="1" hangingPunct="1">
                  <a:lnSpc>
                    <a:spcPct val="90000"/>
                  </a:lnSpc>
                  <a:buFont typeface="+mj-lt"/>
                  <a:buAutoNum type="arabicPeriod"/>
                </a:pPr>
                <a:r>
                  <a:rPr lang="en-US" altLang="en-US" sz="2400" dirty="0"/>
                  <a:t>For each data point compute its distance from the nearest, previously chosen centroid.</a:t>
                </a:r>
              </a:p>
              <a:p>
                <a:pPr marL="457200" indent="-457200" eaLnBrk="1" hangingPunct="1">
                  <a:lnSpc>
                    <a:spcPct val="90000"/>
                  </a:lnSpc>
                  <a:buFont typeface="+mj-lt"/>
                  <a:buAutoNum type="arabicPeriod"/>
                </a:pPr>
                <a:r>
                  <a:rPr lang="en-US" altLang="en-US" sz="2400" dirty="0"/>
                  <a:t>Select the next centroid from the data points such that the point having maximum distance from the nearest centroid is most likely to be selected next as a centroid</a:t>
                </a:r>
              </a:p>
              <a:p>
                <a:pPr marL="457200" indent="-457200" eaLnBrk="1" hangingPunct="1">
                  <a:lnSpc>
                    <a:spcPct val="90000"/>
                  </a:lnSpc>
                  <a:buFont typeface="+mj-lt"/>
                  <a:buAutoNum type="arabicPeriod"/>
                </a:pPr>
                <a:r>
                  <a:rPr lang="en-US" altLang="en-US" sz="2400" dirty="0"/>
                  <a:t>Repeat steps 2 and 3 until </a:t>
                </a:r>
                <a14:m>
                  <m:oMath xmlns:m="http://schemas.openxmlformats.org/officeDocument/2006/math">
                    <m:r>
                      <a:rPr lang="en-US" altLang="en-US" sz="2400" i="1" dirty="0" smtClean="0">
                        <a:latin typeface="Cambria Math" panose="02040503050406030204" pitchFamily="18" charset="0"/>
                      </a:rPr>
                      <m:t>𝑘</m:t>
                    </m:r>
                  </m:oMath>
                </a14:m>
                <a:r>
                  <a:rPr lang="en-US" altLang="en-US" sz="2400" dirty="0"/>
                  <a:t> centroids have been sampled</a:t>
                </a:r>
              </a:p>
            </p:txBody>
          </p:sp>
        </mc:Choice>
        <mc:Fallback xmlns="">
          <p:sp>
            <p:nvSpPr>
              <p:cNvPr id="41987" name="Rectangle 3">
                <a:extLst>
                  <a:ext uri="{FF2B5EF4-FFF2-40B4-BE49-F238E27FC236}">
                    <a16:creationId xmlns:a16="http://schemas.microsoft.com/office/drawing/2014/main" id="{B873686C-0119-3AE1-9678-8D22F65ED39D}"/>
                  </a:ext>
                </a:extLst>
              </p:cNvPr>
              <p:cNvSpPr>
                <a:spLocks noGrp="1" noRot="1" noChangeAspect="1" noMove="1" noResize="1" noEditPoints="1" noAdjustHandles="1" noChangeArrowheads="1" noChangeShapeType="1" noTextEdit="1"/>
              </p:cNvSpPr>
              <p:nvPr>
                <p:ph type="body" idx="1"/>
              </p:nvPr>
            </p:nvSpPr>
            <p:spPr>
              <a:xfrm>
                <a:off x="0" y="685800"/>
                <a:ext cx="9144000" cy="6172200"/>
              </a:xfrm>
              <a:blipFill>
                <a:blip r:embed="rId2"/>
                <a:stretch>
                  <a:fillRect l="-867" t="-1383" r="-667"/>
                </a:stretch>
              </a:blipFill>
            </p:spPr>
            <p:txBody>
              <a:bodyPr/>
              <a:lstStyle/>
              <a:p>
                <a:r>
                  <a:rPr lang="en-US">
                    <a:noFill/>
                  </a:rPr>
                  <a:t> </a:t>
                </a:r>
              </a:p>
            </p:txBody>
          </p:sp>
        </mc:Fallback>
      </mc:AlternateContent>
      <p:pic>
        <p:nvPicPr>
          <p:cNvPr id="1026" name="Picture 2">
            <a:extLst>
              <a:ext uri="{FF2B5EF4-FFF2-40B4-BE49-F238E27FC236}">
                <a16:creationId xmlns:a16="http://schemas.microsoft.com/office/drawing/2014/main" id="{51521BAC-DA14-46EE-B649-8904455838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5618" y="3429001"/>
            <a:ext cx="4908382" cy="340210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9D2B520-144F-4DBC-9216-F7B9FE118D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446928"/>
            <a:ext cx="4589887" cy="3181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8610249"/>
      </p:ext>
    </p:extLst>
  </p:cSld>
  <p:clrMapOvr>
    <a:masterClrMapping/>
  </p:clrMapOvr>
  <p:transition>
    <p:strips dir="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6EE0B9F-7822-D2FD-6AFB-8F520DF85245}"/>
              </a:ext>
            </a:extLst>
          </p:cNvPr>
          <p:cNvSpPr>
            <a:spLocks noGrp="1" noChangeArrowheads="1"/>
          </p:cNvSpPr>
          <p:nvPr>
            <p:ph type="title"/>
          </p:nvPr>
        </p:nvSpPr>
        <p:spPr>
          <a:xfrm>
            <a:off x="533400" y="512763"/>
            <a:ext cx="7700963" cy="831850"/>
          </a:xfrm>
        </p:spPr>
        <p:txBody>
          <a:bodyPr/>
          <a:lstStyle/>
          <a:p>
            <a:pPr eaLnBrk="1" hangingPunct="1"/>
            <a:r>
              <a:rPr lang="en-US" altLang="en-US" sz="4000"/>
              <a:t>The</a:t>
            </a:r>
            <a:r>
              <a:rPr lang="en-US" altLang="en-US" sz="4000" i="1"/>
              <a:t> K</a:t>
            </a:r>
            <a:r>
              <a:rPr lang="en-US" altLang="en-US" sz="4000"/>
              <a:t>-</a:t>
            </a:r>
            <a:r>
              <a:rPr lang="en-US" altLang="en-US" sz="4000" i="1"/>
              <a:t>Medoids</a:t>
            </a:r>
            <a:r>
              <a:rPr lang="en-US" altLang="en-US"/>
              <a:t> </a:t>
            </a:r>
            <a:r>
              <a:rPr lang="en-US" altLang="en-US" sz="4000"/>
              <a:t>Clustering Method</a:t>
            </a:r>
          </a:p>
        </p:txBody>
      </p:sp>
      <p:sp>
        <p:nvSpPr>
          <p:cNvPr id="43011" name="Rectangle 3">
            <a:extLst>
              <a:ext uri="{FF2B5EF4-FFF2-40B4-BE49-F238E27FC236}">
                <a16:creationId xmlns:a16="http://schemas.microsoft.com/office/drawing/2014/main" id="{DF172252-A0BB-341D-FA0F-8EDBCF2A038B}"/>
              </a:ext>
            </a:extLst>
          </p:cNvPr>
          <p:cNvSpPr>
            <a:spLocks noGrp="1" noChangeArrowheads="1"/>
          </p:cNvSpPr>
          <p:nvPr>
            <p:ph type="body" idx="1"/>
          </p:nvPr>
        </p:nvSpPr>
        <p:spPr>
          <a:xfrm>
            <a:off x="0" y="1676400"/>
            <a:ext cx="9144000" cy="4724400"/>
          </a:xfrm>
        </p:spPr>
        <p:txBody>
          <a:bodyPr/>
          <a:lstStyle/>
          <a:p>
            <a:pPr eaLnBrk="1" hangingPunct="1">
              <a:lnSpc>
                <a:spcPct val="110000"/>
              </a:lnSpc>
            </a:pPr>
            <a:r>
              <a:rPr lang="en-US" altLang="en-US" sz="2800" dirty="0"/>
              <a:t>Find </a:t>
            </a:r>
            <a:r>
              <a:rPr lang="en-US" altLang="en-US" sz="2800" i="1" dirty="0"/>
              <a:t>representative</a:t>
            </a:r>
            <a:r>
              <a:rPr lang="en-US" altLang="en-US" sz="2800" dirty="0"/>
              <a:t> objects, called </a:t>
            </a:r>
            <a:r>
              <a:rPr lang="en-US" altLang="en-US" sz="2800" u="sng" dirty="0"/>
              <a:t>medoids</a:t>
            </a:r>
            <a:r>
              <a:rPr lang="en-US" altLang="en-US" sz="2800" dirty="0"/>
              <a:t>, in clusters</a:t>
            </a:r>
          </a:p>
          <a:p>
            <a:pPr eaLnBrk="1" hangingPunct="1">
              <a:lnSpc>
                <a:spcPct val="110000"/>
              </a:lnSpc>
            </a:pPr>
            <a:r>
              <a:rPr lang="en-US" altLang="en-US" sz="2800" i="1" dirty="0"/>
              <a:t>PAM</a:t>
            </a:r>
            <a:r>
              <a:rPr lang="en-US" altLang="en-US" sz="2800" dirty="0"/>
              <a:t> (Partitioning Around Medoids, 1987)</a:t>
            </a:r>
          </a:p>
          <a:p>
            <a:pPr lvl="1" eaLnBrk="1" hangingPunct="1">
              <a:lnSpc>
                <a:spcPct val="110000"/>
              </a:lnSpc>
            </a:pPr>
            <a:r>
              <a:rPr lang="en-US" altLang="en-US" sz="2400" dirty="0"/>
              <a:t>starts from an initial set of medoids and iteratively replaces one of the medoids by one of the non-medoids if it improves the total distance of the resulting clustering</a:t>
            </a:r>
          </a:p>
          <a:p>
            <a:pPr lvl="1" eaLnBrk="1" hangingPunct="1">
              <a:lnSpc>
                <a:spcPct val="110000"/>
              </a:lnSpc>
            </a:pPr>
            <a:r>
              <a:rPr lang="en-US" altLang="en-US" sz="2400" i="1" dirty="0"/>
              <a:t>PAM</a:t>
            </a:r>
            <a:r>
              <a:rPr lang="en-US" altLang="en-US" sz="2400" dirty="0"/>
              <a:t> works effectively for small data sets, but does not scale well for large data sets</a:t>
            </a:r>
          </a:p>
          <a:p>
            <a:pPr eaLnBrk="1" hangingPunct="1">
              <a:lnSpc>
                <a:spcPct val="110000"/>
              </a:lnSpc>
            </a:pPr>
            <a:endParaRPr lang="en-US" altLang="en-US" sz="2800" dirty="0"/>
          </a:p>
        </p:txBody>
      </p:sp>
    </p:spTree>
  </p:cSld>
  <p:clrMapOvr>
    <a:masterClrMapping/>
  </p:clrMapOvr>
  <p:transition>
    <p:strips dir="rd"/>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D57B53C-70E1-DCE5-E7B0-0390B50C8CAF}"/>
              </a:ext>
            </a:extLst>
          </p:cNvPr>
          <p:cNvSpPr>
            <a:spLocks noChangeArrowheads="1"/>
          </p:cNvSpPr>
          <p:nvPr/>
        </p:nvSpPr>
        <p:spPr bwMode="auto">
          <a:xfrm>
            <a:off x="0" y="0"/>
            <a:ext cx="4992688" cy="7858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49859" name="Rectangle 3">
            <a:extLst>
              <a:ext uri="{FF2B5EF4-FFF2-40B4-BE49-F238E27FC236}">
                <a16:creationId xmlns:a16="http://schemas.microsoft.com/office/drawing/2014/main" id="{4F733DBB-CC7A-BD75-6EA1-0464460FAD8C}"/>
              </a:ext>
            </a:extLst>
          </p:cNvPr>
          <p:cNvSpPr>
            <a:spLocks noChangeArrowheads="1"/>
          </p:cNvSpPr>
          <p:nvPr/>
        </p:nvSpPr>
        <p:spPr bwMode="auto">
          <a:xfrm>
            <a:off x="685800" y="304800"/>
            <a:ext cx="7793038" cy="769938"/>
          </a:xfrm>
          <a:prstGeom prst="rect">
            <a:avLst/>
          </a:prstGeom>
          <a:noFill/>
          <a:ln>
            <a:noFill/>
          </a:ln>
          <a:effectLst/>
        </p:spPr>
        <p:txBody>
          <a:bodyPr anchor="b"/>
          <a:lstStyle>
            <a:lvl1pPr algn="l" eaLnBrk="0" hangingPunct="0">
              <a:defRPr sz="2400">
                <a:solidFill>
                  <a:schemeClr val="tx1"/>
                </a:solidFill>
                <a:latin typeface="Times New Roman" panose="02020603050405020304" pitchFamily="18" charset="0"/>
              </a:defRPr>
            </a:lvl1pPr>
            <a:lvl2pPr algn="l" eaLnBrk="0" hangingPunct="0">
              <a:defRPr sz="2400">
                <a:solidFill>
                  <a:schemeClr val="tx1"/>
                </a:solidFill>
                <a:latin typeface="Times New Roman" panose="02020603050405020304" pitchFamily="18" charset="0"/>
              </a:defRPr>
            </a:lvl2pPr>
            <a:lvl3pPr algn="l" eaLnBrk="0" hangingPunct="0">
              <a:defRPr sz="2400">
                <a:solidFill>
                  <a:schemeClr val="tx1"/>
                </a:solidFill>
                <a:latin typeface="Times New Roman" panose="02020603050405020304" pitchFamily="18" charset="0"/>
              </a:defRPr>
            </a:lvl3pPr>
            <a:lvl4pPr algn="l" eaLnBrk="0" hangingPunct="0">
              <a:defRPr sz="2400">
                <a:solidFill>
                  <a:schemeClr val="tx1"/>
                </a:solidFill>
                <a:latin typeface="Times New Roman" panose="02020603050405020304" pitchFamily="18" charset="0"/>
              </a:defRPr>
            </a:lvl4pPr>
            <a:lvl5pPr algn="l" eaLnBrk="0" hangingPunct="0">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altLang="en-US" sz="4400">
                <a:solidFill>
                  <a:schemeClr val="tx2"/>
                </a:solidFill>
                <a:effectLst>
                  <a:outerShdw blurRad="38100" dist="38100" dir="2700000" algn="tl">
                    <a:srgbClr val="C0C0C0"/>
                  </a:outerShdw>
                </a:effectLst>
              </a:rPr>
              <a:t>EM Algorithm</a:t>
            </a:r>
          </a:p>
        </p:txBody>
      </p:sp>
      <p:sp>
        <p:nvSpPr>
          <p:cNvPr id="44036" name="Rectangle 4">
            <a:extLst>
              <a:ext uri="{FF2B5EF4-FFF2-40B4-BE49-F238E27FC236}">
                <a16:creationId xmlns:a16="http://schemas.microsoft.com/office/drawing/2014/main" id="{B773E1F5-B8CC-C8A3-4C85-AF8874588EBB}"/>
              </a:ext>
            </a:extLst>
          </p:cNvPr>
          <p:cNvSpPr>
            <a:spLocks noChangeArrowheads="1"/>
          </p:cNvSpPr>
          <p:nvPr/>
        </p:nvSpPr>
        <p:spPr bwMode="auto">
          <a:xfrm>
            <a:off x="152400" y="1371600"/>
            <a:ext cx="8001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r>
              <a:rPr lang="en-US" altLang="en-US" sz="2800"/>
              <a:t>Initialize K cluster centers</a:t>
            </a:r>
          </a:p>
          <a:p>
            <a:pPr eaLnBrk="1" hangingPunct="1"/>
            <a:r>
              <a:rPr lang="en-US" altLang="en-US" sz="2800"/>
              <a:t>Iterate between two steps</a:t>
            </a:r>
          </a:p>
          <a:p>
            <a:pPr lvl="1" eaLnBrk="1" hangingPunct="1"/>
            <a:r>
              <a:rPr lang="en-US" altLang="en-US" b="1">
                <a:solidFill>
                  <a:srgbClr val="FF0000"/>
                </a:solidFill>
              </a:rPr>
              <a:t>E</a:t>
            </a:r>
            <a:r>
              <a:rPr lang="en-US" altLang="en-US"/>
              <a:t>xpectation step: assign points to clusters</a:t>
            </a:r>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b="1">
              <a:solidFill>
                <a:srgbClr val="FF0000"/>
              </a:solidFill>
            </a:endParaRPr>
          </a:p>
          <a:p>
            <a:pPr lvl="1" eaLnBrk="1" hangingPunct="1"/>
            <a:r>
              <a:rPr lang="en-US" altLang="en-US" b="1">
                <a:solidFill>
                  <a:srgbClr val="FF0000"/>
                </a:solidFill>
              </a:rPr>
              <a:t>M</a:t>
            </a:r>
            <a:r>
              <a:rPr lang="en-US" altLang="en-US"/>
              <a:t>aximation step: estimate model parameters</a:t>
            </a:r>
          </a:p>
          <a:p>
            <a:pPr lvl="1" eaLnBrk="1" hangingPunct="1"/>
            <a:endParaRPr lang="en-US" altLang="en-US"/>
          </a:p>
          <a:p>
            <a:pPr lvl="1" eaLnBrk="1" hangingPunct="1"/>
            <a:endParaRPr lang="en-US" altLang="en-US"/>
          </a:p>
        </p:txBody>
      </p:sp>
      <p:graphicFrame>
        <p:nvGraphicFramePr>
          <p:cNvPr id="44037" name="Object 5">
            <a:extLst>
              <a:ext uri="{FF2B5EF4-FFF2-40B4-BE49-F238E27FC236}">
                <a16:creationId xmlns:a16="http://schemas.microsoft.com/office/drawing/2014/main" id="{38FCBE76-A58C-5F1D-8E26-03E880C4D241}"/>
              </a:ext>
            </a:extLst>
          </p:cNvPr>
          <p:cNvGraphicFramePr>
            <a:graphicFrameLocks noChangeAspect="1"/>
          </p:cNvGraphicFramePr>
          <p:nvPr/>
        </p:nvGraphicFramePr>
        <p:xfrm>
          <a:off x="609600" y="2971800"/>
          <a:ext cx="5980113" cy="928688"/>
        </p:xfrm>
        <a:graphic>
          <a:graphicData uri="http://schemas.openxmlformats.org/presentationml/2006/ole">
            <mc:AlternateContent xmlns:mc="http://schemas.openxmlformats.org/markup-compatibility/2006">
              <mc:Choice xmlns:v="urn:schemas-microsoft-com:vml" Requires="v">
                <p:oleObj name="Equation" r:id="rId2" imgW="2768600" imgH="406400" progId="Equation.3">
                  <p:embed/>
                </p:oleObj>
              </mc:Choice>
              <mc:Fallback>
                <p:oleObj name="Equation" r:id="rId2" imgW="2768600" imgH="406400" progId="Equation.3">
                  <p:embed/>
                  <p:pic>
                    <p:nvPicPr>
                      <p:cNvPr id="44037" name="Object 5">
                        <a:extLst>
                          <a:ext uri="{FF2B5EF4-FFF2-40B4-BE49-F238E27FC236}">
                            <a16:creationId xmlns:a16="http://schemas.microsoft.com/office/drawing/2014/main" id="{38FCBE76-A58C-5F1D-8E26-03E880C4D2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971800"/>
                        <a:ext cx="5980113"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8" name="Object 6">
            <a:extLst>
              <a:ext uri="{FF2B5EF4-FFF2-40B4-BE49-F238E27FC236}">
                <a16:creationId xmlns:a16="http://schemas.microsoft.com/office/drawing/2014/main" id="{FE91F0A9-6213-6973-B17D-A83C923A1946}"/>
              </a:ext>
            </a:extLst>
          </p:cNvPr>
          <p:cNvGraphicFramePr>
            <a:graphicFrameLocks noChangeAspect="1"/>
          </p:cNvGraphicFramePr>
          <p:nvPr/>
        </p:nvGraphicFramePr>
        <p:xfrm>
          <a:off x="2667000" y="5562600"/>
          <a:ext cx="4273550" cy="1001713"/>
        </p:xfrm>
        <a:graphic>
          <a:graphicData uri="http://schemas.openxmlformats.org/presentationml/2006/ole">
            <mc:AlternateContent xmlns:mc="http://schemas.openxmlformats.org/markup-compatibility/2006">
              <mc:Choice xmlns:v="urn:schemas-microsoft-com:vml" Requires="v">
                <p:oleObj name="Equation" r:id="rId4" imgW="1497950" imgH="545863" progId="Equation.3">
                  <p:embed/>
                </p:oleObj>
              </mc:Choice>
              <mc:Fallback>
                <p:oleObj name="Equation" r:id="rId4" imgW="1497950" imgH="545863" progId="Equation.3">
                  <p:embed/>
                  <p:pic>
                    <p:nvPicPr>
                      <p:cNvPr id="44038" name="Object 6">
                        <a:extLst>
                          <a:ext uri="{FF2B5EF4-FFF2-40B4-BE49-F238E27FC236}">
                            <a16:creationId xmlns:a16="http://schemas.microsoft.com/office/drawing/2014/main" id="{FE91F0A9-6213-6973-B17D-A83C923A19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5562600"/>
                        <a:ext cx="4273550" cy="1001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9" name="Object 7">
            <a:extLst>
              <a:ext uri="{FF2B5EF4-FFF2-40B4-BE49-F238E27FC236}">
                <a16:creationId xmlns:a16="http://schemas.microsoft.com/office/drawing/2014/main" id="{644979A5-DFC7-D948-8EA1-598C324E6710}"/>
              </a:ext>
            </a:extLst>
          </p:cNvPr>
          <p:cNvGraphicFramePr>
            <a:graphicFrameLocks noChangeAspect="1"/>
          </p:cNvGraphicFramePr>
          <p:nvPr/>
        </p:nvGraphicFramePr>
        <p:xfrm>
          <a:off x="838200" y="3657600"/>
          <a:ext cx="2687638" cy="1195388"/>
        </p:xfrm>
        <a:graphic>
          <a:graphicData uri="http://schemas.openxmlformats.org/presentationml/2006/ole">
            <mc:AlternateContent xmlns:mc="http://schemas.openxmlformats.org/markup-compatibility/2006">
              <mc:Choice xmlns:v="urn:schemas-microsoft-com:vml" Requires="v">
                <p:oleObj name="Equation" r:id="rId6" imgW="1244600" imgH="520700" progId="Equation.3">
                  <p:embed/>
                </p:oleObj>
              </mc:Choice>
              <mc:Fallback>
                <p:oleObj name="Equation" r:id="rId6" imgW="1244600" imgH="520700" progId="Equation.3">
                  <p:embed/>
                  <p:pic>
                    <p:nvPicPr>
                      <p:cNvPr id="44039" name="Object 7">
                        <a:extLst>
                          <a:ext uri="{FF2B5EF4-FFF2-40B4-BE49-F238E27FC236}">
                            <a16:creationId xmlns:a16="http://schemas.microsoft.com/office/drawing/2014/main" id="{644979A5-DFC7-D948-8EA1-598C324E67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3657600"/>
                        <a:ext cx="2687638" cy="1195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5058" name="Group 2">
            <a:extLst>
              <a:ext uri="{FF2B5EF4-FFF2-40B4-BE49-F238E27FC236}">
                <a16:creationId xmlns:a16="http://schemas.microsoft.com/office/drawing/2014/main" id="{1359C93B-7516-0DF9-A245-CE557CAC8BD9}"/>
              </a:ext>
            </a:extLst>
          </p:cNvPr>
          <p:cNvGrpSpPr>
            <a:grpSpLocks/>
          </p:cNvGrpSpPr>
          <p:nvPr/>
        </p:nvGrpSpPr>
        <p:grpSpPr bwMode="auto">
          <a:xfrm>
            <a:off x="333375" y="2800350"/>
            <a:ext cx="3411538" cy="784225"/>
            <a:chOff x="1044" y="228"/>
            <a:chExt cx="2149" cy="494"/>
          </a:xfrm>
        </p:grpSpPr>
        <p:sp>
          <p:nvSpPr>
            <p:cNvPr id="45105" name="Line 3">
              <a:extLst>
                <a:ext uri="{FF2B5EF4-FFF2-40B4-BE49-F238E27FC236}">
                  <a16:creationId xmlns:a16="http://schemas.microsoft.com/office/drawing/2014/main" id="{9752ACBC-6BF0-7FB0-20FA-1B2999E41418}"/>
                </a:ext>
              </a:extLst>
            </p:cNvPr>
            <p:cNvSpPr>
              <a:spLocks noChangeShapeType="1"/>
            </p:cNvSpPr>
            <p:nvPr/>
          </p:nvSpPr>
          <p:spPr bwMode="auto">
            <a:xfrm>
              <a:off x="1044" y="689"/>
              <a:ext cx="214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06" name="Line 4">
              <a:extLst>
                <a:ext uri="{FF2B5EF4-FFF2-40B4-BE49-F238E27FC236}">
                  <a16:creationId xmlns:a16="http://schemas.microsoft.com/office/drawing/2014/main" id="{D4150732-D608-464E-6507-F2E35E1DA73C}"/>
                </a:ext>
              </a:extLst>
            </p:cNvPr>
            <p:cNvSpPr>
              <a:spLocks noChangeShapeType="1"/>
            </p:cNvSpPr>
            <p:nvPr/>
          </p:nvSpPr>
          <p:spPr bwMode="auto">
            <a:xfrm flipV="1">
              <a:off x="1348" y="664"/>
              <a:ext cx="5"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07" name="Line 5">
              <a:extLst>
                <a:ext uri="{FF2B5EF4-FFF2-40B4-BE49-F238E27FC236}">
                  <a16:creationId xmlns:a16="http://schemas.microsoft.com/office/drawing/2014/main" id="{D01CA81A-6BD6-A4C5-9C16-52FBA1DC0ED0}"/>
                </a:ext>
              </a:extLst>
            </p:cNvPr>
            <p:cNvSpPr>
              <a:spLocks noChangeShapeType="1"/>
            </p:cNvSpPr>
            <p:nvPr/>
          </p:nvSpPr>
          <p:spPr bwMode="auto">
            <a:xfrm flipV="1">
              <a:off x="2267" y="664"/>
              <a:ext cx="1"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08" name="Line 6">
              <a:extLst>
                <a:ext uri="{FF2B5EF4-FFF2-40B4-BE49-F238E27FC236}">
                  <a16:creationId xmlns:a16="http://schemas.microsoft.com/office/drawing/2014/main" id="{B89DA9C4-823F-289E-FDCC-DF21E8F62C1F}"/>
                </a:ext>
              </a:extLst>
            </p:cNvPr>
            <p:cNvSpPr>
              <a:spLocks noChangeShapeType="1"/>
            </p:cNvSpPr>
            <p:nvPr/>
          </p:nvSpPr>
          <p:spPr bwMode="auto">
            <a:xfrm flipV="1">
              <a:off x="2576" y="664"/>
              <a:ext cx="1"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09" name="Line 7">
              <a:extLst>
                <a:ext uri="{FF2B5EF4-FFF2-40B4-BE49-F238E27FC236}">
                  <a16:creationId xmlns:a16="http://schemas.microsoft.com/office/drawing/2014/main" id="{3F8BE567-1E4A-4BEF-0211-BE0ABDC8CE2B}"/>
                </a:ext>
              </a:extLst>
            </p:cNvPr>
            <p:cNvSpPr>
              <a:spLocks noChangeShapeType="1"/>
            </p:cNvSpPr>
            <p:nvPr/>
          </p:nvSpPr>
          <p:spPr bwMode="auto">
            <a:xfrm flipV="1">
              <a:off x="2884" y="664"/>
              <a:ext cx="1"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10" name="Freeform 8">
              <a:extLst>
                <a:ext uri="{FF2B5EF4-FFF2-40B4-BE49-F238E27FC236}">
                  <a16:creationId xmlns:a16="http://schemas.microsoft.com/office/drawing/2014/main" id="{F60D0AFC-4881-931A-7A5A-8177D8CDBC90}"/>
                </a:ext>
              </a:extLst>
            </p:cNvPr>
            <p:cNvSpPr>
              <a:spLocks/>
            </p:cNvSpPr>
            <p:nvPr/>
          </p:nvSpPr>
          <p:spPr bwMode="auto">
            <a:xfrm>
              <a:off x="1640" y="229"/>
              <a:ext cx="1249" cy="463"/>
            </a:xfrm>
            <a:custGeom>
              <a:avLst/>
              <a:gdLst>
                <a:gd name="T0" fmla="*/ 24 w 1249"/>
                <a:gd name="T1" fmla="*/ 462 h 463"/>
                <a:gd name="T2" fmla="*/ 65 w 1249"/>
                <a:gd name="T3" fmla="*/ 458 h 463"/>
                <a:gd name="T4" fmla="*/ 105 w 1249"/>
                <a:gd name="T5" fmla="*/ 448 h 463"/>
                <a:gd name="T6" fmla="*/ 149 w 1249"/>
                <a:gd name="T7" fmla="*/ 439 h 463"/>
                <a:gd name="T8" fmla="*/ 193 w 1249"/>
                <a:gd name="T9" fmla="*/ 416 h 463"/>
                <a:gd name="T10" fmla="*/ 232 w 1249"/>
                <a:gd name="T11" fmla="*/ 392 h 463"/>
                <a:gd name="T12" fmla="*/ 298 w 1249"/>
                <a:gd name="T13" fmla="*/ 338 h 463"/>
                <a:gd name="T14" fmla="*/ 318 w 1249"/>
                <a:gd name="T15" fmla="*/ 316 h 463"/>
                <a:gd name="T16" fmla="*/ 357 w 1249"/>
                <a:gd name="T17" fmla="*/ 275 h 463"/>
                <a:gd name="T18" fmla="*/ 423 w 1249"/>
                <a:gd name="T19" fmla="*/ 195 h 463"/>
                <a:gd name="T20" fmla="*/ 466 w 1249"/>
                <a:gd name="T21" fmla="*/ 139 h 463"/>
                <a:gd name="T22" fmla="*/ 510 w 1249"/>
                <a:gd name="T23" fmla="*/ 89 h 463"/>
                <a:gd name="T24" fmla="*/ 568 w 1249"/>
                <a:gd name="T25" fmla="*/ 32 h 463"/>
                <a:gd name="T26" fmla="*/ 605 w 1249"/>
                <a:gd name="T27" fmla="*/ 8 h 463"/>
                <a:gd name="T28" fmla="*/ 646 w 1249"/>
                <a:gd name="T29" fmla="*/ 16 h 463"/>
                <a:gd name="T30" fmla="*/ 710 w 1249"/>
                <a:gd name="T31" fmla="*/ 48 h 463"/>
                <a:gd name="T32" fmla="*/ 747 w 1249"/>
                <a:gd name="T33" fmla="*/ 89 h 463"/>
                <a:gd name="T34" fmla="*/ 766 w 1249"/>
                <a:gd name="T35" fmla="*/ 111 h 463"/>
                <a:gd name="T36" fmla="*/ 805 w 1249"/>
                <a:gd name="T37" fmla="*/ 161 h 463"/>
                <a:gd name="T38" fmla="*/ 853 w 1249"/>
                <a:gd name="T39" fmla="*/ 218 h 463"/>
                <a:gd name="T40" fmla="*/ 915 w 1249"/>
                <a:gd name="T41" fmla="*/ 298 h 463"/>
                <a:gd name="T42" fmla="*/ 958 w 1249"/>
                <a:gd name="T43" fmla="*/ 340 h 463"/>
                <a:gd name="T44" fmla="*/ 994 w 1249"/>
                <a:gd name="T45" fmla="*/ 376 h 463"/>
                <a:gd name="T46" fmla="*/ 1041 w 1249"/>
                <a:gd name="T47" fmla="*/ 407 h 463"/>
                <a:gd name="T48" fmla="*/ 1105 w 1249"/>
                <a:gd name="T49" fmla="*/ 439 h 463"/>
                <a:gd name="T50" fmla="*/ 1173 w 1249"/>
                <a:gd name="T51" fmla="*/ 454 h 463"/>
                <a:gd name="T52" fmla="*/ 1212 w 1249"/>
                <a:gd name="T53" fmla="*/ 458 h 463"/>
                <a:gd name="T54" fmla="*/ 1249 w 1249"/>
                <a:gd name="T55" fmla="*/ 463 h 463"/>
                <a:gd name="T56" fmla="*/ 1214 w 1249"/>
                <a:gd name="T57" fmla="*/ 442 h 463"/>
                <a:gd name="T58" fmla="*/ 1177 w 1249"/>
                <a:gd name="T59" fmla="*/ 438 h 463"/>
                <a:gd name="T60" fmla="*/ 1128 w 1249"/>
                <a:gd name="T61" fmla="*/ 427 h 463"/>
                <a:gd name="T62" fmla="*/ 1092 w 1249"/>
                <a:gd name="T63" fmla="*/ 409 h 463"/>
                <a:gd name="T64" fmla="*/ 1027 w 1249"/>
                <a:gd name="T65" fmla="*/ 378 h 463"/>
                <a:gd name="T66" fmla="*/ 990 w 1249"/>
                <a:gd name="T67" fmla="*/ 346 h 463"/>
                <a:gd name="T68" fmla="*/ 946 w 1249"/>
                <a:gd name="T69" fmla="*/ 303 h 463"/>
                <a:gd name="T70" fmla="*/ 898 w 1249"/>
                <a:gd name="T71" fmla="*/ 269 h 463"/>
                <a:gd name="T72" fmla="*/ 867 w 1249"/>
                <a:gd name="T73" fmla="*/ 209 h 463"/>
                <a:gd name="T74" fmla="*/ 818 w 1249"/>
                <a:gd name="T75" fmla="*/ 151 h 463"/>
                <a:gd name="T76" fmla="*/ 779 w 1249"/>
                <a:gd name="T77" fmla="*/ 101 h 463"/>
                <a:gd name="T78" fmla="*/ 730 w 1249"/>
                <a:gd name="T79" fmla="*/ 59 h 463"/>
                <a:gd name="T80" fmla="*/ 690 w 1249"/>
                <a:gd name="T81" fmla="*/ 19 h 463"/>
                <a:gd name="T82" fmla="*/ 627 w 1249"/>
                <a:gd name="T83" fmla="*/ 0 h 463"/>
                <a:gd name="T84" fmla="*/ 582 w 1249"/>
                <a:gd name="T85" fmla="*/ 9 h 463"/>
                <a:gd name="T86" fmla="*/ 541 w 1249"/>
                <a:gd name="T87" fmla="*/ 35 h 463"/>
                <a:gd name="T88" fmla="*/ 453 w 1249"/>
                <a:gd name="T89" fmla="*/ 128 h 463"/>
                <a:gd name="T90" fmla="*/ 410 w 1249"/>
                <a:gd name="T91" fmla="*/ 186 h 463"/>
                <a:gd name="T92" fmla="*/ 393 w 1249"/>
                <a:gd name="T93" fmla="*/ 208 h 463"/>
                <a:gd name="T94" fmla="*/ 344 w 1249"/>
                <a:gd name="T95" fmla="*/ 265 h 463"/>
                <a:gd name="T96" fmla="*/ 308 w 1249"/>
                <a:gd name="T97" fmla="*/ 305 h 463"/>
                <a:gd name="T98" fmla="*/ 272 w 1249"/>
                <a:gd name="T99" fmla="*/ 346 h 463"/>
                <a:gd name="T100" fmla="*/ 210 w 1249"/>
                <a:gd name="T101" fmla="*/ 399 h 463"/>
                <a:gd name="T102" fmla="*/ 142 w 1249"/>
                <a:gd name="T103" fmla="*/ 425 h 463"/>
                <a:gd name="T104" fmla="*/ 102 w 1249"/>
                <a:gd name="T105" fmla="*/ 432 h 463"/>
                <a:gd name="T106" fmla="*/ 63 w 1249"/>
                <a:gd name="T107" fmla="*/ 442 h 463"/>
                <a:gd name="T108" fmla="*/ 42 w 1249"/>
                <a:gd name="T109" fmla="*/ 442 h 46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49" h="463">
                  <a:moveTo>
                    <a:pt x="0" y="447"/>
                  </a:moveTo>
                  <a:lnTo>
                    <a:pt x="0" y="463"/>
                  </a:lnTo>
                  <a:lnTo>
                    <a:pt x="22" y="463"/>
                  </a:lnTo>
                  <a:lnTo>
                    <a:pt x="22" y="462"/>
                  </a:lnTo>
                  <a:lnTo>
                    <a:pt x="24" y="462"/>
                  </a:lnTo>
                  <a:lnTo>
                    <a:pt x="46" y="457"/>
                  </a:lnTo>
                  <a:lnTo>
                    <a:pt x="43" y="449"/>
                  </a:lnTo>
                  <a:lnTo>
                    <a:pt x="43" y="458"/>
                  </a:lnTo>
                  <a:lnTo>
                    <a:pt x="64" y="458"/>
                  </a:lnTo>
                  <a:lnTo>
                    <a:pt x="65" y="458"/>
                  </a:lnTo>
                  <a:lnTo>
                    <a:pt x="87" y="454"/>
                  </a:lnTo>
                  <a:lnTo>
                    <a:pt x="89" y="453"/>
                  </a:lnTo>
                  <a:lnTo>
                    <a:pt x="105" y="448"/>
                  </a:lnTo>
                  <a:lnTo>
                    <a:pt x="103" y="440"/>
                  </a:lnTo>
                  <a:lnTo>
                    <a:pt x="105" y="448"/>
                  </a:lnTo>
                  <a:lnTo>
                    <a:pt x="126" y="443"/>
                  </a:lnTo>
                  <a:lnTo>
                    <a:pt x="124" y="435"/>
                  </a:lnTo>
                  <a:lnTo>
                    <a:pt x="125" y="444"/>
                  </a:lnTo>
                  <a:lnTo>
                    <a:pt x="147" y="440"/>
                  </a:lnTo>
                  <a:lnTo>
                    <a:pt x="149" y="439"/>
                  </a:lnTo>
                  <a:lnTo>
                    <a:pt x="151" y="439"/>
                  </a:lnTo>
                  <a:lnTo>
                    <a:pt x="173" y="425"/>
                  </a:lnTo>
                  <a:lnTo>
                    <a:pt x="167" y="417"/>
                  </a:lnTo>
                  <a:lnTo>
                    <a:pt x="171" y="425"/>
                  </a:lnTo>
                  <a:lnTo>
                    <a:pt x="193" y="416"/>
                  </a:lnTo>
                  <a:lnTo>
                    <a:pt x="214" y="407"/>
                  </a:lnTo>
                  <a:lnTo>
                    <a:pt x="215" y="405"/>
                  </a:lnTo>
                  <a:lnTo>
                    <a:pt x="232" y="391"/>
                  </a:lnTo>
                  <a:lnTo>
                    <a:pt x="227" y="385"/>
                  </a:lnTo>
                  <a:lnTo>
                    <a:pt x="232" y="392"/>
                  </a:lnTo>
                  <a:lnTo>
                    <a:pt x="254" y="378"/>
                  </a:lnTo>
                  <a:lnTo>
                    <a:pt x="281" y="360"/>
                  </a:lnTo>
                  <a:lnTo>
                    <a:pt x="282" y="359"/>
                  </a:lnTo>
                  <a:lnTo>
                    <a:pt x="282" y="358"/>
                  </a:lnTo>
                  <a:lnTo>
                    <a:pt x="298" y="338"/>
                  </a:lnTo>
                  <a:lnTo>
                    <a:pt x="291" y="333"/>
                  </a:lnTo>
                  <a:lnTo>
                    <a:pt x="298" y="340"/>
                  </a:lnTo>
                  <a:lnTo>
                    <a:pt x="320" y="316"/>
                  </a:lnTo>
                  <a:lnTo>
                    <a:pt x="313" y="310"/>
                  </a:lnTo>
                  <a:lnTo>
                    <a:pt x="318" y="316"/>
                  </a:lnTo>
                  <a:lnTo>
                    <a:pt x="340" y="298"/>
                  </a:lnTo>
                  <a:lnTo>
                    <a:pt x="343" y="297"/>
                  </a:lnTo>
                  <a:lnTo>
                    <a:pt x="359" y="274"/>
                  </a:lnTo>
                  <a:lnTo>
                    <a:pt x="351" y="269"/>
                  </a:lnTo>
                  <a:lnTo>
                    <a:pt x="357" y="275"/>
                  </a:lnTo>
                  <a:lnTo>
                    <a:pt x="384" y="247"/>
                  </a:lnTo>
                  <a:lnTo>
                    <a:pt x="384" y="245"/>
                  </a:lnTo>
                  <a:lnTo>
                    <a:pt x="406" y="218"/>
                  </a:lnTo>
                  <a:lnTo>
                    <a:pt x="423" y="195"/>
                  </a:lnTo>
                  <a:lnTo>
                    <a:pt x="424" y="195"/>
                  </a:lnTo>
                  <a:lnTo>
                    <a:pt x="446" y="161"/>
                  </a:lnTo>
                  <a:lnTo>
                    <a:pt x="439" y="156"/>
                  </a:lnTo>
                  <a:lnTo>
                    <a:pt x="445" y="163"/>
                  </a:lnTo>
                  <a:lnTo>
                    <a:pt x="466" y="139"/>
                  </a:lnTo>
                  <a:lnTo>
                    <a:pt x="466" y="138"/>
                  </a:lnTo>
                  <a:lnTo>
                    <a:pt x="488" y="111"/>
                  </a:lnTo>
                  <a:lnTo>
                    <a:pt x="481" y="106"/>
                  </a:lnTo>
                  <a:lnTo>
                    <a:pt x="488" y="112"/>
                  </a:lnTo>
                  <a:lnTo>
                    <a:pt x="510" y="89"/>
                  </a:lnTo>
                  <a:lnTo>
                    <a:pt x="532" y="66"/>
                  </a:lnTo>
                  <a:lnTo>
                    <a:pt x="552" y="47"/>
                  </a:lnTo>
                  <a:lnTo>
                    <a:pt x="546" y="40"/>
                  </a:lnTo>
                  <a:lnTo>
                    <a:pt x="551" y="47"/>
                  </a:lnTo>
                  <a:lnTo>
                    <a:pt x="568" y="32"/>
                  </a:lnTo>
                  <a:lnTo>
                    <a:pt x="562" y="26"/>
                  </a:lnTo>
                  <a:lnTo>
                    <a:pt x="566" y="34"/>
                  </a:lnTo>
                  <a:lnTo>
                    <a:pt x="588" y="25"/>
                  </a:lnTo>
                  <a:lnTo>
                    <a:pt x="609" y="16"/>
                  </a:lnTo>
                  <a:lnTo>
                    <a:pt x="605" y="8"/>
                  </a:lnTo>
                  <a:lnTo>
                    <a:pt x="605" y="17"/>
                  </a:lnTo>
                  <a:lnTo>
                    <a:pt x="627" y="17"/>
                  </a:lnTo>
                  <a:lnTo>
                    <a:pt x="649" y="17"/>
                  </a:lnTo>
                  <a:lnTo>
                    <a:pt x="649" y="8"/>
                  </a:lnTo>
                  <a:lnTo>
                    <a:pt x="646" y="16"/>
                  </a:lnTo>
                  <a:lnTo>
                    <a:pt x="668" y="25"/>
                  </a:lnTo>
                  <a:lnTo>
                    <a:pt x="671" y="17"/>
                  </a:lnTo>
                  <a:lnTo>
                    <a:pt x="667" y="25"/>
                  </a:lnTo>
                  <a:lnTo>
                    <a:pt x="683" y="34"/>
                  </a:lnTo>
                  <a:lnTo>
                    <a:pt x="710" y="48"/>
                  </a:lnTo>
                  <a:lnTo>
                    <a:pt x="714" y="40"/>
                  </a:lnTo>
                  <a:lnTo>
                    <a:pt x="707" y="45"/>
                  </a:lnTo>
                  <a:lnTo>
                    <a:pt x="724" y="65"/>
                  </a:lnTo>
                  <a:lnTo>
                    <a:pt x="725" y="66"/>
                  </a:lnTo>
                  <a:lnTo>
                    <a:pt x="747" y="89"/>
                  </a:lnTo>
                  <a:lnTo>
                    <a:pt x="752" y="83"/>
                  </a:lnTo>
                  <a:lnTo>
                    <a:pt x="746" y="89"/>
                  </a:lnTo>
                  <a:lnTo>
                    <a:pt x="766" y="112"/>
                  </a:lnTo>
                  <a:lnTo>
                    <a:pt x="773" y="106"/>
                  </a:lnTo>
                  <a:lnTo>
                    <a:pt x="766" y="111"/>
                  </a:lnTo>
                  <a:lnTo>
                    <a:pt x="788" y="138"/>
                  </a:lnTo>
                  <a:lnTo>
                    <a:pt x="795" y="133"/>
                  </a:lnTo>
                  <a:lnTo>
                    <a:pt x="788" y="138"/>
                  </a:lnTo>
                  <a:lnTo>
                    <a:pt x="805" y="161"/>
                  </a:lnTo>
                  <a:lnTo>
                    <a:pt x="832" y="195"/>
                  </a:lnTo>
                  <a:lnTo>
                    <a:pt x="832" y="196"/>
                  </a:lnTo>
                  <a:lnTo>
                    <a:pt x="853" y="219"/>
                  </a:lnTo>
                  <a:lnTo>
                    <a:pt x="859" y="213"/>
                  </a:lnTo>
                  <a:lnTo>
                    <a:pt x="853" y="218"/>
                  </a:lnTo>
                  <a:lnTo>
                    <a:pt x="870" y="245"/>
                  </a:lnTo>
                  <a:lnTo>
                    <a:pt x="892" y="274"/>
                  </a:lnTo>
                  <a:lnTo>
                    <a:pt x="893" y="275"/>
                  </a:lnTo>
                  <a:lnTo>
                    <a:pt x="915" y="298"/>
                  </a:lnTo>
                  <a:lnTo>
                    <a:pt x="936" y="316"/>
                  </a:lnTo>
                  <a:lnTo>
                    <a:pt x="941" y="310"/>
                  </a:lnTo>
                  <a:lnTo>
                    <a:pt x="936" y="316"/>
                  </a:lnTo>
                  <a:lnTo>
                    <a:pt x="958" y="340"/>
                  </a:lnTo>
                  <a:lnTo>
                    <a:pt x="980" y="359"/>
                  </a:lnTo>
                  <a:lnTo>
                    <a:pt x="985" y="352"/>
                  </a:lnTo>
                  <a:lnTo>
                    <a:pt x="978" y="358"/>
                  </a:lnTo>
                  <a:lnTo>
                    <a:pt x="994" y="376"/>
                  </a:lnTo>
                  <a:lnTo>
                    <a:pt x="994" y="377"/>
                  </a:lnTo>
                  <a:lnTo>
                    <a:pt x="996" y="378"/>
                  </a:lnTo>
                  <a:lnTo>
                    <a:pt x="1018" y="392"/>
                  </a:lnTo>
                  <a:lnTo>
                    <a:pt x="1040" y="407"/>
                  </a:lnTo>
                  <a:lnTo>
                    <a:pt x="1041" y="407"/>
                  </a:lnTo>
                  <a:lnTo>
                    <a:pt x="1063" y="416"/>
                  </a:lnTo>
                  <a:lnTo>
                    <a:pt x="1085" y="425"/>
                  </a:lnTo>
                  <a:lnTo>
                    <a:pt x="1088" y="417"/>
                  </a:lnTo>
                  <a:lnTo>
                    <a:pt x="1084" y="425"/>
                  </a:lnTo>
                  <a:lnTo>
                    <a:pt x="1105" y="439"/>
                  </a:lnTo>
                  <a:lnTo>
                    <a:pt x="1107" y="439"/>
                  </a:lnTo>
                  <a:lnTo>
                    <a:pt x="1124" y="443"/>
                  </a:lnTo>
                  <a:lnTo>
                    <a:pt x="1146" y="448"/>
                  </a:lnTo>
                  <a:lnTo>
                    <a:pt x="1146" y="449"/>
                  </a:lnTo>
                  <a:lnTo>
                    <a:pt x="1173" y="454"/>
                  </a:lnTo>
                  <a:lnTo>
                    <a:pt x="1174" y="445"/>
                  </a:lnTo>
                  <a:lnTo>
                    <a:pt x="1173" y="453"/>
                  </a:lnTo>
                  <a:lnTo>
                    <a:pt x="1189" y="457"/>
                  </a:lnTo>
                  <a:lnTo>
                    <a:pt x="1190" y="458"/>
                  </a:lnTo>
                  <a:lnTo>
                    <a:pt x="1212" y="458"/>
                  </a:lnTo>
                  <a:lnTo>
                    <a:pt x="1212" y="449"/>
                  </a:lnTo>
                  <a:lnTo>
                    <a:pt x="1211" y="457"/>
                  </a:lnTo>
                  <a:lnTo>
                    <a:pt x="1233" y="462"/>
                  </a:lnTo>
                  <a:lnTo>
                    <a:pt x="1234" y="463"/>
                  </a:lnTo>
                  <a:lnTo>
                    <a:pt x="1249" y="463"/>
                  </a:lnTo>
                  <a:lnTo>
                    <a:pt x="1249" y="447"/>
                  </a:lnTo>
                  <a:lnTo>
                    <a:pt x="1234" y="447"/>
                  </a:lnTo>
                  <a:lnTo>
                    <a:pt x="1234" y="454"/>
                  </a:lnTo>
                  <a:lnTo>
                    <a:pt x="1236" y="447"/>
                  </a:lnTo>
                  <a:lnTo>
                    <a:pt x="1214" y="442"/>
                  </a:lnTo>
                  <a:lnTo>
                    <a:pt x="1212" y="442"/>
                  </a:lnTo>
                  <a:lnTo>
                    <a:pt x="1190" y="442"/>
                  </a:lnTo>
                  <a:lnTo>
                    <a:pt x="1190" y="449"/>
                  </a:lnTo>
                  <a:lnTo>
                    <a:pt x="1193" y="442"/>
                  </a:lnTo>
                  <a:lnTo>
                    <a:pt x="1177" y="438"/>
                  </a:lnTo>
                  <a:lnTo>
                    <a:pt x="1150" y="432"/>
                  </a:lnTo>
                  <a:lnTo>
                    <a:pt x="1147" y="440"/>
                  </a:lnTo>
                  <a:lnTo>
                    <a:pt x="1150" y="432"/>
                  </a:lnTo>
                  <a:lnTo>
                    <a:pt x="1128" y="427"/>
                  </a:lnTo>
                  <a:lnTo>
                    <a:pt x="1111" y="423"/>
                  </a:lnTo>
                  <a:lnTo>
                    <a:pt x="1109" y="431"/>
                  </a:lnTo>
                  <a:lnTo>
                    <a:pt x="1114" y="425"/>
                  </a:lnTo>
                  <a:lnTo>
                    <a:pt x="1093" y="411"/>
                  </a:lnTo>
                  <a:lnTo>
                    <a:pt x="1092" y="409"/>
                  </a:lnTo>
                  <a:lnTo>
                    <a:pt x="1070" y="400"/>
                  </a:lnTo>
                  <a:lnTo>
                    <a:pt x="1048" y="391"/>
                  </a:lnTo>
                  <a:lnTo>
                    <a:pt x="1044" y="399"/>
                  </a:lnTo>
                  <a:lnTo>
                    <a:pt x="1049" y="392"/>
                  </a:lnTo>
                  <a:lnTo>
                    <a:pt x="1027" y="378"/>
                  </a:lnTo>
                  <a:lnTo>
                    <a:pt x="1005" y="364"/>
                  </a:lnTo>
                  <a:lnTo>
                    <a:pt x="1000" y="371"/>
                  </a:lnTo>
                  <a:lnTo>
                    <a:pt x="1007" y="365"/>
                  </a:lnTo>
                  <a:lnTo>
                    <a:pt x="991" y="347"/>
                  </a:lnTo>
                  <a:lnTo>
                    <a:pt x="990" y="346"/>
                  </a:lnTo>
                  <a:lnTo>
                    <a:pt x="968" y="327"/>
                  </a:lnTo>
                  <a:lnTo>
                    <a:pt x="963" y="333"/>
                  </a:lnTo>
                  <a:lnTo>
                    <a:pt x="969" y="328"/>
                  </a:lnTo>
                  <a:lnTo>
                    <a:pt x="947" y="305"/>
                  </a:lnTo>
                  <a:lnTo>
                    <a:pt x="946" y="303"/>
                  </a:lnTo>
                  <a:lnTo>
                    <a:pt x="925" y="285"/>
                  </a:lnTo>
                  <a:lnTo>
                    <a:pt x="920" y="292"/>
                  </a:lnTo>
                  <a:lnTo>
                    <a:pt x="927" y="287"/>
                  </a:lnTo>
                  <a:lnTo>
                    <a:pt x="905" y="263"/>
                  </a:lnTo>
                  <a:lnTo>
                    <a:pt x="898" y="269"/>
                  </a:lnTo>
                  <a:lnTo>
                    <a:pt x="905" y="263"/>
                  </a:lnTo>
                  <a:lnTo>
                    <a:pt x="883" y="235"/>
                  </a:lnTo>
                  <a:lnTo>
                    <a:pt x="876" y="240"/>
                  </a:lnTo>
                  <a:lnTo>
                    <a:pt x="884" y="236"/>
                  </a:lnTo>
                  <a:lnTo>
                    <a:pt x="867" y="209"/>
                  </a:lnTo>
                  <a:lnTo>
                    <a:pt x="866" y="208"/>
                  </a:lnTo>
                  <a:lnTo>
                    <a:pt x="845" y="185"/>
                  </a:lnTo>
                  <a:lnTo>
                    <a:pt x="839" y="190"/>
                  </a:lnTo>
                  <a:lnTo>
                    <a:pt x="845" y="185"/>
                  </a:lnTo>
                  <a:lnTo>
                    <a:pt x="818" y="151"/>
                  </a:lnTo>
                  <a:lnTo>
                    <a:pt x="812" y="156"/>
                  </a:lnTo>
                  <a:lnTo>
                    <a:pt x="818" y="152"/>
                  </a:lnTo>
                  <a:lnTo>
                    <a:pt x="801" y="129"/>
                  </a:lnTo>
                  <a:lnTo>
                    <a:pt x="801" y="128"/>
                  </a:lnTo>
                  <a:lnTo>
                    <a:pt x="779" y="101"/>
                  </a:lnTo>
                  <a:lnTo>
                    <a:pt x="759" y="78"/>
                  </a:lnTo>
                  <a:lnTo>
                    <a:pt x="737" y="54"/>
                  </a:lnTo>
                  <a:lnTo>
                    <a:pt x="730" y="59"/>
                  </a:lnTo>
                  <a:lnTo>
                    <a:pt x="737" y="54"/>
                  </a:lnTo>
                  <a:lnTo>
                    <a:pt x="720" y="35"/>
                  </a:lnTo>
                  <a:lnTo>
                    <a:pt x="717" y="34"/>
                  </a:lnTo>
                  <a:lnTo>
                    <a:pt x="690" y="19"/>
                  </a:lnTo>
                  <a:lnTo>
                    <a:pt x="675" y="10"/>
                  </a:lnTo>
                  <a:lnTo>
                    <a:pt x="675" y="9"/>
                  </a:lnTo>
                  <a:lnTo>
                    <a:pt x="653" y="0"/>
                  </a:lnTo>
                  <a:lnTo>
                    <a:pt x="649" y="0"/>
                  </a:lnTo>
                  <a:lnTo>
                    <a:pt x="627" y="0"/>
                  </a:lnTo>
                  <a:lnTo>
                    <a:pt x="605" y="0"/>
                  </a:lnTo>
                  <a:lnTo>
                    <a:pt x="603" y="0"/>
                  </a:lnTo>
                  <a:lnTo>
                    <a:pt x="582" y="9"/>
                  </a:lnTo>
                  <a:lnTo>
                    <a:pt x="560" y="18"/>
                  </a:lnTo>
                  <a:lnTo>
                    <a:pt x="557" y="19"/>
                  </a:lnTo>
                  <a:lnTo>
                    <a:pt x="541" y="34"/>
                  </a:lnTo>
                  <a:lnTo>
                    <a:pt x="541" y="35"/>
                  </a:lnTo>
                  <a:lnTo>
                    <a:pt x="520" y="54"/>
                  </a:lnTo>
                  <a:lnTo>
                    <a:pt x="498" y="78"/>
                  </a:lnTo>
                  <a:lnTo>
                    <a:pt x="476" y="101"/>
                  </a:lnTo>
                  <a:lnTo>
                    <a:pt x="475" y="101"/>
                  </a:lnTo>
                  <a:lnTo>
                    <a:pt x="453" y="128"/>
                  </a:lnTo>
                  <a:lnTo>
                    <a:pt x="459" y="133"/>
                  </a:lnTo>
                  <a:lnTo>
                    <a:pt x="453" y="128"/>
                  </a:lnTo>
                  <a:lnTo>
                    <a:pt x="432" y="151"/>
                  </a:lnTo>
                  <a:lnTo>
                    <a:pt x="432" y="152"/>
                  </a:lnTo>
                  <a:lnTo>
                    <a:pt x="410" y="186"/>
                  </a:lnTo>
                  <a:lnTo>
                    <a:pt x="417" y="190"/>
                  </a:lnTo>
                  <a:lnTo>
                    <a:pt x="410" y="186"/>
                  </a:lnTo>
                  <a:lnTo>
                    <a:pt x="393" y="209"/>
                  </a:lnTo>
                  <a:lnTo>
                    <a:pt x="400" y="213"/>
                  </a:lnTo>
                  <a:lnTo>
                    <a:pt x="393" y="208"/>
                  </a:lnTo>
                  <a:lnTo>
                    <a:pt x="371" y="235"/>
                  </a:lnTo>
                  <a:lnTo>
                    <a:pt x="378" y="240"/>
                  </a:lnTo>
                  <a:lnTo>
                    <a:pt x="373" y="235"/>
                  </a:lnTo>
                  <a:lnTo>
                    <a:pt x="346" y="263"/>
                  </a:lnTo>
                  <a:lnTo>
                    <a:pt x="344" y="265"/>
                  </a:lnTo>
                  <a:lnTo>
                    <a:pt x="329" y="288"/>
                  </a:lnTo>
                  <a:lnTo>
                    <a:pt x="335" y="292"/>
                  </a:lnTo>
                  <a:lnTo>
                    <a:pt x="330" y="285"/>
                  </a:lnTo>
                  <a:lnTo>
                    <a:pt x="308" y="303"/>
                  </a:lnTo>
                  <a:lnTo>
                    <a:pt x="308" y="305"/>
                  </a:lnTo>
                  <a:lnTo>
                    <a:pt x="286" y="328"/>
                  </a:lnTo>
                  <a:lnTo>
                    <a:pt x="285" y="328"/>
                  </a:lnTo>
                  <a:lnTo>
                    <a:pt x="269" y="347"/>
                  </a:lnTo>
                  <a:lnTo>
                    <a:pt x="276" y="352"/>
                  </a:lnTo>
                  <a:lnTo>
                    <a:pt x="272" y="346"/>
                  </a:lnTo>
                  <a:lnTo>
                    <a:pt x="245" y="364"/>
                  </a:lnTo>
                  <a:lnTo>
                    <a:pt x="223" y="378"/>
                  </a:lnTo>
                  <a:lnTo>
                    <a:pt x="222" y="378"/>
                  </a:lnTo>
                  <a:lnTo>
                    <a:pt x="205" y="392"/>
                  </a:lnTo>
                  <a:lnTo>
                    <a:pt x="210" y="399"/>
                  </a:lnTo>
                  <a:lnTo>
                    <a:pt x="207" y="391"/>
                  </a:lnTo>
                  <a:lnTo>
                    <a:pt x="187" y="400"/>
                  </a:lnTo>
                  <a:lnTo>
                    <a:pt x="165" y="409"/>
                  </a:lnTo>
                  <a:lnTo>
                    <a:pt x="164" y="411"/>
                  </a:lnTo>
                  <a:lnTo>
                    <a:pt x="142" y="425"/>
                  </a:lnTo>
                  <a:lnTo>
                    <a:pt x="145" y="431"/>
                  </a:lnTo>
                  <a:lnTo>
                    <a:pt x="144" y="423"/>
                  </a:lnTo>
                  <a:lnTo>
                    <a:pt x="122" y="427"/>
                  </a:lnTo>
                  <a:lnTo>
                    <a:pt x="102" y="432"/>
                  </a:lnTo>
                  <a:lnTo>
                    <a:pt x="100" y="432"/>
                  </a:lnTo>
                  <a:lnTo>
                    <a:pt x="84" y="438"/>
                  </a:lnTo>
                  <a:lnTo>
                    <a:pt x="86" y="445"/>
                  </a:lnTo>
                  <a:lnTo>
                    <a:pt x="85" y="438"/>
                  </a:lnTo>
                  <a:lnTo>
                    <a:pt x="63" y="442"/>
                  </a:lnTo>
                  <a:lnTo>
                    <a:pt x="64" y="449"/>
                  </a:lnTo>
                  <a:lnTo>
                    <a:pt x="64" y="442"/>
                  </a:lnTo>
                  <a:lnTo>
                    <a:pt x="43" y="442"/>
                  </a:lnTo>
                  <a:lnTo>
                    <a:pt x="42" y="442"/>
                  </a:lnTo>
                  <a:lnTo>
                    <a:pt x="20" y="447"/>
                  </a:lnTo>
                  <a:lnTo>
                    <a:pt x="22" y="454"/>
                  </a:lnTo>
                  <a:lnTo>
                    <a:pt x="22" y="447"/>
                  </a:lnTo>
                  <a:lnTo>
                    <a:pt x="0" y="447"/>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11" name="Line 9">
              <a:extLst>
                <a:ext uri="{FF2B5EF4-FFF2-40B4-BE49-F238E27FC236}">
                  <a16:creationId xmlns:a16="http://schemas.microsoft.com/office/drawing/2014/main" id="{61FAD915-1FFA-FC5F-25CA-A53A193E228D}"/>
                </a:ext>
              </a:extLst>
            </p:cNvPr>
            <p:cNvSpPr>
              <a:spLocks noChangeShapeType="1"/>
            </p:cNvSpPr>
            <p:nvPr/>
          </p:nvSpPr>
          <p:spPr bwMode="auto">
            <a:xfrm>
              <a:off x="1044" y="405"/>
              <a:ext cx="2" cy="28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112" name="Freeform 10">
              <a:extLst>
                <a:ext uri="{FF2B5EF4-FFF2-40B4-BE49-F238E27FC236}">
                  <a16:creationId xmlns:a16="http://schemas.microsoft.com/office/drawing/2014/main" id="{7868163A-5CA9-36DB-8450-361BB1AD42F7}"/>
                </a:ext>
              </a:extLst>
            </p:cNvPr>
            <p:cNvSpPr>
              <a:spLocks/>
            </p:cNvSpPr>
            <p:nvPr/>
          </p:nvSpPr>
          <p:spPr bwMode="auto">
            <a:xfrm>
              <a:off x="1272" y="228"/>
              <a:ext cx="1249" cy="463"/>
            </a:xfrm>
            <a:custGeom>
              <a:avLst/>
              <a:gdLst>
                <a:gd name="T0" fmla="*/ 24 w 1249"/>
                <a:gd name="T1" fmla="*/ 462 h 463"/>
                <a:gd name="T2" fmla="*/ 65 w 1249"/>
                <a:gd name="T3" fmla="*/ 458 h 463"/>
                <a:gd name="T4" fmla="*/ 105 w 1249"/>
                <a:gd name="T5" fmla="*/ 448 h 463"/>
                <a:gd name="T6" fmla="*/ 149 w 1249"/>
                <a:gd name="T7" fmla="*/ 439 h 463"/>
                <a:gd name="T8" fmla="*/ 193 w 1249"/>
                <a:gd name="T9" fmla="*/ 416 h 463"/>
                <a:gd name="T10" fmla="*/ 232 w 1249"/>
                <a:gd name="T11" fmla="*/ 392 h 463"/>
                <a:gd name="T12" fmla="*/ 298 w 1249"/>
                <a:gd name="T13" fmla="*/ 338 h 463"/>
                <a:gd name="T14" fmla="*/ 318 w 1249"/>
                <a:gd name="T15" fmla="*/ 316 h 463"/>
                <a:gd name="T16" fmla="*/ 357 w 1249"/>
                <a:gd name="T17" fmla="*/ 275 h 463"/>
                <a:gd name="T18" fmla="*/ 423 w 1249"/>
                <a:gd name="T19" fmla="*/ 195 h 463"/>
                <a:gd name="T20" fmla="*/ 466 w 1249"/>
                <a:gd name="T21" fmla="*/ 139 h 463"/>
                <a:gd name="T22" fmla="*/ 510 w 1249"/>
                <a:gd name="T23" fmla="*/ 89 h 463"/>
                <a:gd name="T24" fmla="*/ 568 w 1249"/>
                <a:gd name="T25" fmla="*/ 32 h 463"/>
                <a:gd name="T26" fmla="*/ 605 w 1249"/>
                <a:gd name="T27" fmla="*/ 8 h 463"/>
                <a:gd name="T28" fmla="*/ 646 w 1249"/>
                <a:gd name="T29" fmla="*/ 16 h 463"/>
                <a:gd name="T30" fmla="*/ 710 w 1249"/>
                <a:gd name="T31" fmla="*/ 48 h 463"/>
                <a:gd name="T32" fmla="*/ 747 w 1249"/>
                <a:gd name="T33" fmla="*/ 89 h 463"/>
                <a:gd name="T34" fmla="*/ 766 w 1249"/>
                <a:gd name="T35" fmla="*/ 111 h 463"/>
                <a:gd name="T36" fmla="*/ 805 w 1249"/>
                <a:gd name="T37" fmla="*/ 161 h 463"/>
                <a:gd name="T38" fmla="*/ 853 w 1249"/>
                <a:gd name="T39" fmla="*/ 218 h 463"/>
                <a:gd name="T40" fmla="*/ 915 w 1249"/>
                <a:gd name="T41" fmla="*/ 298 h 463"/>
                <a:gd name="T42" fmla="*/ 958 w 1249"/>
                <a:gd name="T43" fmla="*/ 340 h 463"/>
                <a:gd name="T44" fmla="*/ 994 w 1249"/>
                <a:gd name="T45" fmla="*/ 376 h 463"/>
                <a:gd name="T46" fmla="*/ 1041 w 1249"/>
                <a:gd name="T47" fmla="*/ 407 h 463"/>
                <a:gd name="T48" fmla="*/ 1105 w 1249"/>
                <a:gd name="T49" fmla="*/ 439 h 463"/>
                <a:gd name="T50" fmla="*/ 1173 w 1249"/>
                <a:gd name="T51" fmla="*/ 454 h 463"/>
                <a:gd name="T52" fmla="*/ 1212 w 1249"/>
                <a:gd name="T53" fmla="*/ 458 h 463"/>
                <a:gd name="T54" fmla="*/ 1249 w 1249"/>
                <a:gd name="T55" fmla="*/ 463 h 463"/>
                <a:gd name="T56" fmla="*/ 1214 w 1249"/>
                <a:gd name="T57" fmla="*/ 442 h 463"/>
                <a:gd name="T58" fmla="*/ 1177 w 1249"/>
                <a:gd name="T59" fmla="*/ 438 h 463"/>
                <a:gd name="T60" fmla="*/ 1128 w 1249"/>
                <a:gd name="T61" fmla="*/ 427 h 463"/>
                <a:gd name="T62" fmla="*/ 1092 w 1249"/>
                <a:gd name="T63" fmla="*/ 409 h 463"/>
                <a:gd name="T64" fmla="*/ 1027 w 1249"/>
                <a:gd name="T65" fmla="*/ 378 h 463"/>
                <a:gd name="T66" fmla="*/ 990 w 1249"/>
                <a:gd name="T67" fmla="*/ 346 h 463"/>
                <a:gd name="T68" fmla="*/ 946 w 1249"/>
                <a:gd name="T69" fmla="*/ 303 h 463"/>
                <a:gd name="T70" fmla="*/ 898 w 1249"/>
                <a:gd name="T71" fmla="*/ 269 h 463"/>
                <a:gd name="T72" fmla="*/ 867 w 1249"/>
                <a:gd name="T73" fmla="*/ 209 h 463"/>
                <a:gd name="T74" fmla="*/ 818 w 1249"/>
                <a:gd name="T75" fmla="*/ 151 h 463"/>
                <a:gd name="T76" fmla="*/ 779 w 1249"/>
                <a:gd name="T77" fmla="*/ 101 h 463"/>
                <a:gd name="T78" fmla="*/ 730 w 1249"/>
                <a:gd name="T79" fmla="*/ 59 h 463"/>
                <a:gd name="T80" fmla="*/ 690 w 1249"/>
                <a:gd name="T81" fmla="*/ 19 h 463"/>
                <a:gd name="T82" fmla="*/ 627 w 1249"/>
                <a:gd name="T83" fmla="*/ 0 h 463"/>
                <a:gd name="T84" fmla="*/ 582 w 1249"/>
                <a:gd name="T85" fmla="*/ 9 h 463"/>
                <a:gd name="T86" fmla="*/ 541 w 1249"/>
                <a:gd name="T87" fmla="*/ 35 h 463"/>
                <a:gd name="T88" fmla="*/ 453 w 1249"/>
                <a:gd name="T89" fmla="*/ 128 h 463"/>
                <a:gd name="T90" fmla="*/ 410 w 1249"/>
                <a:gd name="T91" fmla="*/ 186 h 463"/>
                <a:gd name="T92" fmla="*/ 393 w 1249"/>
                <a:gd name="T93" fmla="*/ 208 h 463"/>
                <a:gd name="T94" fmla="*/ 344 w 1249"/>
                <a:gd name="T95" fmla="*/ 265 h 463"/>
                <a:gd name="T96" fmla="*/ 308 w 1249"/>
                <a:gd name="T97" fmla="*/ 305 h 463"/>
                <a:gd name="T98" fmla="*/ 272 w 1249"/>
                <a:gd name="T99" fmla="*/ 346 h 463"/>
                <a:gd name="T100" fmla="*/ 210 w 1249"/>
                <a:gd name="T101" fmla="*/ 399 h 463"/>
                <a:gd name="T102" fmla="*/ 142 w 1249"/>
                <a:gd name="T103" fmla="*/ 425 h 463"/>
                <a:gd name="T104" fmla="*/ 102 w 1249"/>
                <a:gd name="T105" fmla="*/ 432 h 463"/>
                <a:gd name="T106" fmla="*/ 63 w 1249"/>
                <a:gd name="T107" fmla="*/ 442 h 463"/>
                <a:gd name="T108" fmla="*/ 42 w 1249"/>
                <a:gd name="T109" fmla="*/ 442 h 46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49" h="463">
                  <a:moveTo>
                    <a:pt x="0" y="447"/>
                  </a:moveTo>
                  <a:lnTo>
                    <a:pt x="0" y="463"/>
                  </a:lnTo>
                  <a:lnTo>
                    <a:pt x="22" y="463"/>
                  </a:lnTo>
                  <a:lnTo>
                    <a:pt x="22" y="462"/>
                  </a:lnTo>
                  <a:lnTo>
                    <a:pt x="24" y="462"/>
                  </a:lnTo>
                  <a:lnTo>
                    <a:pt x="46" y="457"/>
                  </a:lnTo>
                  <a:lnTo>
                    <a:pt x="43" y="449"/>
                  </a:lnTo>
                  <a:lnTo>
                    <a:pt x="43" y="458"/>
                  </a:lnTo>
                  <a:lnTo>
                    <a:pt x="64" y="458"/>
                  </a:lnTo>
                  <a:lnTo>
                    <a:pt x="65" y="458"/>
                  </a:lnTo>
                  <a:lnTo>
                    <a:pt x="87" y="454"/>
                  </a:lnTo>
                  <a:lnTo>
                    <a:pt x="89" y="453"/>
                  </a:lnTo>
                  <a:lnTo>
                    <a:pt x="105" y="448"/>
                  </a:lnTo>
                  <a:lnTo>
                    <a:pt x="103" y="440"/>
                  </a:lnTo>
                  <a:lnTo>
                    <a:pt x="105" y="448"/>
                  </a:lnTo>
                  <a:lnTo>
                    <a:pt x="126" y="443"/>
                  </a:lnTo>
                  <a:lnTo>
                    <a:pt x="124" y="435"/>
                  </a:lnTo>
                  <a:lnTo>
                    <a:pt x="125" y="444"/>
                  </a:lnTo>
                  <a:lnTo>
                    <a:pt x="147" y="440"/>
                  </a:lnTo>
                  <a:lnTo>
                    <a:pt x="149" y="439"/>
                  </a:lnTo>
                  <a:lnTo>
                    <a:pt x="151" y="439"/>
                  </a:lnTo>
                  <a:lnTo>
                    <a:pt x="173" y="425"/>
                  </a:lnTo>
                  <a:lnTo>
                    <a:pt x="167" y="417"/>
                  </a:lnTo>
                  <a:lnTo>
                    <a:pt x="171" y="425"/>
                  </a:lnTo>
                  <a:lnTo>
                    <a:pt x="193" y="416"/>
                  </a:lnTo>
                  <a:lnTo>
                    <a:pt x="214" y="407"/>
                  </a:lnTo>
                  <a:lnTo>
                    <a:pt x="215" y="405"/>
                  </a:lnTo>
                  <a:lnTo>
                    <a:pt x="232" y="391"/>
                  </a:lnTo>
                  <a:lnTo>
                    <a:pt x="227" y="385"/>
                  </a:lnTo>
                  <a:lnTo>
                    <a:pt x="232" y="392"/>
                  </a:lnTo>
                  <a:lnTo>
                    <a:pt x="254" y="378"/>
                  </a:lnTo>
                  <a:lnTo>
                    <a:pt x="281" y="360"/>
                  </a:lnTo>
                  <a:lnTo>
                    <a:pt x="282" y="359"/>
                  </a:lnTo>
                  <a:lnTo>
                    <a:pt x="282" y="358"/>
                  </a:lnTo>
                  <a:lnTo>
                    <a:pt x="298" y="338"/>
                  </a:lnTo>
                  <a:lnTo>
                    <a:pt x="291" y="333"/>
                  </a:lnTo>
                  <a:lnTo>
                    <a:pt x="298" y="340"/>
                  </a:lnTo>
                  <a:lnTo>
                    <a:pt x="320" y="316"/>
                  </a:lnTo>
                  <a:lnTo>
                    <a:pt x="313" y="310"/>
                  </a:lnTo>
                  <a:lnTo>
                    <a:pt x="318" y="316"/>
                  </a:lnTo>
                  <a:lnTo>
                    <a:pt x="340" y="298"/>
                  </a:lnTo>
                  <a:lnTo>
                    <a:pt x="343" y="297"/>
                  </a:lnTo>
                  <a:lnTo>
                    <a:pt x="359" y="274"/>
                  </a:lnTo>
                  <a:lnTo>
                    <a:pt x="351" y="269"/>
                  </a:lnTo>
                  <a:lnTo>
                    <a:pt x="357" y="275"/>
                  </a:lnTo>
                  <a:lnTo>
                    <a:pt x="384" y="247"/>
                  </a:lnTo>
                  <a:lnTo>
                    <a:pt x="384" y="245"/>
                  </a:lnTo>
                  <a:lnTo>
                    <a:pt x="406" y="218"/>
                  </a:lnTo>
                  <a:lnTo>
                    <a:pt x="423" y="195"/>
                  </a:lnTo>
                  <a:lnTo>
                    <a:pt x="424" y="195"/>
                  </a:lnTo>
                  <a:lnTo>
                    <a:pt x="446" y="161"/>
                  </a:lnTo>
                  <a:lnTo>
                    <a:pt x="439" y="156"/>
                  </a:lnTo>
                  <a:lnTo>
                    <a:pt x="445" y="163"/>
                  </a:lnTo>
                  <a:lnTo>
                    <a:pt x="466" y="139"/>
                  </a:lnTo>
                  <a:lnTo>
                    <a:pt x="466" y="138"/>
                  </a:lnTo>
                  <a:lnTo>
                    <a:pt x="488" y="111"/>
                  </a:lnTo>
                  <a:lnTo>
                    <a:pt x="481" y="106"/>
                  </a:lnTo>
                  <a:lnTo>
                    <a:pt x="488" y="112"/>
                  </a:lnTo>
                  <a:lnTo>
                    <a:pt x="510" y="89"/>
                  </a:lnTo>
                  <a:lnTo>
                    <a:pt x="532" y="66"/>
                  </a:lnTo>
                  <a:lnTo>
                    <a:pt x="552" y="47"/>
                  </a:lnTo>
                  <a:lnTo>
                    <a:pt x="546" y="40"/>
                  </a:lnTo>
                  <a:lnTo>
                    <a:pt x="551" y="47"/>
                  </a:lnTo>
                  <a:lnTo>
                    <a:pt x="568" y="32"/>
                  </a:lnTo>
                  <a:lnTo>
                    <a:pt x="562" y="26"/>
                  </a:lnTo>
                  <a:lnTo>
                    <a:pt x="566" y="34"/>
                  </a:lnTo>
                  <a:lnTo>
                    <a:pt x="588" y="25"/>
                  </a:lnTo>
                  <a:lnTo>
                    <a:pt x="609" y="16"/>
                  </a:lnTo>
                  <a:lnTo>
                    <a:pt x="605" y="8"/>
                  </a:lnTo>
                  <a:lnTo>
                    <a:pt x="605" y="17"/>
                  </a:lnTo>
                  <a:lnTo>
                    <a:pt x="627" y="17"/>
                  </a:lnTo>
                  <a:lnTo>
                    <a:pt x="649" y="17"/>
                  </a:lnTo>
                  <a:lnTo>
                    <a:pt x="649" y="8"/>
                  </a:lnTo>
                  <a:lnTo>
                    <a:pt x="646" y="16"/>
                  </a:lnTo>
                  <a:lnTo>
                    <a:pt x="668" y="25"/>
                  </a:lnTo>
                  <a:lnTo>
                    <a:pt x="671" y="17"/>
                  </a:lnTo>
                  <a:lnTo>
                    <a:pt x="667" y="25"/>
                  </a:lnTo>
                  <a:lnTo>
                    <a:pt x="683" y="34"/>
                  </a:lnTo>
                  <a:lnTo>
                    <a:pt x="710" y="48"/>
                  </a:lnTo>
                  <a:lnTo>
                    <a:pt x="714" y="40"/>
                  </a:lnTo>
                  <a:lnTo>
                    <a:pt x="707" y="45"/>
                  </a:lnTo>
                  <a:lnTo>
                    <a:pt x="724" y="65"/>
                  </a:lnTo>
                  <a:lnTo>
                    <a:pt x="725" y="66"/>
                  </a:lnTo>
                  <a:lnTo>
                    <a:pt x="747" y="89"/>
                  </a:lnTo>
                  <a:lnTo>
                    <a:pt x="752" y="83"/>
                  </a:lnTo>
                  <a:lnTo>
                    <a:pt x="746" y="89"/>
                  </a:lnTo>
                  <a:lnTo>
                    <a:pt x="766" y="112"/>
                  </a:lnTo>
                  <a:lnTo>
                    <a:pt x="773" y="106"/>
                  </a:lnTo>
                  <a:lnTo>
                    <a:pt x="766" y="111"/>
                  </a:lnTo>
                  <a:lnTo>
                    <a:pt x="788" y="138"/>
                  </a:lnTo>
                  <a:lnTo>
                    <a:pt x="795" y="133"/>
                  </a:lnTo>
                  <a:lnTo>
                    <a:pt x="788" y="138"/>
                  </a:lnTo>
                  <a:lnTo>
                    <a:pt x="805" y="161"/>
                  </a:lnTo>
                  <a:lnTo>
                    <a:pt x="832" y="195"/>
                  </a:lnTo>
                  <a:lnTo>
                    <a:pt x="832" y="196"/>
                  </a:lnTo>
                  <a:lnTo>
                    <a:pt x="853" y="219"/>
                  </a:lnTo>
                  <a:lnTo>
                    <a:pt x="859" y="213"/>
                  </a:lnTo>
                  <a:lnTo>
                    <a:pt x="853" y="218"/>
                  </a:lnTo>
                  <a:lnTo>
                    <a:pt x="870" y="245"/>
                  </a:lnTo>
                  <a:lnTo>
                    <a:pt x="892" y="274"/>
                  </a:lnTo>
                  <a:lnTo>
                    <a:pt x="893" y="275"/>
                  </a:lnTo>
                  <a:lnTo>
                    <a:pt x="915" y="298"/>
                  </a:lnTo>
                  <a:lnTo>
                    <a:pt x="936" y="316"/>
                  </a:lnTo>
                  <a:lnTo>
                    <a:pt x="941" y="310"/>
                  </a:lnTo>
                  <a:lnTo>
                    <a:pt x="936" y="316"/>
                  </a:lnTo>
                  <a:lnTo>
                    <a:pt x="958" y="340"/>
                  </a:lnTo>
                  <a:lnTo>
                    <a:pt x="980" y="359"/>
                  </a:lnTo>
                  <a:lnTo>
                    <a:pt x="985" y="352"/>
                  </a:lnTo>
                  <a:lnTo>
                    <a:pt x="978" y="358"/>
                  </a:lnTo>
                  <a:lnTo>
                    <a:pt x="994" y="376"/>
                  </a:lnTo>
                  <a:lnTo>
                    <a:pt x="994" y="377"/>
                  </a:lnTo>
                  <a:lnTo>
                    <a:pt x="996" y="378"/>
                  </a:lnTo>
                  <a:lnTo>
                    <a:pt x="1018" y="392"/>
                  </a:lnTo>
                  <a:lnTo>
                    <a:pt x="1040" y="407"/>
                  </a:lnTo>
                  <a:lnTo>
                    <a:pt x="1041" y="407"/>
                  </a:lnTo>
                  <a:lnTo>
                    <a:pt x="1063" y="416"/>
                  </a:lnTo>
                  <a:lnTo>
                    <a:pt x="1085" y="425"/>
                  </a:lnTo>
                  <a:lnTo>
                    <a:pt x="1088" y="417"/>
                  </a:lnTo>
                  <a:lnTo>
                    <a:pt x="1084" y="425"/>
                  </a:lnTo>
                  <a:lnTo>
                    <a:pt x="1105" y="439"/>
                  </a:lnTo>
                  <a:lnTo>
                    <a:pt x="1107" y="439"/>
                  </a:lnTo>
                  <a:lnTo>
                    <a:pt x="1124" y="443"/>
                  </a:lnTo>
                  <a:lnTo>
                    <a:pt x="1146" y="448"/>
                  </a:lnTo>
                  <a:lnTo>
                    <a:pt x="1146" y="449"/>
                  </a:lnTo>
                  <a:lnTo>
                    <a:pt x="1173" y="454"/>
                  </a:lnTo>
                  <a:lnTo>
                    <a:pt x="1174" y="445"/>
                  </a:lnTo>
                  <a:lnTo>
                    <a:pt x="1173" y="453"/>
                  </a:lnTo>
                  <a:lnTo>
                    <a:pt x="1189" y="457"/>
                  </a:lnTo>
                  <a:lnTo>
                    <a:pt x="1190" y="458"/>
                  </a:lnTo>
                  <a:lnTo>
                    <a:pt x="1212" y="458"/>
                  </a:lnTo>
                  <a:lnTo>
                    <a:pt x="1212" y="449"/>
                  </a:lnTo>
                  <a:lnTo>
                    <a:pt x="1211" y="457"/>
                  </a:lnTo>
                  <a:lnTo>
                    <a:pt x="1233" y="462"/>
                  </a:lnTo>
                  <a:lnTo>
                    <a:pt x="1234" y="463"/>
                  </a:lnTo>
                  <a:lnTo>
                    <a:pt x="1249" y="463"/>
                  </a:lnTo>
                  <a:lnTo>
                    <a:pt x="1249" y="447"/>
                  </a:lnTo>
                  <a:lnTo>
                    <a:pt x="1234" y="447"/>
                  </a:lnTo>
                  <a:lnTo>
                    <a:pt x="1234" y="454"/>
                  </a:lnTo>
                  <a:lnTo>
                    <a:pt x="1236" y="447"/>
                  </a:lnTo>
                  <a:lnTo>
                    <a:pt x="1214" y="442"/>
                  </a:lnTo>
                  <a:lnTo>
                    <a:pt x="1212" y="442"/>
                  </a:lnTo>
                  <a:lnTo>
                    <a:pt x="1190" y="442"/>
                  </a:lnTo>
                  <a:lnTo>
                    <a:pt x="1190" y="449"/>
                  </a:lnTo>
                  <a:lnTo>
                    <a:pt x="1193" y="442"/>
                  </a:lnTo>
                  <a:lnTo>
                    <a:pt x="1177" y="438"/>
                  </a:lnTo>
                  <a:lnTo>
                    <a:pt x="1150" y="432"/>
                  </a:lnTo>
                  <a:lnTo>
                    <a:pt x="1147" y="440"/>
                  </a:lnTo>
                  <a:lnTo>
                    <a:pt x="1150" y="432"/>
                  </a:lnTo>
                  <a:lnTo>
                    <a:pt x="1128" y="427"/>
                  </a:lnTo>
                  <a:lnTo>
                    <a:pt x="1111" y="423"/>
                  </a:lnTo>
                  <a:lnTo>
                    <a:pt x="1109" y="431"/>
                  </a:lnTo>
                  <a:lnTo>
                    <a:pt x="1114" y="425"/>
                  </a:lnTo>
                  <a:lnTo>
                    <a:pt x="1093" y="411"/>
                  </a:lnTo>
                  <a:lnTo>
                    <a:pt x="1092" y="409"/>
                  </a:lnTo>
                  <a:lnTo>
                    <a:pt x="1070" y="400"/>
                  </a:lnTo>
                  <a:lnTo>
                    <a:pt x="1048" y="391"/>
                  </a:lnTo>
                  <a:lnTo>
                    <a:pt x="1044" y="399"/>
                  </a:lnTo>
                  <a:lnTo>
                    <a:pt x="1049" y="392"/>
                  </a:lnTo>
                  <a:lnTo>
                    <a:pt x="1027" y="378"/>
                  </a:lnTo>
                  <a:lnTo>
                    <a:pt x="1005" y="364"/>
                  </a:lnTo>
                  <a:lnTo>
                    <a:pt x="1000" y="371"/>
                  </a:lnTo>
                  <a:lnTo>
                    <a:pt x="1007" y="365"/>
                  </a:lnTo>
                  <a:lnTo>
                    <a:pt x="991" y="347"/>
                  </a:lnTo>
                  <a:lnTo>
                    <a:pt x="990" y="346"/>
                  </a:lnTo>
                  <a:lnTo>
                    <a:pt x="968" y="327"/>
                  </a:lnTo>
                  <a:lnTo>
                    <a:pt x="963" y="333"/>
                  </a:lnTo>
                  <a:lnTo>
                    <a:pt x="969" y="328"/>
                  </a:lnTo>
                  <a:lnTo>
                    <a:pt x="947" y="305"/>
                  </a:lnTo>
                  <a:lnTo>
                    <a:pt x="946" y="303"/>
                  </a:lnTo>
                  <a:lnTo>
                    <a:pt x="925" y="285"/>
                  </a:lnTo>
                  <a:lnTo>
                    <a:pt x="920" y="292"/>
                  </a:lnTo>
                  <a:lnTo>
                    <a:pt x="927" y="287"/>
                  </a:lnTo>
                  <a:lnTo>
                    <a:pt x="905" y="263"/>
                  </a:lnTo>
                  <a:lnTo>
                    <a:pt x="898" y="269"/>
                  </a:lnTo>
                  <a:lnTo>
                    <a:pt x="905" y="263"/>
                  </a:lnTo>
                  <a:lnTo>
                    <a:pt x="883" y="235"/>
                  </a:lnTo>
                  <a:lnTo>
                    <a:pt x="876" y="240"/>
                  </a:lnTo>
                  <a:lnTo>
                    <a:pt x="884" y="236"/>
                  </a:lnTo>
                  <a:lnTo>
                    <a:pt x="867" y="209"/>
                  </a:lnTo>
                  <a:lnTo>
                    <a:pt x="866" y="208"/>
                  </a:lnTo>
                  <a:lnTo>
                    <a:pt x="845" y="185"/>
                  </a:lnTo>
                  <a:lnTo>
                    <a:pt x="839" y="190"/>
                  </a:lnTo>
                  <a:lnTo>
                    <a:pt x="845" y="185"/>
                  </a:lnTo>
                  <a:lnTo>
                    <a:pt x="818" y="151"/>
                  </a:lnTo>
                  <a:lnTo>
                    <a:pt x="812" y="156"/>
                  </a:lnTo>
                  <a:lnTo>
                    <a:pt x="818" y="152"/>
                  </a:lnTo>
                  <a:lnTo>
                    <a:pt x="801" y="129"/>
                  </a:lnTo>
                  <a:lnTo>
                    <a:pt x="801" y="128"/>
                  </a:lnTo>
                  <a:lnTo>
                    <a:pt x="779" y="101"/>
                  </a:lnTo>
                  <a:lnTo>
                    <a:pt x="759" y="78"/>
                  </a:lnTo>
                  <a:lnTo>
                    <a:pt x="737" y="54"/>
                  </a:lnTo>
                  <a:lnTo>
                    <a:pt x="730" y="59"/>
                  </a:lnTo>
                  <a:lnTo>
                    <a:pt x="737" y="54"/>
                  </a:lnTo>
                  <a:lnTo>
                    <a:pt x="720" y="35"/>
                  </a:lnTo>
                  <a:lnTo>
                    <a:pt x="717" y="34"/>
                  </a:lnTo>
                  <a:lnTo>
                    <a:pt x="690" y="19"/>
                  </a:lnTo>
                  <a:lnTo>
                    <a:pt x="675" y="10"/>
                  </a:lnTo>
                  <a:lnTo>
                    <a:pt x="675" y="9"/>
                  </a:lnTo>
                  <a:lnTo>
                    <a:pt x="653" y="0"/>
                  </a:lnTo>
                  <a:lnTo>
                    <a:pt x="649" y="0"/>
                  </a:lnTo>
                  <a:lnTo>
                    <a:pt x="627" y="0"/>
                  </a:lnTo>
                  <a:lnTo>
                    <a:pt x="605" y="0"/>
                  </a:lnTo>
                  <a:lnTo>
                    <a:pt x="603" y="0"/>
                  </a:lnTo>
                  <a:lnTo>
                    <a:pt x="582" y="9"/>
                  </a:lnTo>
                  <a:lnTo>
                    <a:pt x="560" y="18"/>
                  </a:lnTo>
                  <a:lnTo>
                    <a:pt x="557" y="19"/>
                  </a:lnTo>
                  <a:lnTo>
                    <a:pt x="541" y="34"/>
                  </a:lnTo>
                  <a:lnTo>
                    <a:pt x="541" y="35"/>
                  </a:lnTo>
                  <a:lnTo>
                    <a:pt x="520" y="54"/>
                  </a:lnTo>
                  <a:lnTo>
                    <a:pt x="498" y="78"/>
                  </a:lnTo>
                  <a:lnTo>
                    <a:pt x="476" y="101"/>
                  </a:lnTo>
                  <a:lnTo>
                    <a:pt x="475" y="101"/>
                  </a:lnTo>
                  <a:lnTo>
                    <a:pt x="453" y="128"/>
                  </a:lnTo>
                  <a:lnTo>
                    <a:pt x="459" y="133"/>
                  </a:lnTo>
                  <a:lnTo>
                    <a:pt x="453" y="128"/>
                  </a:lnTo>
                  <a:lnTo>
                    <a:pt x="432" y="151"/>
                  </a:lnTo>
                  <a:lnTo>
                    <a:pt x="432" y="152"/>
                  </a:lnTo>
                  <a:lnTo>
                    <a:pt x="410" y="186"/>
                  </a:lnTo>
                  <a:lnTo>
                    <a:pt x="417" y="190"/>
                  </a:lnTo>
                  <a:lnTo>
                    <a:pt x="410" y="186"/>
                  </a:lnTo>
                  <a:lnTo>
                    <a:pt x="393" y="209"/>
                  </a:lnTo>
                  <a:lnTo>
                    <a:pt x="400" y="213"/>
                  </a:lnTo>
                  <a:lnTo>
                    <a:pt x="393" y="208"/>
                  </a:lnTo>
                  <a:lnTo>
                    <a:pt x="371" y="235"/>
                  </a:lnTo>
                  <a:lnTo>
                    <a:pt x="378" y="240"/>
                  </a:lnTo>
                  <a:lnTo>
                    <a:pt x="373" y="235"/>
                  </a:lnTo>
                  <a:lnTo>
                    <a:pt x="346" y="263"/>
                  </a:lnTo>
                  <a:lnTo>
                    <a:pt x="344" y="265"/>
                  </a:lnTo>
                  <a:lnTo>
                    <a:pt x="329" y="288"/>
                  </a:lnTo>
                  <a:lnTo>
                    <a:pt x="335" y="292"/>
                  </a:lnTo>
                  <a:lnTo>
                    <a:pt x="330" y="285"/>
                  </a:lnTo>
                  <a:lnTo>
                    <a:pt x="308" y="303"/>
                  </a:lnTo>
                  <a:lnTo>
                    <a:pt x="308" y="305"/>
                  </a:lnTo>
                  <a:lnTo>
                    <a:pt x="286" y="328"/>
                  </a:lnTo>
                  <a:lnTo>
                    <a:pt x="285" y="328"/>
                  </a:lnTo>
                  <a:lnTo>
                    <a:pt x="269" y="347"/>
                  </a:lnTo>
                  <a:lnTo>
                    <a:pt x="276" y="352"/>
                  </a:lnTo>
                  <a:lnTo>
                    <a:pt x="272" y="346"/>
                  </a:lnTo>
                  <a:lnTo>
                    <a:pt x="245" y="364"/>
                  </a:lnTo>
                  <a:lnTo>
                    <a:pt x="223" y="378"/>
                  </a:lnTo>
                  <a:lnTo>
                    <a:pt x="222" y="378"/>
                  </a:lnTo>
                  <a:lnTo>
                    <a:pt x="205" y="392"/>
                  </a:lnTo>
                  <a:lnTo>
                    <a:pt x="210" y="399"/>
                  </a:lnTo>
                  <a:lnTo>
                    <a:pt x="207" y="391"/>
                  </a:lnTo>
                  <a:lnTo>
                    <a:pt x="187" y="400"/>
                  </a:lnTo>
                  <a:lnTo>
                    <a:pt x="165" y="409"/>
                  </a:lnTo>
                  <a:lnTo>
                    <a:pt x="164" y="411"/>
                  </a:lnTo>
                  <a:lnTo>
                    <a:pt x="142" y="425"/>
                  </a:lnTo>
                  <a:lnTo>
                    <a:pt x="145" y="431"/>
                  </a:lnTo>
                  <a:lnTo>
                    <a:pt x="144" y="423"/>
                  </a:lnTo>
                  <a:lnTo>
                    <a:pt x="122" y="427"/>
                  </a:lnTo>
                  <a:lnTo>
                    <a:pt x="102" y="432"/>
                  </a:lnTo>
                  <a:lnTo>
                    <a:pt x="100" y="432"/>
                  </a:lnTo>
                  <a:lnTo>
                    <a:pt x="84" y="438"/>
                  </a:lnTo>
                  <a:lnTo>
                    <a:pt x="86" y="445"/>
                  </a:lnTo>
                  <a:lnTo>
                    <a:pt x="85" y="438"/>
                  </a:lnTo>
                  <a:lnTo>
                    <a:pt x="63" y="442"/>
                  </a:lnTo>
                  <a:lnTo>
                    <a:pt x="64" y="449"/>
                  </a:lnTo>
                  <a:lnTo>
                    <a:pt x="64" y="442"/>
                  </a:lnTo>
                  <a:lnTo>
                    <a:pt x="43" y="442"/>
                  </a:lnTo>
                  <a:lnTo>
                    <a:pt x="42" y="442"/>
                  </a:lnTo>
                  <a:lnTo>
                    <a:pt x="20" y="447"/>
                  </a:lnTo>
                  <a:lnTo>
                    <a:pt x="22" y="454"/>
                  </a:lnTo>
                  <a:lnTo>
                    <a:pt x="22" y="447"/>
                  </a:lnTo>
                  <a:lnTo>
                    <a:pt x="0" y="44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13" name="Rectangle 11">
              <a:extLst>
                <a:ext uri="{FF2B5EF4-FFF2-40B4-BE49-F238E27FC236}">
                  <a16:creationId xmlns:a16="http://schemas.microsoft.com/office/drawing/2014/main" id="{8706551D-F274-7AAF-AAC0-841722BC5393}"/>
                </a:ext>
              </a:extLst>
            </p:cNvPr>
            <p:cNvSpPr>
              <a:spLocks noChangeArrowheads="1"/>
            </p:cNvSpPr>
            <p:nvPr/>
          </p:nvSpPr>
          <p:spPr bwMode="auto">
            <a:xfrm rot="-2907112">
              <a:off x="1687" y="66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14" name="Rectangle 12">
              <a:extLst>
                <a:ext uri="{FF2B5EF4-FFF2-40B4-BE49-F238E27FC236}">
                  <a16:creationId xmlns:a16="http://schemas.microsoft.com/office/drawing/2014/main" id="{31396ADF-9A4B-C4DC-6ACE-3F2CC27BE7D1}"/>
                </a:ext>
              </a:extLst>
            </p:cNvPr>
            <p:cNvSpPr>
              <a:spLocks noChangeArrowheads="1"/>
            </p:cNvSpPr>
            <p:nvPr/>
          </p:nvSpPr>
          <p:spPr bwMode="auto">
            <a:xfrm rot="-2907112">
              <a:off x="1574" y="65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15" name="Rectangle 13">
              <a:extLst>
                <a:ext uri="{FF2B5EF4-FFF2-40B4-BE49-F238E27FC236}">
                  <a16:creationId xmlns:a16="http://schemas.microsoft.com/office/drawing/2014/main" id="{8D4923CB-AF41-E61D-8982-1FFEE39B3F93}"/>
                </a:ext>
              </a:extLst>
            </p:cNvPr>
            <p:cNvSpPr>
              <a:spLocks noChangeArrowheads="1"/>
            </p:cNvSpPr>
            <p:nvPr/>
          </p:nvSpPr>
          <p:spPr bwMode="auto">
            <a:xfrm rot="-2907112">
              <a:off x="2444" y="659"/>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16" name="Rectangle 14">
              <a:extLst>
                <a:ext uri="{FF2B5EF4-FFF2-40B4-BE49-F238E27FC236}">
                  <a16:creationId xmlns:a16="http://schemas.microsoft.com/office/drawing/2014/main" id="{1ADC3A98-DD38-B6CD-0E9C-947552B23980}"/>
                </a:ext>
              </a:extLst>
            </p:cNvPr>
            <p:cNvSpPr>
              <a:spLocks noChangeArrowheads="1"/>
            </p:cNvSpPr>
            <p:nvPr/>
          </p:nvSpPr>
          <p:spPr bwMode="auto">
            <a:xfrm rot="-2907112">
              <a:off x="1752" y="66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17" name="Rectangle 15">
              <a:extLst>
                <a:ext uri="{FF2B5EF4-FFF2-40B4-BE49-F238E27FC236}">
                  <a16:creationId xmlns:a16="http://schemas.microsoft.com/office/drawing/2014/main" id="{B0806008-C7CF-024E-CAF9-5041C49CC5AF}"/>
                </a:ext>
              </a:extLst>
            </p:cNvPr>
            <p:cNvSpPr>
              <a:spLocks noChangeArrowheads="1"/>
            </p:cNvSpPr>
            <p:nvPr/>
          </p:nvSpPr>
          <p:spPr bwMode="auto">
            <a:xfrm rot="-2907112">
              <a:off x="2348" y="650"/>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18" name="Rectangle 16">
              <a:extLst>
                <a:ext uri="{FF2B5EF4-FFF2-40B4-BE49-F238E27FC236}">
                  <a16:creationId xmlns:a16="http://schemas.microsoft.com/office/drawing/2014/main" id="{FFF42343-4B6A-88B4-3485-B59134E9834F}"/>
                </a:ext>
              </a:extLst>
            </p:cNvPr>
            <p:cNvSpPr>
              <a:spLocks noChangeArrowheads="1"/>
            </p:cNvSpPr>
            <p:nvPr/>
          </p:nvSpPr>
          <p:spPr bwMode="auto">
            <a:xfrm rot="-2907112">
              <a:off x="1413" y="66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19" name="Rectangle 17">
              <a:extLst>
                <a:ext uri="{FF2B5EF4-FFF2-40B4-BE49-F238E27FC236}">
                  <a16:creationId xmlns:a16="http://schemas.microsoft.com/office/drawing/2014/main" id="{4D143C0D-3A0E-93EE-FE14-30E4D1C93C17}"/>
                </a:ext>
              </a:extLst>
            </p:cNvPr>
            <p:cNvSpPr>
              <a:spLocks noChangeArrowheads="1"/>
            </p:cNvSpPr>
            <p:nvPr/>
          </p:nvSpPr>
          <p:spPr bwMode="auto">
            <a:xfrm rot="-2907112">
              <a:off x="1782" y="66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20" name="Rectangle 18">
              <a:extLst>
                <a:ext uri="{FF2B5EF4-FFF2-40B4-BE49-F238E27FC236}">
                  <a16:creationId xmlns:a16="http://schemas.microsoft.com/office/drawing/2014/main" id="{18E2DD4D-2467-484F-1B5D-FFC7A8BC6452}"/>
                </a:ext>
              </a:extLst>
            </p:cNvPr>
            <p:cNvSpPr>
              <a:spLocks noChangeArrowheads="1"/>
            </p:cNvSpPr>
            <p:nvPr/>
          </p:nvSpPr>
          <p:spPr bwMode="auto">
            <a:xfrm rot="-2907112">
              <a:off x="1840" y="661"/>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21" name="Rectangle 19">
              <a:extLst>
                <a:ext uri="{FF2B5EF4-FFF2-40B4-BE49-F238E27FC236}">
                  <a16:creationId xmlns:a16="http://schemas.microsoft.com/office/drawing/2014/main" id="{BABAECA7-39EE-6095-7DAB-6C01BBAF2D60}"/>
                </a:ext>
              </a:extLst>
            </p:cNvPr>
            <p:cNvSpPr>
              <a:spLocks noChangeArrowheads="1"/>
            </p:cNvSpPr>
            <p:nvPr/>
          </p:nvSpPr>
          <p:spPr bwMode="auto">
            <a:xfrm rot="-2907112">
              <a:off x="1877" y="665"/>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22" name="Rectangle 20">
              <a:extLst>
                <a:ext uri="{FF2B5EF4-FFF2-40B4-BE49-F238E27FC236}">
                  <a16:creationId xmlns:a16="http://schemas.microsoft.com/office/drawing/2014/main" id="{93BA827E-55E4-4EFA-986F-B1ADFE003C1D}"/>
                </a:ext>
              </a:extLst>
            </p:cNvPr>
            <p:cNvSpPr>
              <a:spLocks noChangeArrowheads="1"/>
            </p:cNvSpPr>
            <p:nvPr/>
          </p:nvSpPr>
          <p:spPr bwMode="auto">
            <a:xfrm rot="-2907112">
              <a:off x="1912" y="65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23" name="Rectangle 21">
              <a:extLst>
                <a:ext uri="{FF2B5EF4-FFF2-40B4-BE49-F238E27FC236}">
                  <a16:creationId xmlns:a16="http://schemas.microsoft.com/office/drawing/2014/main" id="{62D4A537-8575-2AB9-7FE8-0CCB74B85679}"/>
                </a:ext>
              </a:extLst>
            </p:cNvPr>
            <p:cNvSpPr>
              <a:spLocks noChangeArrowheads="1"/>
            </p:cNvSpPr>
            <p:nvPr/>
          </p:nvSpPr>
          <p:spPr bwMode="auto">
            <a:xfrm rot="-2907112">
              <a:off x="1732" y="65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24" name="Rectangle 22">
              <a:extLst>
                <a:ext uri="{FF2B5EF4-FFF2-40B4-BE49-F238E27FC236}">
                  <a16:creationId xmlns:a16="http://schemas.microsoft.com/office/drawing/2014/main" id="{DD4E87D8-223A-22E2-7BC8-881B510DBB0C}"/>
                </a:ext>
              </a:extLst>
            </p:cNvPr>
            <p:cNvSpPr>
              <a:spLocks noChangeArrowheads="1"/>
            </p:cNvSpPr>
            <p:nvPr/>
          </p:nvSpPr>
          <p:spPr bwMode="auto">
            <a:xfrm rot="-2907112">
              <a:off x="2060" y="66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25" name="Rectangle 23">
              <a:extLst>
                <a:ext uri="{FF2B5EF4-FFF2-40B4-BE49-F238E27FC236}">
                  <a16:creationId xmlns:a16="http://schemas.microsoft.com/office/drawing/2014/main" id="{0B6EE2C8-D954-9F44-77B0-5723BE7D3C21}"/>
                </a:ext>
              </a:extLst>
            </p:cNvPr>
            <p:cNvSpPr>
              <a:spLocks noChangeArrowheads="1"/>
            </p:cNvSpPr>
            <p:nvPr/>
          </p:nvSpPr>
          <p:spPr bwMode="auto">
            <a:xfrm rot="-2907112">
              <a:off x="2303" y="651"/>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26" name="Rectangle 24">
              <a:extLst>
                <a:ext uri="{FF2B5EF4-FFF2-40B4-BE49-F238E27FC236}">
                  <a16:creationId xmlns:a16="http://schemas.microsoft.com/office/drawing/2014/main" id="{B95EC645-FDC6-265A-F72E-1F460B482677}"/>
                </a:ext>
              </a:extLst>
            </p:cNvPr>
            <p:cNvSpPr>
              <a:spLocks noChangeArrowheads="1"/>
            </p:cNvSpPr>
            <p:nvPr/>
          </p:nvSpPr>
          <p:spPr bwMode="auto">
            <a:xfrm rot="-2907112">
              <a:off x="2397" y="669"/>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27" name="Rectangle 25">
              <a:extLst>
                <a:ext uri="{FF2B5EF4-FFF2-40B4-BE49-F238E27FC236}">
                  <a16:creationId xmlns:a16="http://schemas.microsoft.com/office/drawing/2014/main" id="{2075DF7A-7202-29C8-68F0-BED94BB14E89}"/>
                </a:ext>
              </a:extLst>
            </p:cNvPr>
            <p:cNvSpPr>
              <a:spLocks noChangeArrowheads="1"/>
            </p:cNvSpPr>
            <p:nvPr/>
          </p:nvSpPr>
          <p:spPr bwMode="auto">
            <a:xfrm rot="-2907112">
              <a:off x="2265" y="65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28" name="Rectangle 26">
              <a:extLst>
                <a:ext uri="{FF2B5EF4-FFF2-40B4-BE49-F238E27FC236}">
                  <a16:creationId xmlns:a16="http://schemas.microsoft.com/office/drawing/2014/main" id="{940F6DFA-C9F9-3B38-C0FF-DF351952F6B1}"/>
                </a:ext>
              </a:extLst>
            </p:cNvPr>
            <p:cNvSpPr>
              <a:spLocks noChangeArrowheads="1"/>
            </p:cNvSpPr>
            <p:nvPr/>
          </p:nvSpPr>
          <p:spPr bwMode="auto">
            <a:xfrm rot="-2907112">
              <a:off x="2207" y="67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29" name="Rectangle 27">
              <a:extLst>
                <a:ext uri="{FF2B5EF4-FFF2-40B4-BE49-F238E27FC236}">
                  <a16:creationId xmlns:a16="http://schemas.microsoft.com/office/drawing/2014/main" id="{EB206394-1752-4790-00AB-7A8272855849}"/>
                </a:ext>
              </a:extLst>
            </p:cNvPr>
            <p:cNvSpPr>
              <a:spLocks noChangeArrowheads="1"/>
            </p:cNvSpPr>
            <p:nvPr/>
          </p:nvSpPr>
          <p:spPr bwMode="auto">
            <a:xfrm rot="-2907112">
              <a:off x="2310" y="669"/>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30" name="Rectangle 28">
              <a:extLst>
                <a:ext uri="{FF2B5EF4-FFF2-40B4-BE49-F238E27FC236}">
                  <a16:creationId xmlns:a16="http://schemas.microsoft.com/office/drawing/2014/main" id="{CC4FAE79-21A1-8CFF-B721-41F2341028C8}"/>
                </a:ext>
              </a:extLst>
            </p:cNvPr>
            <p:cNvSpPr>
              <a:spLocks noChangeArrowheads="1"/>
            </p:cNvSpPr>
            <p:nvPr/>
          </p:nvSpPr>
          <p:spPr bwMode="auto">
            <a:xfrm rot="-2907112">
              <a:off x="2492" y="66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31" name="Rectangle 29">
              <a:extLst>
                <a:ext uri="{FF2B5EF4-FFF2-40B4-BE49-F238E27FC236}">
                  <a16:creationId xmlns:a16="http://schemas.microsoft.com/office/drawing/2014/main" id="{DE7D0091-ECBE-E69B-D0DB-F4EA3DE88A36}"/>
                </a:ext>
              </a:extLst>
            </p:cNvPr>
            <p:cNvSpPr>
              <a:spLocks noChangeArrowheads="1"/>
            </p:cNvSpPr>
            <p:nvPr/>
          </p:nvSpPr>
          <p:spPr bwMode="auto">
            <a:xfrm rot="-2907112">
              <a:off x="2557" y="665"/>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32" name="Rectangle 30">
              <a:extLst>
                <a:ext uri="{FF2B5EF4-FFF2-40B4-BE49-F238E27FC236}">
                  <a16:creationId xmlns:a16="http://schemas.microsoft.com/office/drawing/2014/main" id="{1D168B8D-507B-83DD-B438-A3A771413E2A}"/>
                </a:ext>
              </a:extLst>
            </p:cNvPr>
            <p:cNvSpPr>
              <a:spLocks noChangeArrowheads="1"/>
            </p:cNvSpPr>
            <p:nvPr/>
          </p:nvSpPr>
          <p:spPr bwMode="auto">
            <a:xfrm rot="-2907112">
              <a:off x="2767" y="660"/>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nvGrpSpPr>
          <p:cNvPr id="45059" name="Group 31">
            <a:extLst>
              <a:ext uri="{FF2B5EF4-FFF2-40B4-BE49-F238E27FC236}">
                <a16:creationId xmlns:a16="http://schemas.microsoft.com/office/drawing/2014/main" id="{9D0CBED4-0E23-BAE5-CD78-DCE8B0F25D57}"/>
              </a:ext>
            </a:extLst>
          </p:cNvPr>
          <p:cNvGrpSpPr>
            <a:grpSpLocks/>
          </p:cNvGrpSpPr>
          <p:nvPr/>
        </p:nvGrpSpPr>
        <p:grpSpPr bwMode="auto">
          <a:xfrm>
            <a:off x="342900" y="481013"/>
            <a:ext cx="3411538" cy="503237"/>
            <a:chOff x="3198" y="2229"/>
            <a:chExt cx="2149" cy="317"/>
          </a:xfrm>
        </p:grpSpPr>
        <p:sp>
          <p:nvSpPr>
            <p:cNvPr id="45079" name="Line 32">
              <a:extLst>
                <a:ext uri="{FF2B5EF4-FFF2-40B4-BE49-F238E27FC236}">
                  <a16:creationId xmlns:a16="http://schemas.microsoft.com/office/drawing/2014/main" id="{235C7E3C-B797-A66D-A8E4-1317ED433892}"/>
                </a:ext>
              </a:extLst>
            </p:cNvPr>
            <p:cNvSpPr>
              <a:spLocks noChangeShapeType="1"/>
            </p:cNvSpPr>
            <p:nvPr/>
          </p:nvSpPr>
          <p:spPr bwMode="auto">
            <a:xfrm>
              <a:off x="3198" y="2513"/>
              <a:ext cx="214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0" name="Line 33">
              <a:extLst>
                <a:ext uri="{FF2B5EF4-FFF2-40B4-BE49-F238E27FC236}">
                  <a16:creationId xmlns:a16="http://schemas.microsoft.com/office/drawing/2014/main" id="{62C3CF51-6F0F-F359-0DB8-489FC63FA481}"/>
                </a:ext>
              </a:extLst>
            </p:cNvPr>
            <p:cNvSpPr>
              <a:spLocks noChangeShapeType="1"/>
            </p:cNvSpPr>
            <p:nvPr/>
          </p:nvSpPr>
          <p:spPr bwMode="auto">
            <a:xfrm flipV="1">
              <a:off x="3502" y="2488"/>
              <a:ext cx="5"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1" name="Line 34">
              <a:extLst>
                <a:ext uri="{FF2B5EF4-FFF2-40B4-BE49-F238E27FC236}">
                  <a16:creationId xmlns:a16="http://schemas.microsoft.com/office/drawing/2014/main" id="{222650CE-D7CE-E7FF-7E9D-CD35869FF6FB}"/>
                </a:ext>
              </a:extLst>
            </p:cNvPr>
            <p:cNvSpPr>
              <a:spLocks noChangeShapeType="1"/>
            </p:cNvSpPr>
            <p:nvPr/>
          </p:nvSpPr>
          <p:spPr bwMode="auto">
            <a:xfrm flipV="1">
              <a:off x="4421" y="2488"/>
              <a:ext cx="1"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2" name="Line 35">
              <a:extLst>
                <a:ext uri="{FF2B5EF4-FFF2-40B4-BE49-F238E27FC236}">
                  <a16:creationId xmlns:a16="http://schemas.microsoft.com/office/drawing/2014/main" id="{08F223A2-B9D4-E8B6-303E-7EA98AFC5046}"/>
                </a:ext>
              </a:extLst>
            </p:cNvPr>
            <p:cNvSpPr>
              <a:spLocks noChangeShapeType="1"/>
            </p:cNvSpPr>
            <p:nvPr/>
          </p:nvSpPr>
          <p:spPr bwMode="auto">
            <a:xfrm flipV="1">
              <a:off x="4730" y="2488"/>
              <a:ext cx="1"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3" name="Line 36">
              <a:extLst>
                <a:ext uri="{FF2B5EF4-FFF2-40B4-BE49-F238E27FC236}">
                  <a16:creationId xmlns:a16="http://schemas.microsoft.com/office/drawing/2014/main" id="{031D47D4-9AA3-CAD1-D84F-C267CD5E3456}"/>
                </a:ext>
              </a:extLst>
            </p:cNvPr>
            <p:cNvSpPr>
              <a:spLocks noChangeShapeType="1"/>
            </p:cNvSpPr>
            <p:nvPr/>
          </p:nvSpPr>
          <p:spPr bwMode="auto">
            <a:xfrm flipV="1">
              <a:off x="5038" y="2488"/>
              <a:ext cx="1"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4" name="Line 37">
              <a:extLst>
                <a:ext uri="{FF2B5EF4-FFF2-40B4-BE49-F238E27FC236}">
                  <a16:creationId xmlns:a16="http://schemas.microsoft.com/office/drawing/2014/main" id="{A4CE651B-A87D-AB9A-B318-0E228D99BE3C}"/>
                </a:ext>
              </a:extLst>
            </p:cNvPr>
            <p:cNvSpPr>
              <a:spLocks noChangeShapeType="1"/>
            </p:cNvSpPr>
            <p:nvPr/>
          </p:nvSpPr>
          <p:spPr bwMode="auto">
            <a:xfrm>
              <a:off x="3198" y="2229"/>
              <a:ext cx="2" cy="28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5" name="Rectangle 38">
              <a:extLst>
                <a:ext uri="{FF2B5EF4-FFF2-40B4-BE49-F238E27FC236}">
                  <a16:creationId xmlns:a16="http://schemas.microsoft.com/office/drawing/2014/main" id="{F326CDFE-7359-5B04-2131-02996A1C880B}"/>
                </a:ext>
              </a:extLst>
            </p:cNvPr>
            <p:cNvSpPr>
              <a:spLocks noChangeArrowheads="1"/>
            </p:cNvSpPr>
            <p:nvPr/>
          </p:nvSpPr>
          <p:spPr bwMode="auto">
            <a:xfrm rot="-2907112">
              <a:off x="3841" y="2487"/>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86" name="Rectangle 39">
              <a:extLst>
                <a:ext uri="{FF2B5EF4-FFF2-40B4-BE49-F238E27FC236}">
                  <a16:creationId xmlns:a16="http://schemas.microsoft.com/office/drawing/2014/main" id="{2D9820E7-6EBC-2A9B-4A13-1E1147963BD4}"/>
                </a:ext>
              </a:extLst>
            </p:cNvPr>
            <p:cNvSpPr>
              <a:spLocks noChangeArrowheads="1"/>
            </p:cNvSpPr>
            <p:nvPr/>
          </p:nvSpPr>
          <p:spPr bwMode="auto">
            <a:xfrm rot="-2907112">
              <a:off x="3728" y="248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87" name="Rectangle 40">
              <a:extLst>
                <a:ext uri="{FF2B5EF4-FFF2-40B4-BE49-F238E27FC236}">
                  <a16:creationId xmlns:a16="http://schemas.microsoft.com/office/drawing/2014/main" id="{5D947034-FEC2-170F-B388-61212E590EE6}"/>
                </a:ext>
              </a:extLst>
            </p:cNvPr>
            <p:cNvSpPr>
              <a:spLocks noChangeArrowheads="1"/>
            </p:cNvSpPr>
            <p:nvPr/>
          </p:nvSpPr>
          <p:spPr bwMode="auto">
            <a:xfrm rot="-2907112">
              <a:off x="4598" y="248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88" name="Rectangle 41">
              <a:extLst>
                <a:ext uri="{FF2B5EF4-FFF2-40B4-BE49-F238E27FC236}">
                  <a16:creationId xmlns:a16="http://schemas.microsoft.com/office/drawing/2014/main" id="{5F41D50A-80C6-FF9C-4772-1113DA6817EE}"/>
                </a:ext>
              </a:extLst>
            </p:cNvPr>
            <p:cNvSpPr>
              <a:spLocks noChangeArrowheads="1"/>
            </p:cNvSpPr>
            <p:nvPr/>
          </p:nvSpPr>
          <p:spPr bwMode="auto">
            <a:xfrm rot="-2907112">
              <a:off x="3906" y="248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89" name="Rectangle 42">
              <a:extLst>
                <a:ext uri="{FF2B5EF4-FFF2-40B4-BE49-F238E27FC236}">
                  <a16:creationId xmlns:a16="http://schemas.microsoft.com/office/drawing/2014/main" id="{BD4C26B3-551E-981A-5C09-2361322128BF}"/>
                </a:ext>
              </a:extLst>
            </p:cNvPr>
            <p:cNvSpPr>
              <a:spLocks noChangeArrowheads="1"/>
            </p:cNvSpPr>
            <p:nvPr/>
          </p:nvSpPr>
          <p:spPr bwMode="auto">
            <a:xfrm rot="-2907112">
              <a:off x="4502" y="247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90" name="Rectangle 43">
              <a:extLst>
                <a:ext uri="{FF2B5EF4-FFF2-40B4-BE49-F238E27FC236}">
                  <a16:creationId xmlns:a16="http://schemas.microsoft.com/office/drawing/2014/main" id="{46F273DD-8770-61F5-7515-BDF41458B3A2}"/>
                </a:ext>
              </a:extLst>
            </p:cNvPr>
            <p:cNvSpPr>
              <a:spLocks noChangeArrowheads="1"/>
            </p:cNvSpPr>
            <p:nvPr/>
          </p:nvSpPr>
          <p:spPr bwMode="auto">
            <a:xfrm rot="-2907112">
              <a:off x="3567" y="2487"/>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91" name="Rectangle 44">
              <a:extLst>
                <a:ext uri="{FF2B5EF4-FFF2-40B4-BE49-F238E27FC236}">
                  <a16:creationId xmlns:a16="http://schemas.microsoft.com/office/drawing/2014/main" id="{AD9DBFFE-F99A-6184-F250-FA87F0746B1D}"/>
                </a:ext>
              </a:extLst>
            </p:cNvPr>
            <p:cNvSpPr>
              <a:spLocks noChangeArrowheads="1"/>
            </p:cNvSpPr>
            <p:nvPr/>
          </p:nvSpPr>
          <p:spPr bwMode="auto">
            <a:xfrm rot="-2907112">
              <a:off x="3936" y="2486"/>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92" name="Rectangle 45">
              <a:extLst>
                <a:ext uri="{FF2B5EF4-FFF2-40B4-BE49-F238E27FC236}">
                  <a16:creationId xmlns:a16="http://schemas.microsoft.com/office/drawing/2014/main" id="{68546AB3-3CF9-FF20-0D0D-8D6DF540D8F8}"/>
                </a:ext>
              </a:extLst>
            </p:cNvPr>
            <p:cNvSpPr>
              <a:spLocks noChangeArrowheads="1"/>
            </p:cNvSpPr>
            <p:nvPr/>
          </p:nvSpPr>
          <p:spPr bwMode="auto">
            <a:xfrm rot="-2907112">
              <a:off x="3994" y="2485"/>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93" name="Rectangle 46">
              <a:extLst>
                <a:ext uri="{FF2B5EF4-FFF2-40B4-BE49-F238E27FC236}">
                  <a16:creationId xmlns:a16="http://schemas.microsoft.com/office/drawing/2014/main" id="{23B83A35-9A7D-4376-A70D-006D9E644A37}"/>
                </a:ext>
              </a:extLst>
            </p:cNvPr>
            <p:cNvSpPr>
              <a:spLocks noChangeArrowheads="1"/>
            </p:cNvSpPr>
            <p:nvPr/>
          </p:nvSpPr>
          <p:spPr bwMode="auto">
            <a:xfrm rot="-2907112">
              <a:off x="4031" y="2489"/>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94" name="Rectangle 47">
              <a:extLst>
                <a:ext uri="{FF2B5EF4-FFF2-40B4-BE49-F238E27FC236}">
                  <a16:creationId xmlns:a16="http://schemas.microsoft.com/office/drawing/2014/main" id="{D927ED1B-ADFF-46CC-D805-D88AB9EF2F92}"/>
                </a:ext>
              </a:extLst>
            </p:cNvPr>
            <p:cNvSpPr>
              <a:spLocks noChangeArrowheads="1"/>
            </p:cNvSpPr>
            <p:nvPr/>
          </p:nvSpPr>
          <p:spPr bwMode="auto">
            <a:xfrm rot="-2907112">
              <a:off x="4066" y="2477"/>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95" name="Rectangle 48">
              <a:extLst>
                <a:ext uri="{FF2B5EF4-FFF2-40B4-BE49-F238E27FC236}">
                  <a16:creationId xmlns:a16="http://schemas.microsoft.com/office/drawing/2014/main" id="{DAFD702D-44D0-842C-5FD9-572E9EC4B23C}"/>
                </a:ext>
              </a:extLst>
            </p:cNvPr>
            <p:cNvSpPr>
              <a:spLocks noChangeArrowheads="1"/>
            </p:cNvSpPr>
            <p:nvPr/>
          </p:nvSpPr>
          <p:spPr bwMode="auto">
            <a:xfrm rot="-2907112">
              <a:off x="3886" y="2476"/>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96" name="Rectangle 49">
              <a:extLst>
                <a:ext uri="{FF2B5EF4-FFF2-40B4-BE49-F238E27FC236}">
                  <a16:creationId xmlns:a16="http://schemas.microsoft.com/office/drawing/2014/main" id="{8F9E4C7E-4613-451E-69B2-989ADD15E178}"/>
                </a:ext>
              </a:extLst>
            </p:cNvPr>
            <p:cNvSpPr>
              <a:spLocks noChangeArrowheads="1"/>
            </p:cNvSpPr>
            <p:nvPr/>
          </p:nvSpPr>
          <p:spPr bwMode="auto">
            <a:xfrm rot="-2907112">
              <a:off x="4214" y="249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97" name="Rectangle 50">
              <a:extLst>
                <a:ext uri="{FF2B5EF4-FFF2-40B4-BE49-F238E27FC236}">
                  <a16:creationId xmlns:a16="http://schemas.microsoft.com/office/drawing/2014/main" id="{B6447359-D235-BC9C-C686-A81C08E2CDB8}"/>
                </a:ext>
              </a:extLst>
            </p:cNvPr>
            <p:cNvSpPr>
              <a:spLocks noChangeArrowheads="1"/>
            </p:cNvSpPr>
            <p:nvPr/>
          </p:nvSpPr>
          <p:spPr bwMode="auto">
            <a:xfrm rot="-2907112">
              <a:off x="4457" y="2475"/>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98" name="Rectangle 51">
              <a:extLst>
                <a:ext uri="{FF2B5EF4-FFF2-40B4-BE49-F238E27FC236}">
                  <a16:creationId xmlns:a16="http://schemas.microsoft.com/office/drawing/2014/main" id="{CFE40A1A-A51C-2693-2DE6-373DCE17CA1E}"/>
                </a:ext>
              </a:extLst>
            </p:cNvPr>
            <p:cNvSpPr>
              <a:spLocks noChangeArrowheads="1"/>
            </p:cNvSpPr>
            <p:nvPr/>
          </p:nvSpPr>
          <p:spPr bwMode="auto">
            <a:xfrm rot="-2907112">
              <a:off x="4551" y="249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99" name="Rectangle 52">
              <a:extLst>
                <a:ext uri="{FF2B5EF4-FFF2-40B4-BE49-F238E27FC236}">
                  <a16:creationId xmlns:a16="http://schemas.microsoft.com/office/drawing/2014/main" id="{9A11CFC9-64EA-85ED-827E-5CE5F6637B80}"/>
                </a:ext>
              </a:extLst>
            </p:cNvPr>
            <p:cNvSpPr>
              <a:spLocks noChangeArrowheads="1"/>
            </p:cNvSpPr>
            <p:nvPr/>
          </p:nvSpPr>
          <p:spPr bwMode="auto">
            <a:xfrm rot="-2907112">
              <a:off x="4419" y="248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00" name="Rectangle 53">
              <a:extLst>
                <a:ext uri="{FF2B5EF4-FFF2-40B4-BE49-F238E27FC236}">
                  <a16:creationId xmlns:a16="http://schemas.microsoft.com/office/drawing/2014/main" id="{2064E5F9-A81D-3344-0E91-AC1C2F2D188A}"/>
                </a:ext>
              </a:extLst>
            </p:cNvPr>
            <p:cNvSpPr>
              <a:spLocks noChangeArrowheads="1"/>
            </p:cNvSpPr>
            <p:nvPr/>
          </p:nvSpPr>
          <p:spPr bwMode="auto">
            <a:xfrm rot="-2907112">
              <a:off x="4361" y="249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01" name="Rectangle 54">
              <a:extLst>
                <a:ext uri="{FF2B5EF4-FFF2-40B4-BE49-F238E27FC236}">
                  <a16:creationId xmlns:a16="http://schemas.microsoft.com/office/drawing/2014/main" id="{DF5661D6-5A07-3F1F-221D-609D56C2729E}"/>
                </a:ext>
              </a:extLst>
            </p:cNvPr>
            <p:cNvSpPr>
              <a:spLocks noChangeArrowheads="1"/>
            </p:cNvSpPr>
            <p:nvPr/>
          </p:nvSpPr>
          <p:spPr bwMode="auto">
            <a:xfrm rot="-2907112">
              <a:off x="4464" y="249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02" name="Rectangle 55">
              <a:extLst>
                <a:ext uri="{FF2B5EF4-FFF2-40B4-BE49-F238E27FC236}">
                  <a16:creationId xmlns:a16="http://schemas.microsoft.com/office/drawing/2014/main" id="{BFD4D979-1FB5-AF5B-3BA0-423479C2C2D6}"/>
                </a:ext>
              </a:extLst>
            </p:cNvPr>
            <p:cNvSpPr>
              <a:spLocks noChangeArrowheads="1"/>
            </p:cNvSpPr>
            <p:nvPr/>
          </p:nvSpPr>
          <p:spPr bwMode="auto">
            <a:xfrm rot="-2907112">
              <a:off x="4646" y="249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03" name="Rectangle 56">
              <a:extLst>
                <a:ext uri="{FF2B5EF4-FFF2-40B4-BE49-F238E27FC236}">
                  <a16:creationId xmlns:a16="http://schemas.microsoft.com/office/drawing/2014/main" id="{A88B29DC-D2D3-D4DF-0C70-28291598801F}"/>
                </a:ext>
              </a:extLst>
            </p:cNvPr>
            <p:cNvSpPr>
              <a:spLocks noChangeArrowheads="1"/>
            </p:cNvSpPr>
            <p:nvPr/>
          </p:nvSpPr>
          <p:spPr bwMode="auto">
            <a:xfrm rot="-2907112">
              <a:off x="4711" y="2489"/>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104" name="Rectangle 57">
              <a:extLst>
                <a:ext uri="{FF2B5EF4-FFF2-40B4-BE49-F238E27FC236}">
                  <a16:creationId xmlns:a16="http://schemas.microsoft.com/office/drawing/2014/main" id="{17EB5413-1AA6-5662-49F4-E5E85A605439}"/>
                </a:ext>
              </a:extLst>
            </p:cNvPr>
            <p:cNvSpPr>
              <a:spLocks noChangeArrowheads="1"/>
            </p:cNvSpPr>
            <p:nvPr/>
          </p:nvSpPr>
          <p:spPr bwMode="auto">
            <a:xfrm rot="-2907112">
              <a:off x="4921" y="248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sp>
        <p:nvSpPr>
          <p:cNvPr id="45060" name="Line 58">
            <a:extLst>
              <a:ext uri="{FF2B5EF4-FFF2-40B4-BE49-F238E27FC236}">
                <a16:creationId xmlns:a16="http://schemas.microsoft.com/office/drawing/2014/main" id="{23129571-0D24-6D0A-0B1F-786FEAD66382}"/>
              </a:ext>
            </a:extLst>
          </p:cNvPr>
          <p:cNvSpPr>
            <a:spLocks noChangeShapeType="1"/>
          </p:cNvSpPr>
          <p:nvPr/>
        </p:nvSpPr>
        <p:spPr bwMode="auto">
          <a:xfrm>
            <a:off x="4886325" y="3541713"/>
            <a:ext cx="3411538" cy="158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1" name="Freeform 59">
            <a:extLst>
              <a:ext uri="{FF2B5EF4-FFF2-40B4-BE49-F238E27FC236}">
                <a16:creationId xmlns:a16="http://schemas.microsoft.com/office/drawing/2014/main" id="{7F84FEA8-7638-4FCF-0317-EF0266823817}"/>
              </a:ext>
            </a:extLst>
          </p:cNvPr>
          <p:cNvSpPr>
            <a:spLocks/>
          </p:cNvSpPr>
          <p:nvPr/>
        </p:nvSpPr>
        <p:spPr bwMode="auto">
          <a:xfrm>
            <a:off x="5832475" y="2811463"/>
            <a:ext cx="1982788" cy="735012"/>
          </a:xfrm>
          <a:custGeom>
            <a:avLst/>
            <a:gdLst>
              <a:gd name="T0" fmla="*/ 38100 w 1249"/>
              <a:gd name="T1" fmla="*/ 733425 h 463"/>
              <a:gd name="T2" fmla="*/ 103188 w 1249"/>
              <a:gd name="T3" fmla="*/ 727075 h 463"/>
              <a:gd name="T4" fmla="*/ 166688 w 1249"/>
              <a:gd name="T5" fmla="*/ 711200 h 463"/>
              <a:gd name="T6" fmla="*/ 236538 w 1249"/>
              <a:gd name="T7" fmla="*/ 696912 h 463"/>
              <a:gd name="T8" fmla="*/ 306388 w 1249"/>
              <a:gd name="T9" fmla="*/ 660400 h 463"/>
              <a:gd name="T10" fmla="*/ 368300 w 1249"/>
              <a:gd name="T11" fmla="*/ 622300 h 463"/>
              <a:gd name="T12" fmla="*/ 473075 w 1249"/>
              <a:gd name="T13" fmla="*/ 536575 h 463"/>
              <a:gd name="T14" fmla="*/ 504825 w 1249"/>
              <a:gd name="T15" fmla="*/ 501650 h 463"/>
              <a:gd name="T16" fmla="*/ 566738 w 1249"/>
              <a:gd name="T17" fmla="*/ 436562 h 463"/>
              <a:gd name="T18" fmla="*/ 671513 w 1249"/>
              <a:gd name="T19" fmla="*/ 309562 h 463"/>
              <a:gd name="T20" fmla="*/ 739775 w 1249"/>
              <a:gd name="T21" fmla="*/ 220662 h 463"/>
              <a:gd name="T22" fmla="*/ 809625 w 1249"/>
              <a:gd name="T23" fmla="*/ 141287 h 463"/>
              <a:gd name="T24" fmla="*/ 901700 w 1249"/>
              <a:gd name="T25" fmla="*/ 50800 h 463"/>
              <a:gd name="T26" fmla="*/ 960438 w 1249"/>
              <a:gd name="T27" fmla="*/ 12700 h 463"/>
              <a:gd name="T28" fmla="*/ 1025525 w 1249"/>
              <a:gd name="T29" fmla="*/ 25400 h 463"/>
              <a:gd name="T30" fmla="*/ 1127125 w 1249"/>
              <a:gd name="T31" fmla="*/ 76200 h 463"/>
              <a:gd name="T32" fmla="*/ 1185863 w 1249"/>
              <a:gd name="T33" fmla="*/ 141287 h 463"/>
              <a:gd name="T34" fmla="*/ 1216025 w 1249"/>
              <a:gd name="T35" fmla="*/ 176212 h 463"/>
              <a:gd name="T36" fmla="*/ 1277938 w 1249"/>
              <a:gd name="T37" fmla="*/ 255587 h 463"/>
              <a:gd name="T38" fmla="*/ 1354138 w 1249"/>
              <a:gd name="T39" fmla="*/ 346075 h 463"/>
              <a:gd name="T40" fmla="*/ 1452563 w 1249"/>
              <a:gd name="T41" fmla="*/ 473075 h 463"/>
              <a:gd name="T42" fmla="*/ 1520825 w 1249"/>
              <a:gd name="T43" fmla="*/ 539750 h 463"/>
              <a:gd name="T44" fmla="*/ 1577975 w 1249"/>
              <a:gd name="T45" fmla="*/ 596900 h 463"/>
              <a:gd name="T46" fmla="*/ 1652588 w 1249"/>
              <a:gd name="T47" fmla="*/ 646112 h 463"/>
              <a:gd name="T48" fmla="*/ 1754188 w 1249"/>
              <a:gd name="T49" fmla="*/ 696912 h 463"/>
              <a:gd name="T50" fmla="*/ 1862138 w 1249"/>
              <a:gd name="T51" fmla="*/ 720725 h 463"/>
              <a:gd name="T52" fmla="*/ 1924050 w 1249"/>
              <a:gd name="T53" fmla="*/ 727075 h 463"/>
              <a:gd name="T54" fmla="*/ 1982788 w 1249"/>
              <a:gd name="T55" fmla="*/ 735012 h 463"/>
              <a:gd name="T56" fmla="*/ 1927225 w 1249"/>
              <a:gd name="T57" fmla="*/ 701675 h 463"/>
              <a:gd name="T58" fmla="*/ 1868488 w 1249"/>
              <a:gd name="T59" fmla="*/ 695325 h 463"/>
              <a:gd name="T60" fmla="*/ 1790700 w 1249"/>
              <a:gd name="T61" fmla="*/ 677862 h 463"/>
              <a:gd name="T62" fmla="*/ 1733550 w 1249"/>
              <a:gd name="T63" fmla="*/ 649287 h 463"/>
              <a:gd name="T64" fmla="*/ 1630363 w 1249"/>
              <a:gd name="T65" fmla="*/ 600075 h 463"/>
              <a:gd name="T66" fmla="*/ 1571625 w 1249"/>
              <a:gd name="T67" fmla="*/ 549275 h 463"/>
              <a:gd name="T68" fmla="*/ 1501775 w 1249"/>
              <a:gd name="T69" fmla="*/ 481012 h 463"/>
              <a:gd name="T70" fmla="*/ 1425575 w 1249"/>
              <a:gd name="T71" fmla="*/ 427037 h 463"/>
              <a:gd name="T72" fmla="*/ 1376363 w 1249"/>
              <a:gd name="T73" fmla="*/ 331787 h 463"/>
              <a:gd name="T74" fmla="*/ 1298575 w 1249"/>
              <a:gd name="T75" fmla="*/ 239712 h 463"/>
              <a:gd name="T76" fmla="*/ 1236663 w 1249"/>
              <a:gd name="T77" fmla="*/ 160337 h 463"/>
              <a:gd name="T78" fmla="*/ 1158875 w 1249"/>
              <a:gd name="T79" fmla="*/ 93662 h 463"/>
              <a:gd name="T80" fmla="*/ 1095375 w 1249"/>
              <a:gd name="T81" fmla="*/ 30162 h 463"/>
              <a:gd name="T82" fmla="*/ 995363 w 1249"/>
              <a:gd name="T83" fmla="*/ 0 h 463"/>
              <a:gd name="T84" fmla="*/ 923925 w 1249"/>
              <a:gd name="T85" fmla="*/ 14287 h 463"/>
              <a:gd name="T86" fmla="*/ 858838 w 1249"/>
              <a:gd name="T87" fmla="*/ 55562 h 463"/>
              <a:gd name="T88" fmla="*/ 719138 w 1249"/>
              <a:gd name="T89" fmla="*/ 203200 h 463"/>
              <a:gd name="T90" fmla="*/ 650875 w 1249"/>
              <a:gd name="T91" fmla="*/ 295275 h 463"/>
              <a:gd name="T92" fmla="*/ 623888 w 1249"/>
              <a:gd name="T93" fmla="*/ 330200 h 463"/>
              <a:gd name="T94" fmla="*/ 546100 w 1249"/>
              <a:gd name="T95" fmla="*/ 420687 h 463"/>
              <a:gd name="T96" fmla="*/ 488950 w 1249"/>
              <a:gd name="T97" fmla="*/ 484187 h 463"/>
              <a:gd name="T98" fmla="*/ 431800 w 1249"/>
              <a:gd name="T99" fmla="*/ 549275 h 463"/>
              <a:gd name="T100" fmla="*/ 333375 w 1249"/>
              <a:gd name="T101" fmla="*/ 633412 h 463"/>
              <a:gd name="T102" fmla="*/ 225425 w 1249"/>
              <a:gd name="T103" fmla="*/ 674687 h 463"/>
              <a:gd name="T104" fmla="*/ 161925 w 1249"/>
              <a:gd name="T105" fmla="*/ 685800 h 463"/>
              <a:gd name="T106" fmla="*/ 100013 w 1249"/>
              <a:gd name="T107" fmla="*/ 701675 h 463"/>
              <a:gd name="T108" fmla="*/ 66675 w 1249"/>
              <a:gd name="T109" fmla="*/ 701675 h 46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49" h="463">
                <a:moveTo>
                  <a:pt x="0" y="447"/>
                </a:moveTo>
                <a:lnTo>
                  <a:pt x="0" y="463"/>
                </a:lnTo>
                <a:lnTo>
                  <a:pt x="22" y="463"/>
                </a:lnTo>
                <a:lnTo>
                  <a:pt x="22" y="462"/>
                </a:lnTo>
                <a:lnTo>
                  <a:pt x="24" y="462"/>
                </a:lnTo>
                <a:lnTo>
                  <a:pt x="46" y="457"/>
                </a:lnTo>
                <a:lnTo>
                  <a:pt x="43" y="449"/>
                </a:lnTo>
                <a:lnTo>
                  <a:pt x="43" y="458"/>
                </a:lnTo>
                <a:lnTo>
                  <a:pt x="64" y="458"/>
                </a:lnTo>
                <a:lnTo>
                  <a:pt x="65" y="458"/>
                </a:lnTo>
                <a:lnTo>
                  <a:pt x="87" y="454"/>
                </a:lnTo>
                <a:lnTo>
                  <a:pt x="89" y="453"/>
                </a:lnTo>
                <a:lnTo>
                  <a:pt x="105" y="448"/>
                </a:lnTo>
                <a:lnTo>
                  <a:pt x="103" y="440"/>
                </a:lnTo>
                <a:lnTo>
                  <a:pt x="105" y="448"/>
                </a:lnTo>
                <a:lnTo>
                  <a:pt x="126" y="443"/>
                </a:lnTo>
                <a:lnTo>
                  <a:pt x="124" y="435"/>
                </a:lnTo>
                <a:lnTo>
                  <a:pt x="125" y="444"/>
                </a:lnTo>
                <a:lnTo>
                  <a:pt x="147" y="440"/>
                </a:lnTo>
                <a:lnTo>
                  <a:pt x="149" y="439"/>
                </a:lnTo>
                <a:lnTo>
                  <a:pt x="151" y="439"/>
                </a:lnTo>
                <a:lnTo>
                  <a:pt x="173" y="425"/>
                </a:lnTo>
                <a:lnTo>
                  <a:pt x="167" y="417"/>
                </a:lnTo>
                <a:lnTo>
                  <a:pt x="171" y="425"/>
                </a:lnTo>
                <a:lnTo>
                  <a:pt x="193" y="416"/>
                </a:lnTo>
                <a:lnTo>
                  <a:pt x="214" y="407"/>
                </a:lnTo>
                <a:lnTo>
                  <a:pt x="215" y="405"/>
                </a:lnTo>
                <a:lnTo>
                  <a:pt x="232" y="391"/>
                </a:lnTo>
                <a:lnTo>
                  <a:pt x="227" y="385"/>
                </a:lnTo>
                <a:lnTo>
                  <a:pt x="232" y="392"/>
                </a:lnTo>
                <a:lnTo>
                  <a:pt x="254" y="378"/>
                </a:lnTo>
                <a:lnTo>
                  <a:pt x="281" y="360"/>
                </a:lnTo>
                <a:lnTo>
                  <a:pt x="282" y="359"/>
                </a:lnTo>
                <a:lnTo>
                  <a:pt x="282" y="358"/>
                </a:lnTo>
                <a:lnTo>
                  <a:pt x="298" y="338"/>
                </a:lnTo>
                <a:lnTo>
                  <a:pt x="291" y="333"/>
                </a:lnTo>
                <a:lnTo>
                  <a:pt x="298" y="340"/>
                </a:lnTo>
                <a:lnTo>
                  <a:pt x="320" y="316"/>
                </a:lnTo>
                <a:lnTo>
                  <a:pt x="313" y="310"/>
                </a:lnTo>
                <a:lnTo>
                  <a:pt x="318" y="316"/>
                </a:lnTo>
                <a:lnTo>
                  <a:pt x="340" y="298"/>
                </a:lnTo>
                <a:lnTo>
                  <a:pt x="343" y="297"/>
                </a:lnTo>
                <a:lnTo>
                  <a:pt x="359" y="274"/>
                </a:lnTo>
                <a:lnTo>
                  <a:pt x="351" y="269"/>
                </a:lnTo>
                <a:lnTo>
                  <a:pt x="357" y="275"/>
                </a:lnTo>
                <a:lnTo>
                  <a:pt x="384" y="247"/>
                </a:lnTo>
                <a:lnTo>
                  <a:pt x="384" y="245"/>
                </a:lnTo>
                <a:lnTo>
                  <a:pt x="406" y="218"/>
                </a:lnTo>
                <a:lnTo>
                  <a:pt x="423" y="195"/>
                </a:lnTo>
                <a:lnTo>
                  <a:pt x="424" y="195"/>
                </a:lnTo>
                <a:lnTo>
                  <a:pt x="446" y="161"/>
                </a:lnTo>
                <a:lnTo>
                  <a:pt x="439" y="156"/>
                </a:lnTo>
                <a:lnTo>
                  <a:pt x="445" y="163"/>
                </a:lnTo>
                <a:lnTo>
                  <a:pt x="466" y="139"/>
                </a:lnTo>
                <a:lnTo>
                  <a:pt x="466" y="138"/>
                </a:lnTo>
                <a:lnTo>
                  <a:pt x="488" y="111"/>
                </a:lnTo>
                <a:lnTo>
                  <a:pt x="481" y="106"/>
                </a:lnTo>
                <a:lnTo>
                  <a:pt x="488" y="112"/>
                </a:lnTo>
                <a:lnTo>
                  <a:pt x="510" y="89"/>
                </a:lnTo>
                <a:lnTo>
                  <a:pt x="532" y="66"/>
                </a:lnTo>
                <a:lnTo>
                  <a:pt x="552" y="47"/>
                </a:lnTo>
                <a:lnTo>
                  <a:pt x="546" y="40"/>
                </a:lnTo>
                <a:lnTo>
                  <a:pt x="551" y="47"/>
                </a:lnTo>
                <a:lnTo>
                  <a:pt x="568" y="32"/>
                </a:lnTo>
                <a:lnTo>
                  <a:pt x="562" y="26"/>
                </a:lnTo>
                <a:lnTo>
                  <a:pt x="566" y="34"/>
                </a:lnTo>
                <a:lnTo>
                  <a:pt x="588" y="25"/>
                </a:lnTo>
                <a:lnTo>
                  <a:pt x="609" y="16"/>
                </a:lnTo>
                <a:lnTo>
                  <a:pt x="605" y="8"/>
                </a:lnTo>
                <a:lnTo>
                  <a:pt x="605" y="17"/>
                </a:lnTo>
                <a:lnTo>
                  <a:pt x="627" y="17"/>
                </a:lnTo>
                <a:lnTo>
                  <a:pt x="649" y="17"/>
                </a:lnTo>
                <a:lnTo>
                  <a:pt x="649" y="8"/>
                </a:lnTo>
                <a:lnTo>
                  <a:pt x="646" y="16"/>
                </a:lnTo>
                <a:lnTo>
                  <a:pt x="668" y="25"/>
                </a:lnTo>
                <a:lnTo>
                  <a:pt x="671" y="17"/>
                </a:lnTo>
                <a:lnTo>
                  <a:pt x="667" y="25"/>
                </a:lnTo>
                <a:lnTo>
                  <a:pt x="683" y="34"/>
                </a:lnTo>
                <a:lnTo>
                  <a:pt x="710" y="48"/>
                </a:lnTo>
                <a:lnTo>
                  <a:pt x="714" y="40"/>
                </a:lnTo>
                <a:lnTo>
                  <a:pt x="707" y="45"/>
                </a:lnTo>
                <a:lnTo>
                  <a:pt x="724" y="65"/>
                </a:lnTo>
                <a:lnTo>
                  <a:pt x="725" y="66"/>
                </a:lnTo>
                <a:lnTo>
                  <a:pt x="747" y="89"/>
                </a:lnTo>
                <a:lnTo>
                  <a:pt x="752" y="83"/>
                </a:lnTo>
                <a:lnTo>
                  <a:pt x="746" y="89"/>
                </a:lnTo>
                <a:lnTo>
                  <a:pt x="766" y="112"/>
                </a:lnTo>
                <a:lnTo>
                  <a:pt x="773" y="106"/>
                </a:lnTo>
                <a:lnTo>
                  <a:pt x="766" y="111"/>
                </a:lnTo>
                <a:lnTo>
                  <a:pt x="788" y="138"/>
                </a:lnTo>
                <a:lnTo>
                  <a:pt x="795" y="133"/>
                </a:lnTo>
                <a:lnTo>
                  <a:pt x="788" y="138"/>
                </a:lnTo>
                <a:lnTo>
                  <a:pt x="805" y="161"/>
                </a:lnTo>
                <a:lnTo>
                  <a:pt x="832" y="195"/>
                </a:lnTo>
                <a:lnTo>
                  <a:pt x="832" y="196"/>
                </a:lnTo>
                <a:lnTo>
                  <a:pt x="853" y="219"/>
                </a:lnTo>
                <a:lnTo>
                  <a:pt x="859" y="213"/>
                </a:lnTo>
                <a:lnTo>
                  <a:pt x="853" y="218"/>
                </a:lnTo>
                <a:lnTo>
                  <a:pt x="870" y="245"/>
                </a:lnTo>
                <a:lnTo>
                  <a:pt x="892" y="274"/>
                </a:lnTo>
                <a:lnTo>
                  <a:pt x="893" y="275"/>
                </a:lnTo>
                <a:lnTo>
                  <a:pt x="915" y="298"/>
                </a:lnTo>
                <a:lnTo>
                  <a:pt x="936" y="316"/>
                </a:lnTo>
                <a:lnTo>
                  <a:pt x="941" y="310"/>
                </a:lnTo>
                <a:lnTo>
                  <a:pt x="936" y="316"/>
                </a:lnTo>
                <a:lnTo>
                  <a:pt x="958" y="340"/>
                </a:lnTo>
                <a:lnTo>
                  <a:pt x="980" y="359"/>
                </a:lnTo>
                <a:lnTo>
                  <a:pt x="985" y="352"/>
                </a:lnTo>
                <a:lnTo>
                  <a:pt x="978" y="358"/>
                </a:lnTo>
                <a:lnTo>
                  <a:pt x="994" y="376"/>
                </a:lnTo>
                <a:lnTo>
                  <a:pt x="994" y="377"/>
                </a:lnTo>
                <a:lnTo>
                  <a:pt x="996" y="378"/>
                </a:lnTo>
                <a:lnTo>
                  <a:pt x="1018" y="392"/>
                </a:lnTo>
                <a:lnTo>
                  <a:pt x="1040" y="407"/>
                </a:lnTo>
                <a:lnTo>
                  <a:pt x="1041" y="407"/>
                </a:lnTo>
                <a:lnTo>
                  <a:pt x="1063" y="416"/>
                </a:lnTo>
                <a:lnTo>
                  <a:pt x="1085" y="425"/>
                </a:lnTo>
                <a:lnTo>
                  <a:pt x="1088" y="417"/>
                </a:lnTo>
                <a:lnTo>
                  <a:pt x="1084" y="425"/>
                </a:lnTo>
                <a:lnTo>
                  <a:pt x="1105" y="439"/>
                </a:lnTo>
                <a:lnTo>
                  <a:pt x="1107" y="439"/>
                </a:lnTo>
                <a:lnTo>
                  <a:pt x="1124" y="443"/>
                </a:lnTo>
                <a:lnTo>
                  <a:pt x="1146" y="448"/>
                </a:lnTo>
                <a:lnTo>
                  <a:pt x="1146" y="449"/>
                </a:lnTo>
                <a:lnTo>
                  <a:pt x="1173" y="454"/>
                </a:lnTo>
                <a:lnTo>
                  <a:pt x="1174" y="445"/>
                </a:lnTo>
                <a:lnTo>
                  <a:pt x="1173" y="453"/>
                </a:lnTo>
                <a:lnTo>
                  <a:pt x="1189" y="457"/>
                </a:lnTo>
                <a:lnTo>
                  <a:pt x="1190" y="458"/>
                </a:lnTo>
                <a:lnTo>
                  <a:pt x="1212" y="458"/>
                </a:lnTo>
                <a:lnTo>
                  <a:pt x="1212" y="449"/>
                </a:lnTo>
                <a:lnTo>
                  <a:pt x="1211" y="457"/>
                </a:lnTo>
                <a:lnTo>
                  <a:pt x="1233" y="462"/>
                </a:lnTo>
                <a:lnTo>
                  <a:pt x="1234" y="463"/>
                </a:lnTo>
                <a:lnTo>
                  <a:pt x="1249" y="463"/>
                </a:lnTo>
                <a:lnTo>
                  <a:pt x="1249" y="447"/>
                </a:lnTo>
                <a:lnTo>
                  <a:pt x="1234" y="447"/>
                </a:lnTo>
                <a:lnTo>
                  <a:pt x="1234" y="454"/>
                </a:lnTo>
                <a:lnTo>
                  <a:pt x="1236" y="447"/>
                </a:lnTo>
                <a:lnTo>
                  <a:pt x="1214" y="442"/>
                </a:lnTo>
                <a:lnTo>
                  <a:pt x="1212" y="442"/>
                </a:lnTo>
                <a:lnTo>
                  <a:pt x="1190" y="442"/>
                </a:lnTo>
                <a:lnTo>
                  <a:pt x="1190" y="449"/>
                </a:lnTo>
                <a:lnTo>
                  <a:pt x="1193" y="442"/>
                </a:lnTo>
                <a:lnTo>
                  <a:pt x="1177" y="438"/>
                </a:lnTo>
                <a:lnTo>
                  <a:pt x="1150" y="432"/>
                </a:lnTo>
                <a:lnTo>
                  <a:pt x="1147" y="440"/>
                </a:lnTo>
                <a:lnTo>
                  <a:pt x="1150" y="432"/>
                </a:lnTo>
                <a:lnTo>
                  <a:pt x="1128" y="427"/>
                </a:lnTo>
                <a:lnTo>
                  <a:pt x="1111" y="423"/>
                </a:lnTo>
                <a:lnTo>
                  <a:pt x="1109" y="431"/>
                </a:lnTo>
                <a:lnTo>
                  <a:pt x="1114" y="425"/>
                </a:lnTo>
                <a:lnTo>
                  <a:pt x="1093" y="411"/>
                </a:lnTo>
                <a:lnTo>
                  <a:pt x="1092" y="409"/>
                </a:lnTo>
                <a:lnTo>
                  <a:pt x="1070" y="400"/>
                </a:lnTo>
                <a:lnTo>
                  <a:pt x="1048" y="391"/>
                </a:lnTo>
                <a:lnTo>
                  <a:pt x="1044" y="399"/>
                </a:lnTo>
                <a:lnTo>
                  <a:pt x="1049" y="392"/>
                </a:lnTo>
                <a:lnTo>
                  <a:pt x="1027" y="378"/>
                </a:lnTo>
                <a:lnTo>
                  <a:pt x="1005" y="364"/>
                </a:lnTo>
                <a:lnTo>
                  <a:pt x="1000" y="371"/>
                </a:lnTo>
                <a:lnTo>
                  <a:pt x="1007" y="365"/>
                </a:lnTo>
                <a:lnTo>
                  <a:pt x="991" y="347"/>
                </a:lnTo>
                <a:lnTo>
                  <a:pt x="990" y="346"/>
                </a:lnTo>
                <a:lnTo>
                  <a:pt x="968" y="327"/>
                </a:lnTo>
                <a:lnTo>
                  <a:pt x="963" y="333"/>
                </a:lnTo>
                <a:lnTo>
                  <a:pt x="969" y="328"/>
                </a:lnTo>
                <a:lnTo>
                  <a:pt x="947" y="305"/>
                </a:lnTo>
                <a:lnTo>
                  <a:pt x="946" y="303"/>
                </a:lnTo>
                <a:lnTo>
                  <a:pt x="925" y="285"/>
                </a:lnTo>
                <a:lnTo>
                  <a:pt x="920" y="292"/>
                </a:lnTo>
                <a:lnTo>
                  <a:pt x="927" y="287"/>
                </a:lnTo>
                <a:lnTo>
                  <a:pt x="905" y="263"/>
                </a:lnTo>
                <a:lnTo>
                  <a:pt x="898" y="269"/>
                </a:lnTo>
                <a:lnTo>
                  <a:pt x="905" y="263"/>
                </a:lnTo>
                <a:lnTo>
                  <a:pt x="883" y="235"/>
                </a:lnTo>
                <a:lnTo>
                  <a:pt x="876" y="240"/>
                </a:lnTo>
                <a:lnTo>
                  <a:pt x="884" y="236"/>
                </a:lnTo>
                <a:lnTo>
                  <a:pt x="867" y="209"/>
                </a:lnTo>
                <a:lnTo>
                  <a:pt x="866" y="208"/>
                </a:lnTo>
                <a:lnTo>
                  <a:pt x="845" y="185"/>
                </a:lnTo>
                <a:lnTo>
                  <a:pt x="839" y="190"/>
                </a:lnTo>
                <a:lnTo>
                  <a:pt x="845" y="185"/>
                </a:lnTo>
                <a:lnTo>
                  <a:pt x="818" y="151"/>
                </a:lnTo>
                <a:lnTo>
                  <a:pt x="812" y="156"/>
                </a:lnTo>
                <a:lnTo>
                  <a:pt x="818" y="152"/>
                </a:lnTo>
                <a:lnTo>
                  <a:pt x="801" y="129"/>
                </a:lnTo>
                <a:lnTo>
                  <a:pt x="801" y="128"/>
                </a:lnTo>
                <a:lnTo>
                  <a:pt x="779" y="101"/>
                </a:lnTo>
                <a:lnTo>
                  <a:pt x="759" y="78"/>
                </a:lnTo>
                <a:lnTo>
                  <a:pt x="737" y="54"/>
                </a:lnTo>
                <a:lnTo>
                  <a:pt x="730" y="59"/>
                </a:lnTo>
                <a:lnTo>
                  <a:pt x="737" y="54"/>
                </a:lnTo>
                <a:lnTo>
                  <a:pt x="720" y="35"/>
                </a:lnTo>
                <a:lnTo>
                  <a:pt x="717" y="34"/>
                </a:lnTo>
                <a:lnTo>
                  <a:pt x="690" y="19"/>
                </a:lnTo>
                <a:lnTo>
                  <a:pt x="675" y="10"/>
                </a:lnTo>
                <a:lnTo>
                  <a:pt x="675" y="9"/>
                </a:lnTo>
                <a:lnTo>
                  <a:pt x="653" y="0"/>
                </a:lnTo>
                <a:lnTo>
                  <a:pt x="649" y="0"/>
                </a:lnTo>
                <a:lnTo>
                  <a:pt x="627" y="0"/>
                </a:lnTo>
                <a:lnTo>
                  <a:pt x="605" y="0"/>
                </a:lnTo>
                <a:lnTo>
                  <a:pt x="603" y="0"/>
                </a:lnTo>
                <a:lnTo>
                  <a:pt x="582" y="9"/>
                </a:lnTo>
                <a:lnTo>
                  <a:pt x="560" y="18"/>
                </a:lnTo>
                <a:lnTo>
                  <a:pt x="557" y="19"/>
                </a:lnTo>
                <a:lnTo>
                  <a:pt x="541" y="34"/>
                </a:lnTo>
                <a:lnTo>
                  <a:pt x="541" y="35"/>
                </a:lnTo>
                <a:lnTo>
                  <a:pt x="520" y="54"/>
                </a:lnTo>
                <a:lnTo>
                  <a:pt x="498" y="78"/>
                </a:lnTo>
                <a:lnTo>
                  <a:pt x="476" y="101"/>
                </a:lnTo>
                <a:lnTo>
                  <a:pt x="475" y="101"/>
                </a:lnTo>
                <a:lnTo>
                  <a:pt x="453" y="128"/>
                </a:lnTo>
                <a:lnTo>
                  <a:pt x="459" y="133"/>
                </a:lnTo>
                <a:lnTo>
                  <a:pt x="453" y="128"/>
                </a:lnTo>
                <a:lnTo>
                  <a:pt x="432" y="151"/>
                </a:lnTo>
                <a:lnTo>
                  <a:pt x="432" y="152"/>
                </a:lnTo>
                <a:lnTo>
                  <a:pt x="410" y="186"/>
                </a:lnTo>
                <a:lnTo>
                  <a:pt x="417" y="190"/>
                </a:lnTo>
                <a:lnTo>
                  <a:pt x="410" y="186"/>
                </a:lnTo>
                <a:lnTo>
                  <a:pt x="393" y="209"/>
                </a:lnTo>
                <a:lnTo>
                  <a:pt x="400" y="213"/>
                </a:lnTo>
                <a:lnTo>
                  <a:pt x="393" y="208"/>
                </a:lnTo>
                <a:lnTo>
                  <a:pt x="371" y="235"/>
                </a:lnTo>
                <a:lnTo>
                  <a:pt x="378" y="240"/>
                </a:lnTo>
                <a:lnTo>
                  <a:pt x="373" y="235"/>
                </a:lnTo>
                <a:lnTo>
                  <a:pt x="346" y="263"/>
                </a:lnTo>
                <a:lnTo>
                  <a:pt x="344" y="265"/>
                </a:lnTo>
                <a:lnTo>
                  <a:pt x="329" y="288"/>
                </a:lnTo>
                <a:lnTo>
                  <a:pt x="335" y="292"/>
                </a:lnTo>
                <a:lnTo>
                  <a:pt x="330" y="285"/>
                </a:lnTo>
                <a:lnTo>
                  <a:pt x="308" y="303"/>
                </a:lnTo>
                <a:lnTo>
                  <a:pt x="308" y="305"/>
                </a:lnTo>
                <a:lnTo>
                  <a:pt x="286" y="328"/>
                </a:lnTo>
                <a:lnTo>
                  <a:pt x="285" y="328"/>
                </a:lnTo>
                <a:lnTo>
                  <a:pt x="269" y="347"/>
                </a:lnTo>
                <a:lnTo>
                  <a:pt x="276" y="352"/>
                </a:lnTo>
                <a:lnTo>
                  <a:pt x="272" y="346"/>
                </a:lnTo>
                <a:lnTo>
                  <a:pt x="245" y="364"/>
                </a:lnTo>
                <a:lnTo>
                  <a:pt x="223" y="378"/>
                </a:lnTo>
                <a:lnTo>
                  <a:pt x="222" y="378"/>
                </a:lnTo>
                <a:lnTo>
                  <a:pt x="205" y="392"/>
                </a:lnTo>
                <a:lnTo>
                  <a:pt x="210" y="399"/>
                </a:lnTo>
                <a:lnTo>
                  <a:pt x="207" y="391"/>
                </a:lnTo>
                <a:lnTo>
                  <a:pt x="187" y="400"/>
                </a:lnTo>
                <a:lnTo>
                  <a:pt x="165" y="409"/>
                </a:lnTo>
                <a:lnTo>
                  <a:pt x="164" y="411"/>
                </a:lnTo>
                <a:lnTo>
                  <a:pt x="142" y="425"/>
                </a:lnTo>
                <a:lnTo>
                  <a:pt x="145" y="431"/>
                </a:lnTo>
                <a:lnTo>
                  <a:pt x="144" y="423"/>
                </a:lnTo>
                <a:lnTo>
                  <a:pt x="122" y="427"/>
                </a:lnTo>
                <a:lnTo>
                  <a:pt x="102" y="432"/>
                </a:lnTo>
                <a:lnTo>
                  <a:pt x="100" y="432"/>
                </a:lnTo>
                <a:lnTo>
                  <a:pt x="84" y="438"/>
                </a:lnTo>
                <a:lnTo>
                  <a:pt x="86" y="445"/>
                </a:lnTo>
                <a:lnTo>
                  <a:pt x="85" y="438"/>
                </a:lnTo>
                <a:lnTo>
                  <a:pt x="63" y="442"/>
                </a:lnTo>
                <a:lnTo>
                  <a:pt x="64" y="449"/>
                </a:lnTo>
                <a:lnTo>
                  <a:pt x="64" y="442"/>
                </a:lnTo>
                <a:lnTo>
                  <a:pt x="43" y="442"/>
                </a:lnTo>
                <a:lnTo>
                  <a:pt x="42" y="442"/>
                </a:lnTo>
                <a:lnTo>
                  <a:pt x="20" y="447"/>
                </a:lnTo>
                <a:lnTo>
                  <a:pt x="22" y="454"/>
                </a:lnTo>
                <a:lnTo>
                  <a:pt x="22" y="447"/>
                </a:lnTo>
                <a:lnTo>
                  <a:pt x="0" y="447"/>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62" name="Line 60">
            <a:extLst>
              <a:ext uri="{FF2B5EF4-FFF2-40B4-BE49-F238E27FC236}">
                <a16:creationId xmlns:a16="http://schemas.microsoft.com/office/drawing/2014/main" id="{60079B1F-4444-59AF-84EB-5D30F09D1046}"/>
              </a:ext>
            </a:extLst>
          </p:cNvPr>
          <p:cNvSpPr>
            <a:spLocks noChangeShapeType="1"/>
          </p:cNvSpPr>
          <p:nvPr/>
        </p:nvSpPr>
        <p:spPr bwMode="auto">
          <a:xfrm>
            <a:off x="4886325" y="3090863"/>
            <a:ext cx="3175" cy="450850"/>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3" name="Freeform 61">
            <a:extLst>
              <a:ext uri="{FF2B5EF4-FFF2-40B4-BE49-F238E27FC236}">
                <a16:creationId xmlns:a16="http://schemas.microsoft.com/office/drawing/2014/main" id="{213C0CF4-DA94-4F55-A6E9-9789E9B35AE6}"/>
              </a:ext>
            </a:extLst>
          </p:cNvPr>
          <p:cNvSpPr>
            <a:spLocks/>
          </p:cNvSpPr>
          <p:nvPr/>
        </p:nvSpPr>
        <p:spPr bwMode="auto">
          <a:xfrm>
            <a:off x="5248275" y="2809875"/>
            <a:ext cx="1982788" cy="735013"/>
          </a:xfrm>
          <a:custGeom>
            <a:avLst/>
            <a:gdLst>
              <a:gd name="T0" fmla="*/ 38100 w 1249"/>
              <a:gd name="T1" fmla="*/ 733425 h 463"/>
              <a:gd name="T2" fmla="*/ 103188 w 1249"/>
              <a:gd name="T3" fmla="*/ 727075 h 463"/>
              <a:gd name="T4" fmla="*/ 166688 w 1249"/>
              <a:gd name="T5" fmla="*/ 711200 h 463"/>
              <a:gd name="T6" fmla="*/ 236538 w 1249"/>
              <a:gd name="T7" fmla="*/ 696913 h 463"/>
              <a:gd name="T8" fmla="*/ 306388 w 1249"/>
              <a:gd name="T9" fmla="*/ 660400 h 463"/>
              <a:gd name="T10" fmla="*/ 368300 w 1249"/>
              <a:gd name="T11" fmla="*/ 622300 h 463"/>
              <a:gd name="T12" fmla="*/ 473075 w 1249"/>
              <a:gd name="T13" fmla="*/ 536575 h 463"/>
              <a:gd name="T14" fmla="*/ 504825 w 1249"/>
              <a:gd name="T15" fmla="*/ 501650 h 463"/>
              <a:gd name="T16" fmla="*/ 566738 w 1249"/>
              <a:gd name="T17" fmla="*/ 436563 h 463"/>
              <a:gd name="T18" fmla="*/ 671513 w 1249"/>
              <a:gd name="T19" fmla="*/ 309563 h 463"/>
              <a:gd name="T20" fmla="*/ 739775 w 1249"/>
              <a:gd name="T21" fmla="*/ 220663 h 463"/>
              <a:gd name="T22" fmla="*/ 809625 w 1249"/>
              <a:gd name="T23" fmla="*/ 141288 h 463"/>
              <a:gd name="T24" fmla="*/ 901700 w 1249"/>
              <a:gd name="T25" fmla="*/ 50800 h 463"/>
              <a:gd name="T26" fmla="*/ 960438 w 1249"/>
              <a:gd name="T27" fmla="*/ 12700 h 463"/>
              <a:gd name="T28" fmla="*/ 1025525 w 1249"/>
              <a:gd name="T29" fmla="*/ 25400 h 463"/>
              <a:gd name="T30" fmla="*/ 1127125 w 1249"/>
              <a:gd name="T31" fmla="*/ 76200 h 463"/>
              <a:gd name="T32" fmla="*/ 1185863 w 1249"/>
              <a:gd name="T33" fmla="*/ 141288 h 463"/>
              <a:gd name="T34" fmla="*/ 1216025 w 1249"/>
              <a:gd name="T35" fmla="*/ 176213 h 463"/>
              <a:gd name="T36" fmla="*/ 1277938 w 1249"/>
              <a:gd name="T37" fmla="*/ 255588 h 463"/>
              <a:gd name="T38" fmla="*/ 1354138 w 1249"/>
              <a:gd name="T39" fmla="*/ 346075 h 463"/>
              <a:gd name="T40" fmla="*/ 1452563 w 1249"/>
              <a:gd name="T41" fmla="*/ 473075 h 463"/>
              <a:gd name="T42" fmla="*/ 1520825 w 1249"/>
              <a:gd name="T43" fmla="*/ 539750 h 463"/>
              <a:gd name="T44" fmla="*/ 1577975 w 1249"/>
              <a:gd name="T45" fmla="*/ 596900 h 463"/>
              <a:gd name="T46" fmla="*/ 1652588 w 1249"/>
              <a:gd name="T47" fmla="*/ 646113 h 463"/>
              <a:gd name="T48" fmla="*/ 1754188 w 1249"/>
              <a:gd name="T49" fmla="*/ 696913 h 463"/>
              <a:gd name="T50" fmla="*/ 1862138 w 1249"/>
              <a:gd name="T51" fmla="*/ 720725 h 463"/>
              <a:gd name="T52" fmla="*/ 1924050 w 1249"/>
              <a:gd name="T53" fmla="*/ 727075 h 463"/>
              <a:gd name="T54" fmla="*/ 1982788 w 1249"/>
              <a:gd name="T55" fmla="*/ 735013 h 463"/>
              <a:gd name="T56" fmla="*/ 1927225 w 1249"/>
              <a:gd name="T57" fmla="*/ 701675 h 463"/>
              <a:gd name="T58" fmla="*/ 1868488 w 1249"/>
              <a:gd name="T59" fmla="*/ 695325 h 463"/>
              <a:gd name="T60" fmla="*/ 1790700 w 1249"/>
              <a:gd name="T61" fmla="*/ 677863 h 463"/>
              <a:gd name="T62" fmla="*/ 1733550 w 1249"/>
              <a:gd name="T63" fmla="*/ 649288 h 463"/>
              <a:gd name="T64" fmla="*/ 1630363 w 1249"/>
              <a:gd name="T65" fmla="*/ 600075 h 463"/>
              <a:gd name="T66" fmla="*/ 1571625 w 1249"/>
              <a:gd name="T67" fmla="*/ 549275 h 463"/>
              <a:gd name="T68" fmla="*/ 1501775 w 1249"/>
              <a:gd name="T69" fmla="*/ 481013 h 463"/>
              <a:gd name="T70" fmla="*/ 1425575 w 1249"/>
              <a:gd name="T71" fmla="*/ 427038 h 463"/>
              <a:gd name="T72" fmla="*/ 1376363 w 1249"/>
              <a:gd name="T73" fmla="*/ 331788 h 463"/>
              <a:gd name="T74" fmla="*/ 1298575 w 1249"/>
              <a:gd name="T75" fmla="*/ 239713 h 463"/>
              <a:gd name="T76" fmla="*/ 1236663 w 1249"/>
              <a:gd name="T77" fmla="*/ 160338 h 463"/>
              <a:gd name="T78" fmla="*/ 1158875 w 1249"/>
              <a:gd name="T79" fmla="*/ 93663 h 463"/>
              <a:gd name="T80" fmla="*/ 1095375 w 1249"/>
              <a:gd name="T81" fmla="*/ 30163 h 463"/>
              <a:gd name="T82" fmla="*/ 995363 w 1249"/>
              <a:gd name="T83" fmla="*/ 0 h 463"/>
              <a:gd name="T84" fmla="*/ 923925 w 1249"/>
              <a:gd name="T85" fmla="*/ 14288 h 463"/>
              <a:gd name="T86" fmla="*/ 858838 w 1249"/>
              <a:gd name="T87" fmla="*/ 55563 h 463"/>
              <a:gd name="T88" fmla="*/ 719138 w 1249"/>
              <a:gd name="T89" fmla="*/ 203200 h 463"/>
              <a:gd name="T90" fmla="*/ 650875 w 1249"/>
              <a:gd name="T91" fmla="*/ 295275 h 463"/>
              <a:gd name="T92" fmla="*/ 623888 w 1249"/>
              <a:gd name="T93" fmla="*/ 330200 h 463"/>
              <a:gd name="T94" fmla="*/ 546100 w 1249"/>
              <a:gd name="T95" fmla="*/ 420688 h 463"/>
              <a:gd name="T96" fmla="*/ 488950 w 1249"/>
              <a:gd name="T97" fmla="*/ 484188 h 463"/>
              <a:gd name="T98" fmla="*/ 431800 w 1249"/>
              <a:gd name="T99" fmla="*/ 549275 h 463"/>
              <a:gd name="T100" fmla="*/ 333375 w 1249"/>
              <a:gd name="T101" fmla="*/ 633413 h 463"/>
              <a:gd name="T102" fmla="*/ 225425 w 1249"/>
              <a:gd name="T103" fmla="*/ 674688 h 463"/>
              <a:gd name="T104" fmla="*/ 161925 w 1249"/>
              <a:gd name="T105" fmla="*/ 685800 h 463"/>
              <a:gd name="T106" fmla="*/ 100013 w 1249"/>
              <a:gd name="T107" fmla="*/ 701675 h 463"/>
              <a:gd name="T108" fmla="*/ 66675 w 1249"/>
              <a:gd name="T109" fmla="*/ 701675 h 46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49" h="463">
                <a:moveTo>
                  <a:pt x="0" y="447"/>
                </a:moveTo>
                <a:lnTo>
                  <a:pt x="0" y="463"/>
                </a:lnTo>
                <a:lnTo>
                  <a:pt x="22" y="463"/>
                </a:lnTo>
                <a:lnTo>
                  <a:pt x="22" y="462"/>
                </a:lnTo>
                <a:lnTo>
                  <a:pt x="24" y="462"/>
                </a:lnTo>
                <a:lnTo>
                  <a:pt x="46" y="457"/>
                </a:lnTo>
                <a:lnTo>
                  <a:pt x="43" y="449"/>
                </a:lnTo>
                <a:lnTo>
                  <a:pt x="43" y="458"/>
                </a:lnTo>
                <a:lnTo>
                  <a:pt x="64" y="458"/>
                </a:lnTo>
                <a:lnTo>
                  <a:pt x="65" y="458"/>
                </a:lnTo>
                <a:lnTo>
                  <a:pt x="87" y="454"/>
                </a:lnTo>
                <a:lnTo>
                  <a:pt x="89" y="453"/>
                </a:lnTo>
                <a:lnTo>
                  <a:pt x="105" y="448"/>
                </a:lnTo>
                <a:lnTo>
                  <a:pt x="103" y="440"/>
                </a:lnTo>
                <a:lnTo>
                  <a:pt x="105" y="448"/>
                </a:lnTo>
                <a:lnTo>
                  <a:pt x="126" y="443"/>
                </a:lnTo>
                <a:lnTo>
                  <a:pt x="124" y="435"/>
                </a:lnTo>
                <a:lnTo>
                  <a:pt x="125" y="444"/>
                </a:lnTo>
                <a:lnTo>
                  <a:pt x="147" y="440"/>
                </a:lnTo>
                <a:lnTo>
                  <a:pt x="149" y="439"/>
                </a:lnTo>
                <a:lnTo>
                  <a:pt x="151" y="439"/>
                </a:lnTo>
                <a:lnTo>
                  <a:pt x="173" y="425"/>
                </a:lnTo>
                <a:lnTo>
                  <a:pt x="167" y="417"/>
                </a:lnTo>
                <a:lnTo>
                  <a:pt x="171" y="425"/>
                </a:lnTo>
                <a:lnTo>
                  <a:pt x="193" y="416"/>
                </a:lnTo>
                <a:lnTo>
                  <a:pt x="214" y="407"/>
                </a:lnTo>
                <a:lnTo>
                  <a:pt x="215" y="405"/>
                </a:lnTo>
                <a:lnTo>
                  <a:pt x="232" y="391"/>
                </a:lnTo>
                <a:lnTo>
                  <a:pt x="227" y="385"/>
                </a:lnTo>
                <a:lnTo>
                  <a:pt x="232" y="392"/>
                </a:lnTo>
                <a:lnTo>
                  <a:pt x="254" y="378"/>
                </a:lnTo>
                <a:lnTo>
                  <a:pt x="281" y="360"/>
                </a:lnTo>
                <a:lnTo>
                  <a:pt x="282" y="359"/>
                </a:lnTo>
                <a:lnTo>
                  <a:pt x="282" y="358"/>
                </a:lnTo>
                <a:lnTo>
                  <a:pt x="298" y="338"/>
                </a:lnTo>
                <a:lnTo>
                  <a:pt x="291" y="333"/>
                </a:lnTo>
                <a:lnTo>
                  <a:pt x="298" y="340"/>
                </a:lnTo>
                <a:lnTo>
                  <a:pt x="320" y="316"/>
                </a:lnTo>
                <a:lnTo>
                  <a:pt x="313" y="310"/>
                </a:lnTo>
                <a:lnTo>
                  <a:pt x="318" y="316"/>
                </a:lnTo>
                <a:lnTo>
                  <a:pt x="340" y="298"/>
                </a:lnTo>
                <a:lnTo>
                  <a:pt x="343" y="297"/>
                </a:lnTo>
                <a:lnTo>
                  <a:pt x="359" y="274"/>
                </a:lnTo>
                <a:lnTo>
                  <a:pt x="351" y="269"/>
                </a:lnTo>
                <a:lnTo>
                  <a:pt x="357" y="275"/>
                </a:lnTo>
                <a:lnTo>
                  <a:pt x="384" y="247"/>
                </a:lnTo>
                <a:lnTo>
                  <a:pt x="384" y="245"/>
                </a:lnTo>
                <a:lnTo>
                  <a:pt x="406" y="218"/>
                </a:lnTo>
                <a:lnTo>
                  <a:pt x="423" y="195"/>
                </a:lnTo>
                <a:lnTo>
                  <a:pt x="424" y="195"/>
                </a:lnTo>
                <a:lnTo>
                  <a:pt x="446" y="161"/>
                </a:lnTo>
                <a:lnTo>
                  <a:pt x="439" y="156"/>
                </a:lnTo>
                <a:lnTo>
                  <a:pt x="445" y="163"/>
                </a:lnTo>
                <a:lnTo>
                  <a:pt x="466" y="139"/>
                </a:lnTo>
                <a:lnTo>
                  <a:pt x="466" y="138"/>
                </a:lnTo>
                <a:lnTo>
                  <a:pt x="488" y="111"/>
                </a:lnTo>
                <a:lnTo>
                  <a:pt x="481" y="106"/>
                </a:lnTo>
                <a:lnTo>
                  <a:pt x="488" y="112"/>
                </a:lnTo>
                <a:lnTo>
                  <a:pt x="510" y="89"/>
                </a:lnTo>
                <a:lnTo>
                  <a:pt x="532" y="66"/>
                </a:lnTo>
                <a:lnTo>
                  <a:pt x="552" y="47"/>
                </a:lnTo>
                <a:lnTo>
                  <a:pt x="546" y="40"/>
                </a:lnTo>
                <a:lnTo>
                  <a:pt x="551" y="47"/>
                </a:lnTo>
                <a:lnTo>
                  <a:pt x="568" y="32"/>
                </a:lnTo>
                <a:lnTo>
                  <a:pt x="562" y="26"/>
                </a:lnTo>
                <a:lnTo>
                  <a:pt x="566" y="34"/>
                </a:lnTo>
                <a:lnTo>
                  <a:pt x="588" y="25"/>
                </a:lnTo>
                <a:lnTo>
                  <a:pt x="609" y="16"/>
                </a:lnTo>
                <a:lnTo>
                  <a:pt x="605" y="8"/>
                </a:lnTo>
                <a:lnTo>
                  <a:pt x="605" y="17"/>
                </a:lnTo>
                <a:lnTo>
                  <a:pt x="627" y="17"/>
                </a:lnTo>
                <a:lnTo>
                  <a:pt x="649" y="17"/>
                </a:lnTo>
                <a:lnTo>
                  <a:pt x="649" y="8"/>
                </a:lnTo>
                <a:lnTo>
                  <a:pt x="646" y="16"/>
                </a:lnTo>
                <a:lnTo>
                  <a:pt x="668" y="25"/>
                </a:lnTo>
                <a:lnTo>
                  <a:pt x="671" y="17"/>
                </a:lnTo>
                <a:lnTo>
                  <a:pt x="667" y="25"/>
                </a:lnTo>
                <a:lnTo>
                  <a:pt x="683" y="34"/>
                </a:lnTo>
                <a:lnTo>
                  <a:pt x="710" y="48"/>
                </a:lnTo>
                <a:lnTo>
                  <a:pt x="714" y="40"/>
                </a:lnTo>
                <a:lnTo>
                  <a:pt x="707" y="45"/>
                </a:lnTo>
                <a:lnTo>
                  <a:pt x="724" y="65"/>
                </a:lnTo>
                <a:lnTo>
                  <a:pt x="725" y="66"/>
                </a:lnTo>
                <a:lnTo>
                  <a:pt x="747" y="89"/>
                </a:lnTo>
                <a:lnTo>
                  <a:pt x="752" y="83"/>
                </a:lnTo>
                <a:lnTo>
                  <a:pt x="746" y="89"/>
                </a:lnTo>
                <a:lnTo>
                  <a:pt x="766" y="112"/>
                </a:lnTo>
                <a:lnTo>
                  <a:pt x="773" y="106"/>
                </a:lnTo>
                <a:lnTo>
                  <a:pt x="766" y="111"/>
                </a:lnTo>
                <a:lnTo>
                  <a:pt x="788" y="138"/>
                </a:lnTo>
                <a:lnTo>
                  <a:pt x="795" y="133"/>
                </a:lnTo>
                <a:lnTo>
                  <a:pt x="788" y="138"/>
                </a:lnTo>
                <a:lnTo>
                  <a:pt x="805" y="161"/>
                </a:lnTo>
                <a:lnTo>
                  <a:pt x="832" y="195"/>
                </a:lnTo>
                <a:lnTo>
                  <a:pt x="832" y="196"/>
                </a:lnTo>
                <a:lnTo>
                  <a:pt x="853" y="219"/>
                </a:lnTo>
                <a:lnTo>
                  <a:pt x="859" y="213"/>
                </a:lnTo>
                <a:lnTo>
                  <a:pt x="853" y="218"/>
                </a:lnTo>
                <a:lnTo>
                  <a:pt x="870" y="245"/>
                </a:lnTo>
                <a:lnTo>
                  <a:pt x="892" y="274"/>
                </a:lnTo>
                <a:lnTo>
                  <a:pt x="893" y="275"/>
                </a:lnTo>
                <a:lnTo>
                  <a:pt x="915" y="298"/>
                </a:lnTo>
                <a:lnTo>
                  <a:pt x="936" y="316"/>
                </a:lnTo>
                <a:lnTo>
                  <a:pt x="941" y="310"/>
                </a:lnTo>
                <a:lnTo>
                  <a:pt x="936" y="316"/>
                </a:lnTo>
                <a:lnTo>
                  <a:pt x="958" y="340"/>
                </a:lnTo>
                <a:lnTo>
                  <a:pt x="980" y="359"/>
                </a:lnTo>
                <a:lnTo>
                  <a:pt x="985" y="352"/>
                </a:lnTo>
                <a:lnTo>
                  <a:pt x="978" y="358"/>
                </a:lnTo>
                <a:lnTo>
                  <a:pt x="994" y="376"/>
                </a:lnTo>
                <a:lnTo>
                  <a:pt x="994" y="377"/>
                </a:lnTo>
                <a:lnTo>
                  <a:pt x="996" y="378"/>
                </a:lnTo>
                <a:lnTo>
                  <a:pt x="1018" y="392"/>
                </a:lnTo>
                <a:lnTo>
                  <a:pt x="1040" y="407"/>
                </a:lnTo>
                <a:lnTo>
                  <a:pt x="1041" y="407"/>
                </a:lnTo>
                <a:lnTo>
                  <a:pt x="1063" y="416"/>
                </a:lnTo>
                <a:lnTo>
                  <a:pt x="1085" y="425"/>
                </a:lnTo>
                <a:lnTo>
                  <a:pt x="1088" y="417"/>
                </a:lnTo>
                <a:lnTo>
                  <a:pt x="1084" y="425"/>
                </a:lnTo>
                <a:lnTo>
                  <a:pt x="1105" y="439"/>
                </a:lnTo>
                <a:lnTo>
                  <a:pt x="1107" y="439"/>
                </a:lnTo>
                <a:lnTo>
                  <a:pt x="1124" y="443"/>
                </a:lnTo>
                <a:lnTo>
                  <a:pt x="1146" y="448"/>
                </a:lnTo>
                <a:lnTo>
                  <a:pt x="1146" y="449"/>
                </a:lnTo>
                <a:lnTo>
                  <a:pt x="1173" y="454"/>
                </a:lnTo>
                <a:lnTo>
                  <a:pt x="1174" y="445"/>
                </a:lnTo>
                <a:lnTo>
                  <a:pt x="1173" y="453"/>
                </a:lnTo>
                <a:lnTo>
                  <a:pt x="1189" y="457"/>
                </a:lnTo>
                <a:lnTo>
                  <a:pt x="1190" y="458"/>
                </a:lnTo>
                <a:lnTo>
                  <a:pt x="1212" y="458"/>
                </a:lnTo>
                <a:lnTo>
                  <a:pt x="1212" y="449"/>
                </a:lnTo>
                <a:lnTo>
                  <a:pt x="1211" y="457"/>
                </a:lnTo>
                <a:lnTo>
                  <a:pt x="1233" y="462"/>
                </a:lnTo>
                <a:lnTo>
                  <a:pt x="1234" y="463"/>
                </a:lnTo>
                <a:lnTo>
                  <a:pt x="1249" y="463"/>
                </a:lnTo>
                <a:lnTo>
                  <a:pt x="1249" y="447"/>
                </a:lnTo>
                <a:lnTo>
                  <a:pt x="1234" y="447"/>
                </a:lnTo>
                <a:lnTo>
                  <a:pt x="1234" y="454"/>
                </a:lnTo>
                <a:lnTo>
                  <a:pt x="1236" y="447"/>
                </a:lnTo>
                <a:lnTo>
                  <a:pt x="1214" y="442"/>
                </a:lnTo>
                <a:lnTo>
                  <a:pt x="1212" y="442"/>
                </a:lnTo>
                <a:lnTo>
                  <a:pt x="1190" y="442"/>
                </a:lnTo>
                <a:lnTo>
                  <a:pt x="1190" y="449"/>
                </a:lnTo>
                <a:lnTo>
                  <a:pt x="1193" y="442"/>
                </a:lnTo>
                <a:lnTo>
                  <a:pt x="1177" y="438"/>
                </a:lnTo>
                <a:lnTo>
                  <a:pt x="1150" y="432"/>
                </a:lnTo>
                <a:lnTo>
                  <a:pt x="1147" y="440"/>
                </a:lnTo>
                <a:lnTo>
                  <a:pt x="1150" y="432"/>
                </a:lnTo>
                <a:lnTo>
                  <a:pt x="1128" y="427"/>
                </a:lnTo>
                <a:lnTo>
                  <a:pt x="1111" y="423"/>
                </a:lnTo>
                <a:lnTo>
                  <a:pt x="1109" y="431"/>
                </a:lnTo>
                <a:lnTo>
                  <a:pt x="1114" y="425"/>
                </a:lnTo>
                <a:lnTo>
                  <a:pt x="1093" y="411"/>
                </a:lnTo>
                <a:lnTo>
                  <a:pt x="1092" y="409"/>
                </a:lnTo>
                <a:lnTo>
                  <a:pt x="1070" y="400"/>
                </a:lnTo>
                <a:lnTo>
                  <a:pt x="1048" y="391"/>
                </a:lnTo>
                <a:lnTo>
                  <a:pt x="1044" y="399"/>
                </a:lnTo>
                <a:lnTo>
                  <a:pt x="1049" y="392"/>
                </a:lnTo>
                <a:lnTo>
                  <a:pt x="1027" y="378"/>
                </a:lnTo>
                <a:lnTo>
                  <a:pt x="1005" y="364"/>
                </a:lnTo>
                <a:lnTo>
                  <a:pt x="1000" y="371"/>
                </a:lnTo>
                <a:lnTo>
                  <a:pt x="1007" y="365"/>
                </a:lnTo>
                <a:lnTo>
                  <a:pt x="991" y="347"/>
                </a:lnTo>
                <a:lnTo>
                  <a:pt x="990" y="346"/>
                </a:lnTo>
                <a:lnTo>
                  <a:pt x="968" y="327"/>
                </a:lnTo>
                <a:lnTo>
                  <a:pt x="963" y="333"/>
                </a:lnTo>
                <a:lnTo>
                  <a:pt x="969" y="328"/>
                </a:lnTo>
                <a:lnTo>
                  <a:pt x="947" y="305"/>
                </a:lnTo>
                <a:lnTo>
                  <a:pt x="946" y="303"/>
                </a:lnTo>
                <a:lnTo>
                  <a:pt x="925" y="285"/>
                </a:lnTo>
                <a:lnTo>
                  <a:pt x="920" y="292"/>
                </a:lnTo>
                <a:lnTo>
                  <a:pt x="927" y="287"/>
                </a:lnTo>
                <a:lnTo>
                  <a:pt x="905" y="263"/>
                </a:lnTo>
                <a:lnTo>
                  <a:pt x="898" y="269"/>
                </a:lnTo>
                <a:lnTo>
                  <a:pt x="905" y="263"/>
                </a:lnTo>
                <a:lnTo>
                  <a:pt x="883" y="235"/>
                </a:lnTo>
                <a:lnTo>
                  <a:pt x="876" y="240"/>
                </a:lnTo>
                <a:lnTo>
                  <a:pt x="884" y="236"/>
                </a:lnTo>
                <a:lnTo>
                  <a:pt x="867" y="209"/>
                </a:lnTo>
                <a:lnTo>
                  <a:pt x="866" y="208"/>
                </a:lnTo>
                <a:lnTo>
                  <a:pt x="845" y="185"/>
                </a:lnTo>
                <a:lnTo>
                  <a:pt x="839" y="190"/>
                </a:lnTo>
                <a:lnTo>
                  <a:pt x="845" y="185"/>
                </a:lnTo>
                <a:lnTo>
                  <a:pt x="818" y="151"/>
                </a:lnTo>
                <a:lnTo>
                  <a:pt x="812" y="156"/>
                </a:lnTo>
                <a:lnTo>
                  <a:pt x="818" y="152"/>
                </a:lnTo>
                <a:lnTo>
                  <a:pt x="801" y="129"/>
                </a:lnTo>
                <a:lnTo>
                  <a:pt x="801" y="128"/>
                </a:lnTo>
                <a:lnTo>
                  <a:pt x="779" y="101"/>
                </a:lnTo>
                <a:lnTo>
                  <a:pt x="759" y="78"/>
                </a:lnTo>
                <a:lnTo>
                  <a:pt x="737" y="54"/>
                </a:lnTo>
                <a:lnTo>
                  <a:pt x="730" y="59"/>
                </a:lnTo>
                <a:lnTo>
                  <a:pt x="737" y="54"/>
                </a:lnTo>
                <a:lnTo>
                  <a:pt x="720" y="35"/>
                </a:lnTo>
                <a:lnTo>
                  <a:pt x="717" y="34"/>
                </a:lnTo>
                <a:lnTo>
                  <a:pt x="690" y="19"/>
                </a:lnTo>
                <a:lnTo>
                  <a:pt x="675" y="10"/>
                </a:lnTo>
                <a:lnTo>
                  <a:pt x="675" y="9"/>
                </a:lnTo>
                <a:lnTo>
                  <a:pt x="653" y="0"/>
                </a:lnTo>
                <a:lnTo>
                  <a:pt x="649" y="0"/>
                </a:lnTo>
                <a:lnTo>
                  <a:pt x="627" y="0"/>
                </a:lnTo>
                <a:lnTo>
                  <a:pt x="605" y="0"/>
                </a:lnTo>
                <a:lnTo>
                  <a:pt x="603" y="0"/>
                </a:lnTo>
                <a:lnTo>
                  <a:pt x="582" y="9"/>
                </a:lnTo>
                <a:lnTo>
                  <a:pt x="560" y="18"/>
                </a:lnTo>
                <a:lnTo>
                  <a:pt x="557" y="19"/>
                </a:lnTo>
                <a:lnTo>
                  <a:pt x="541" y="34"/>
                </a:lnTo>
                <a:lnTo>
                  <a:pt x="541" y="35"/>
                </a:lnTo>
                <a:lnTo>
                  <a:pt x="520" y="54"/>
                </a:lnTo>
                <a:lnTo>
                  <a:pt x="498" y="78"/>
                </a:lnTo>
                <a:lnTo>
                  <a:pt x="476" y="101"/>
                </a:lnTo>
                <a:lnTo>
                  <a:pt x="475" y="101"/>
                </a:lnTo>
                <a:lnTo>
                  <a:pt x="453" y="128"/>
                </a:lnTo>
                <a:lnTo>
                  <a:pt x="459" y="133"/>
                </a:lnTo>
                <a:lnTo>
                  <a:pt x="453" y="128"/>
                </a:lnTo>
                <a:lnTo>
                  <a:pt x="432" y="151"/>
                </a:lnTo>
                <a:lnTo>
                  <a:pt x="432" y="152"/>
                </a:lnTo>
                <a:lnTo>
                  <a:pt x="410" y="186"/>
                </a:lnTo>
                <a:lnTo>
                  <a:pt x="417" y="190"/>
                </a:lnTo>
                <a:lnTo>
                  <a:pt x="410" y="186"/>
                </a:lnTo>
                <a:lnTo>
                  <a:pt x="393" y="209"/>
                </a:lnTo>
                <a:lnTo>
                  <a:pt x="400" y="213"/>
                </a:lnTo>
                <a:lnTo>
                  <a:pt x="393" y="208"/>
                </a:lnTo>
                <a:lnTo>
                  <a:pt x="371" y="235"/>
                </a:lnTo>
                <a:lnTo>
                  <a:pt x="378" y="240"/>
                </a:lnTo>
                <a:lnTo>
                  <a:pt x="373" y="235"/>
                </a:lnTo>
                <a:lnTo>
                  <a:pt x="346" y="263"/>
                </a:lnTo>
                <a:lnTo>
                  <a:pt x="344" y="265"/>
                </a:lnTo>
                <a:lnTo>
                  <a:pt x="329" y="288"/>
                </a:lnTo>
                <a:lnTo>
                  <a:pt x="335" y="292"/>
                </a:lnTo>
                <a:lnTo>
                  <a:pt x="330" y="285"/>
                </a:lnTo>
                <a:lnTo>
                  <a:pt x="308" y="303"/>
                </a:lnTo>
                <a:lnTo>
                  <a:pt x="308" y="305"/>
                </a:lnTo>
                <a:lnTo>
                  <a:pt x="286" y="328"/>
                </a:lnTo>
                <a:lnTo>
                  <a:pt x="285" y="328"/>
                </a:lnTo>
                <a:lnTo>
                  <a:pt x="269" y="347"/>
                </a:lnTo>
                <a:lnTo>
                  <a:pt x="276" y="352"/>
                </a:lnTo>
                <a:lnTo>
                  <a:pt x="272" y="346"/>
                </a:lnTo>
                <a:lnTo>
                  <a:pt x="245" y="364"/>
                </a:lnTo>
                <a:lnTo>
                  <a:pt x="223" y="378"/>
                </a:lnTo>
                <a:lnTo>
                  <a:pt x="222" y="378"/>
                </a:lnTo>
                <a:lnTo>
                  <a:pt x="205" y="392"/>
                </a:lnTo>
                <a:lnTo>
                  <a:pt x="210" y="399"/>
                </a:lnTo>
                <a:lnTo>
                  <a:pt x="207" y="391"/>
                </a:lnTo>
                <a:lnTo>
                  <a:pt x="187" y="400"/>
                </a:lnTo>
                <a:lnTo>
                  <a:pt x="165" y="409"/>
                </a:lnTo>
                <a:lnTo>
                  <a:pt x="164" y="411"/>
                </a:lnTo>
                <a:lnTo>
                  <a:pt x="142" y="425"/>
                </a:lnTo>
                <a:lnTo>
                  <a:pt x="145" y="431"/>
                </a:lnTo>
                <a:lnTo>
                  <a:pt x="144" y="423"/>
                </a:lnTo>
                <a:lnTo>
                  <a:pt x="122" y="427"/>
                </a:lnTo>
                <a:lnTo>
                  <a:pt x="102" y="432"/>
                </a:lnTo>
                <a:lnTo>
                  <a:pt x="100" y="432"/>
                </a:lnTo>
                <a:lnTo>
                  <a:pt x="84" y="438"/>
                </a:lnTo>
                <a:lnTo>
                  <a:pt x="86" y="445"/>
                </a:lnTo>
                <a:lnTo>
                  <a:pt x="85" y="438"/>
                </a:lnTo>
                <a:lnTo>
                  <a:pt x="63" y="442"/>
                </a:lnTo>
                <a:lnTo>
                  <a:pt x="64" y="449"/>
                </a:lnTo>
                <a:lnTo>
                  <a:pt x="64" y="442"/>
                </a:lnTo>
                <a:lnTo>
                  <a:pt x="43" y="442"/>
                </a:lnTo>
                <a:lnTo>
                  <a:pt x="42" y="442"/>
                </a:lnTo>
                <a:lnTo>
                  <a:pt x="20" y="447"/>
                </a:lnTo>
                <a:lnTo>
                  <a:pt x="22" y="454"/>
                </a:lnTo>
                <a:lnTo>
                  <a:pt x="22" y="447"/>
                </a:lnTo>
                <a:lnTo>
                  <a:pt x="0" y="44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64" name="Rectangle 62">
            <a:extLst>
              <a:ext uri="{FF2B5EF4-FFF2-40B4-BE49-F238E27FC236}">
                <a16:creationId xmlns:a16="http://schemas.microsoft.com/office/drawing/2014/main" id="{8FC4E06D-E0F7-F3F1-CF4E-8C914D197453}"/>
              </a:ext>
            </a:extLst>
          </p:cNvPr>
          <p:cNvSpPr>
            <a:spLocks noChangeArrowheads="1"/>
          </p:cNvSpPr>
          <p:nvPr/>
        </p:nvSpPr>
        <p:spPr bwMode="auto">
          <a:xfrm rot="-2907112">
            <a:off x="6646863" y="3494088"/>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65" name="Line 63">
            <a:extLst>
              <a:ext uri="{FF2B5EF4-FFF2-40B4-BE49-F238E27FC236}">
                <a16:creationId xmlns:a16="http://schemas.microsoft.com/office/drawing/2014/main" id="{65852F2D-35F3-D2FB-1323-614B3A1BD5A7}"/>
              </a:ext>
            </a:extLst>
          </p:cNvPr>
          <p:cNvSpPr>
            <a:spLocks noChangeShapeType="1"/>
          </p:cNvSpPr>
          <p:nvPr/>
        </p:nvSpPr>
        <p:spPr bwMode="auto">
          <a:xfrm>
            <a:off x="4972050" y="5656263"/>
            <a:ext cx="3411538" cy="158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6" name="Freeform 64">
            <a:extLst>
              <a:ext uri="{FF2B5EF4-FFF2-40B4-BE49-F238E27FC236}">
                <a16:creationId xmlns:a16="http://schemas.microsoft.com/office/drawing/2014/main" id="{4FEC6440-018B-2C9C-AA0D-C9738DBC9C9A}"/>
              </a:ext>
            </a:extLst>
          </p:cNvPr>
          <p:cNvSpPr>
            <a:spLocks/>
          </p:cNvSpPr>
          <p:nvPr/>
        </p:nvSpPr>
        <p:spPr bwMode="auto">
          <a:xfrm>
            <a:off x="5918200" y="4926013"/>
            <a:ext cx="1982788" cy="735012"/>
          </a:xfrm>
          <a:custGeom>
            <a:avLst/>
            <a:gdLst>
              <a:gd name="T0" fmla="*/ 38100 w 1249"/>
              <a:gd name="T1" fmla="*/ 733425 h 463"/>
              <a:gd name="T2" fmla="*/ 103188 w 1249"/>
              <a:gd name="T3" fmla="*/ 727075 h 463"/>
              <a:gd name="T4" fmla="*/ 166688 w 1249"/>
              <a:gd name="T5" fmla="*/ 711200 h 463"/>
              <a:gd name="T6" fmla="*/ 236538 w 1249"/>
              <a:gd name="T7" fmla="*/ 696912 h 463"/>
              <a:gd name="T8" fmla="*/ 306388 w 1249"/>
              <a:gd name="T9" fmla="*/ 660400 h 463"/>
              <a:gd name="T10" fmla="*/ 368300 w 1249"/>
              <a:gd name="T11" fmla="*/ 622300 h 463"/>
              <a:gd name="T12" fmla="*/ 473075 w 1249"/>
              <a:gd name="T13" fmla="*/ 536575 h 463"/>
              <a:gd name="T14" fmla="*/ 504825 w 1249"/>
              <a:gd name="T15" fmla="*/ 501650 h 463"/>
              <a:gd name="T16" fmla="*/ 566738 w 1249"/>
              <a:gd name="T17" fmla="*/ 436562 h 463"/>
              <a:gd name="T18" fmla="*/ 671513 w 1249"/>
              <a:gd name="T19" fmla="*/ 309562 h 463"/>
              <a:gd name="T20" fmla="*/ 739775 w 1249"/>
              <a:gd name="T21" fmla="*/ 220662 h 463"/>
              <a:gd name="T22" fmla="*/ 809625 w 1249"/>
              <a:gd name="T23" fmla="*/ 141287 h 463"/>
              <a:gd name="T24" fmla="*/ 901700 w 1249"/>
              <a:gd name="T25" fmla="*/ 50800 h 463"/>
              <a:gd name="T26" fmla="*/ 960438 w 1249"/>
              <a:gd name="T27" fmla="*/ 12700 h 463"/>
              <a:gd name="T28" fmla="*/ 1025525 w 1249"/>
              <a:gd name="T29" fmla="*/ 25400 h 463"/>
              <a:gd name="T30" fmla="*/ 1127125 w 1249"/>
              <a:gd name="T31" fmla="*/ 76200 h 463"/>
              <a:gd name="T32" fmla="*/ 1185863 w 1249"/>
              <a:gd name="T33" fmla="*/ 141287 h 463"/>
              <a:gd name="T34" fmla="*/ 1216025 w 1249"/>
              <a:gd name="T35" fmla="*/ 176212 h 463"/>
              <a:gd name="T36" fmla="*/ 1277938 w 1249"/>
              <a:gd name="T37" fmla="*/ 255587 h 463"/>
              <a:gd name="T38" fmla="*/ 1354138 w 1249"/>
              <a:gd name="T39" fmla="*/ 346075 h 463"/>
              <a:gd name="T40" fmla="*/ 1452563 w 1249"/>
              <a:gd name="T41" fmla="*/ 473075 h 463"/>
              <a:gd name="T42" fmla="*/ 1520825 w 1249"/>
              <a:gd name="T43" fmla="*/ 539750 h 463"/>
              <a:gd name="T44" fmla="*/ 1577975 w 1249"/>
              <a:gd name="T45" fmla="*/ 596900 h 463"/>
              <a:gd name="T46" fmla="*/ 1652588 w 1249"/>
              <a:gd name="T47" fmla="*/ 646112 h 463"/>
              <a:gd name="T48" fmla="*/ 1754188 w 1249"/>
              <a:gd name="T49" fmla="*/ 696912 h 463"/>
              <a:gd name="T50" fmla="*/ 1862138 w 1249"/>
              <a:gd name="T51" fmla="*/ 720725 h 463"/>
              <a:gd name="T52" fmla="*/ 1924050 w 1249"/>
              <a:gd name="T53" fmla="*/ 727075 h 463"/>
              <a:gd name="T54" fmla="*/ 1982788 w 1249"/>
              <a:gd name="T55" fmla="*/ 735012 h 463"/>
              <a:gd name="T56" fmla="*/ 1927225 w 1249"/>
              <a:gd name="T57" fmla="*/ 701675 h 463"/>
              <a:gd name="T58" fmla="*/ 1868488 w 1249"/>
              <a:gd name="T59" fmla="*/ 695325 h 463"/>
              <a:gd name="T60" fmla="*/ 1790700 w 1249"/>
              <a:gd name="T61" fmla="*/ 677862 h 463"/>
              <a:gd name="T62" fmla="*/ 1733550 w 1249"/>
              <a:gd name="T63" fmla="*/ 649287 h 463"/>
              <a:gd name="T64" fmla="*/ 1630363 w 1249"/>
              <a:gd name="T65" fmla="*/ 600075 h 463"/>
              <a:gd name="T66" fmla="*/ 1571625 w 1249"/>
              <a:gd name="T67" fmla="*/ 549275 h 463"/>
              <a:gd name="T68" fmla="*/ 1501775 w 1249"/>
              <a:gd name="T69" fmla="*/ 481012 h 463"/>
              <a:gd name="T70" fmla="*/ 1425575 w 1249"/>
              <a:gd name="T71" fmla="*/ 427037 h 463"/>
              <a:gd name="T72" fmla="*/ 1376363 w 1249"/>
              <a:gd name="T73" fmla="*/ 331787 h 463"/>
              <a:gd name="T74" fmla="*/ 1298575 w 1249"/>
              <a:gd name="T75" fmla="*/ 239712 h 463"/>
              <a:gd name="T76" fmla="*/ 1236663 w 1249"/>
              <a:gd name="T77" fmla="*/ 160337 h 463"/>
              <a:gd name="T78" fmla="*/ 1158875 w 1249"/>
              <a:gd name="T79" fmla="*/ 93662 h 463"/>
              <a:gd name="T80" fmla="*/ 1095375 w 1249"/>
              <a:gd name="T81" fmla="*/ 30162 h 463"/>
              <a:gd name="T82" fmla="*/ 995363 w 1249"/>
              <a:gd name="T83" fmla="*/ 0 h 463"/>
              <a:gd name="T84" fmla="*/ 923925 w 1249"/>
              <a:gd name="T85" fmla="*/ 14287 h 463"/>
              <a:gd name="T86" fmla="*/ 858838 w 1249"/>
              <a:gd name="T87" fmla="*/ 55562 h 463"/>
              <a:gd name="T88" fmla="*/ 719138 w 1249"/>
              <a:gd name="T89" fmla="*/ 203200 h 463"/>
              <a:gd name="T90" fmla="*/ 650875 w 1249"/>
              <a:gd name="T91" fmla="*/ 295275 h 463"/>
              <a:gd name="T92" fmla="*/ 623888 w 1249"/>
              <a:gd name="T93" fmla="*/ 330200 h 463"/>
              <a:gd name="T94" fmla="*/ 546100 w 1249"/>
              <a:gd name="T95" fmla="*/ 420687 h 463"/>
              <a:gd name="T96" fmla="*/ 488950 w 1249"/>
              <a:gd name="T97" fmla="*/ 484187 h 463"/>
              <a:gd name="T98" fmla="*/ 431800 w 1249"/>
              <a:gd name="T99" fmla="*/ 549275 h 463"/>
              <a:gd name="T100" fmla="*/ 333375 w 1249"/>
              <a:gd name="T101" fmla="*/ 633412 h 463"/>
              <a:gd name="T102" fmla="*/ 225425 w 1249"/>
              <a:gd name="T103" fmla="*/ 674687 h 463"/>
              <a:gd name="T104" fmla="*/ 161925 w 1249"/>
              <a:gd name="T105" fmla="*/ 685800 h 463"/>
              <a:gd name="T106" fmla="*/ 100013 w 1249"/>
              <a:gd name="T107" fmla="*/ 701675 h 463"/>
              <a:gd name="T108" fmla="*/ 66675 w 1249"/>
              <a:gd name="T109" fmla="*/ 701675 h 46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49" h="463">
                <a:moveTo>
                  <a:pt x="0" y="447"/>
                </a:moveTo>
                <a:lnTo>
                  <a:pt x="0" y="463"/>
                </a:lnTo>
                <a:lnTo>
                  <a:pt x="22" y="463"/>
                </a:lnTo>
                <a:lnTo>
                  <a:pt x="22" y="462"/>
                </a:lnTo>
                <a:lnTo>
                  <a:pt x="24" y="462"/>
                </a:lnTo>
                <a:lnTo>
                  <a:pt x="46" y="457"/>
                </a:lnTo>
                <a:lnTo>
                  <a:pt x="43" y="449"/>
                </a:lnTo>
                <a:lnTo>
                  <a:pt x="43" y="458"/>
                </a:lnTo>
                <a:lnTo>
                  <a:pt x="64" y="458"/>
                </a:lnTo>
                <a:lnTo>
                  <a:pt x="65" y="458"/>
                </a:lnTo>
                <a:lnTo>
                  <a:pt x="87" y="454"/>
                </a:lnTo>
                <a:lnTo>
                  <a:pt x="89" y="453"/>
                </a:lnTo>
                <a:lnTo>
                  <a:pt x="105" y="448"/>
                </a:lnTo>
                <a:lnTo>
                  <a:pt x="103" y="440"/>
                </a:lnTo>
                <a:lnTo>
                  <a:pt x="105" y="448"/>
                </a:lnTo>
                <a:lnTo>
                  <a:pt x="126" y="443"/>
                </a:lnTo>
                <a:lnTo>
                  <a:pt x="124" y="435"/>
                </a:lnTo>
                <a:lnTo>
                  <a:pt x="125" y="444"/>
                </a:lnTo>
                <a:lnTo>
                  <a:pt x="147" y="440"/>
                </a:lnTo>
                <a:lnTo>
                  <a:pt x="149" y="439"/>
                </a:lnTo>
                <a:lnTo>
                  <a:pt x="151" y="439"/>
                </a:lnTo>
                <a:lnTo>
                  <a:pt x="173" y="425"/>
                </a:lnTo>
                <a:lnTo>
                  <a:pt x="167" y="417"/>
                </a:lnTo>
                <a:lnTo>
                  <a:pt x="171" y="425"/>
                </a:lnTo>
                <a:lnTo>
                  <a:pt x="193" y="416"/>
                </a:lnTo>
                <a:lnTo>
                  <a:pt x="214" y="407"/>
                </a:lnTo>
                <a:lnTo>
                  <a:pt x="215" y="405"/>
                </a:lnTo>
                <a:lnTo>
                  <a:pt x="232" y="391"/>
                </a:lnTo>
                <a:lnTo>
                  <a:pt x="227" y="385"/>
                </a:lnTo>
                <a:lnTo>
                  <a:pt x="232" y="392"/>
                </a:lnTo>
                <a:lnTo>
                  <a:pt x="254" y="378"/>
                </a:lnTo>
                <a:lnTo>
                  <a:pt x="281" y="360"/>
                </a:lnTo>
                <a:lnTo>
                  <a:pt x="282" y="359"/>
                </a:lnTo>
                <a:lnTo>
                  <a:pt x="282" y="358"/>
                </a:lnTo>
                <a:lnTo>
                  <a:pt x="298" y="338"/>
                </a:lnTo>
                <a:lnTo>
                  <a:pt x="291" y="333"/>
                </a:lnTo>
                <a:lnTo>
                  <a:pt x="298" y="340"/>
                </a:lnTo>
                <a:lnTo>
                  <a:pt x="320" y="316"/>
                </a:lnTo>
                <a:lnTo>
                  <a:pt x="313" y="310"/>
                </a:lnTo>
                <a:lnTo>
                  <a:pt x="318" y="316"/>
                </a:lnTo>
                <a:lnTo>
                  <a:pt x="340" y="298"/>
                </a:lnTo>
                <a:lnTo>
                  <a:pt x="343" y="297"/>
                </a:lnTo>
                <a:lnTo>
                  <a:pt x="359" y="274"/>
                </a:lnTo>
                <a:lnTo>
                  <a:pt x="351" y="269"/>
                </a:lnTo>
                <a:lnTo>
                  <a:pt x="357" y="275"/>
                </a:lnTo>
                <a:lnTo>
                  <a:pt x="384" y="247"/>
                </a:lnTo>
                <a:lnTo>
                  <a:pt x="384" y="245"/>
                </a:lnTo>
                <a:lnTo>
                  <a:pt x="406" y="218"/>
                </a:lnTo>
                <a:lnTo>
                  <a:pt x="423" y="195"/>
                </a:lnTo>
                <a:lnTo>
                  <a:pt x="424" y="195"/>
                </a:lnTo>
                <a:lnTo>
                  <a:pt x="446" y="161"/>
                </a:lnTo>
                <a:lnTo>
                  <a:pt x="439" y="156"/>
                </a:lnTo>
                <a:lnTo>
                  <a:pt x="445" y="163"/>
                </a:lnTo>
                <a:lnTo>
                  <a:pt x="466" y="139"/>
                </a:lnTo>
                <a:lnTo>
                  <a:pt x="466" y="138"/>
                </a:lnTo>
                <a:lnTo>
                  <a:pt x="488" y="111"/>
                </a:lnTo>
                <a:lnTo>
                  <a:pt x="481" y="106"/>
                </a:lnTo>
                <a:lnTo>
                  <a:pt x="488" y="112"/>
                </a:lnTo>
                <a:lnTo>
                  <a:pt x="510" y="89"/>
                </a:lnTo>
                <a:lnTo>
                  <a:pt x="532" y="66"/>
                </a:lnTo>
                <a:lnTo>
                  <a:pt x="552" y="47"/>
                </a:lnTo>
                <a:lnTo>
                  <a:pt x="546" y="40"/>
                </a:lnTo>
                <a:lnTo>
                  <a:pt x="551" y="47"/>
                </a:lnTo>
                <a:lnTo>
                  <a:pt x="568" y="32"/>
                </a:lnTo>
                <a:lnTo>
                  <a:pt x="562" y="26"/>
                </a:lnTo>
                <a:lnTo>
                  <a:pt x="566" y="34"/>
                </a:lnTo>
                <a:lnTo>
                  <a:pt x="588" y="25"/>
                </a:lnTo>
                <a:lnTo>
                  <a:pt x="609" y="16"/>
                </a:lnTo>
                <a:lnTo>
                  <a:pt x="605" y="8"/>
                </a:lnTo>
                <a:lnTo>
                  <a:pt x="605" y="17"/>
                </a:lnTo>
                <a:lnTo>
                  <a:pt x="627" y="17"/>
                </a:lnTo>
                <a:lnTo>
                  <a:pt x="649" y="17"/>
                </a:lnTo>
                <a:lnTo>
                  <a:pt x="649" y="8"/>
                </a:lnTo>
                <a:lnTo>
                  <a:pt x="646" y="16"/>
                </a:lnTo>
                <a:lnTo>
                  <a:pt x="668" y="25"/>
                </a:lnTo>
                <a:lnTo>
                  <a:pt x="671" y="17"/>
                </a:lnTo>
                <a:lnTo>
                  <a:pt x="667" y="25"/>
                </a:lnTo>
                <a:lnTo>
                  <a:pt x="683" y="34"/>
                </a:lnTo>
                <a:lnTo>
                  <a:pt x="710" y="48"/>
                </a:lnTo>
                <a:lnTo>
                  <a:pt x="714" y="40"/>
                </a:lnTo>
                <a:lnTo>
                  <a:pt x="707" y="45"/>
                </a:lnTo>
                <a:lnTo>
                  <a:pt x="724" y="65"/>
                </a:lnTo>
                <a:lnTo>
                  <a:pt x="725" y="66"/>
                </a:lnTo>
                <a:lnTo>
                  <a:pt x="747" y="89"/>
                </a:lnTo>
                <a:lnTo>
                  <a:pt x="752" y="83"/>
                </a:lnTo>
                <a:lnTo>
                  <a:pt x="746" y="89"/>
                </a:lnTo>
                <a:lnTo>
                  <a:pt x="766" y="112"/>
                </a:lnTo>
                <a:lnTo>
                  <a:pt x="773" y="106"/>
                </a:lnTo>
                <a:lnTo>
                  <a:pt x="766" y="111"/>
                </a:lnTo>
                <a:lnTo>
                  <a:pt x="788" y="138"/>
                </a:lnTo>
                <a:lnTo>
                  <a:pt x="795" y="133"/>
                </a:lnTo>
                <a:lnTo>
                  <a:pt x="788" y="138"/>
                </a:lnTo>
                <a:lnTo>
                  <a:pt x="805" y="161"/>
                </a:lnTo>
                <a:lnTo>
                  <a:pt x="832" y="195"/>
                </a:lnTo>
                <a:lnTo>
                  <a:pt x="832" y="196"/>
                </a:lnTo>
                <a:lnTo>
                  <a:pt x="853" y="219"/>
                </a:lnTo>
                <a:lnTo>
                  <a:pt x="859" y="213"/>
                </a:lnTo>
                <a:lnTo>
                  <a:pt x="853" y="218"/>
                </a:lnTo>
                <a:lnTo>
                  <a:pt x="870" y="245"/>
                </a:lnTo>
                <a:lnTo>
                  <a:pt x="892" y="274"/>
                </a:lnTo>
                <a:lnTo>
                  <a:pt x="893" y="275"/>
                </a:lnTo>
                <a:lnTo>
                  <a:pt x="915" y="298"/>
                </a:lnTo>
                <a:lnTo>
                  <a:pt x="936" y="316"/>
                </a:lnTo>
                <a:lnTo>
                  <a:pt x="941" y="310"/>
                </a:lnTo>
                <a:lnTo>
                  <a:pt x="936" y="316"/>
                </a:lnTo>
                <a:lnTo>
                  <a:pt x="958" y="340"/>
                </a:lnTo>
                <a:lnTo>
                  <a:pt x="980" y="359"/>
                </a:lnTo>
                <a:lnTo>
                  <a:pt x="985" y="352"/>
                </a:lnTo>
                <a:lnTo>
                  <a:pt x="978" y="358"/>
                </a:lnTo>
                <a:lnTo>
                  <a:pt x="994" y="376"/>
                </a:lnTo>
                <a:lnTo>
                  <a:pt x="994" y="377"/>
                </a:lnTo>
                <a:lnTo>
                  <a:pt x="996" y="378"/>
                </a:lnTo>
                <a:lnTo>
                  <a:pt x="1018" y="392"/>
                </a:lnTo>
                <a:lnTo>
                  <a:pt x="1040" y="407"/>
                </a:lnTo>
                <a:lnTo>
                  <a:pt x="1041" y="407"/>
                </a:lnTo>
                <a:lnTo>
                  <a:pt x="1063" y="416"/>
                </a:lnTo>
                <a:lnTo>
                  <a:pt x="1085" y="425"/>
                </a:lnTo>
                <a:lnTo>
                  <a:pt x="1088" y="417"/>
                </a:lnTo>
                <a:lnTo>
                  <a:pt x="1084" y="425"/>
                </a:lnTo>
                <a:lnTo>
                  <a:pt x="1105" y="439"/>
                </a:lnTo>
                <a:lnTo>
                  <a:pt x="1107" y="439"/>
                </a:lnTo>
                <a:lnTo>
                  <a:pt x="1124" y="443"/>
                </a:lnTo>
                <a:lnTo>
                  <a:pt x="1146" y="448"/>
                </a:lnTo>
                <a:lnTo>
                  <a:pt x="1146" y="449"/>
                </a:lnTo>
                <a:lnTo>
                  <a:pt x="1173" y="454"/>
                </a:lnTo>
                <a:lnTo>
                  <a:pt x="1174" y="445"/>
                </a:lnTo>
                <a:lnTo>
                  <a:pt x="1173" y="453"/>
                </a:lnTo>
                <a:lnTo>
                  <a:pt x="1189" y="457"/>
                </a:lnTo>
                <a:lnTo>
                  <a:pt x="1190" y="458"/>
                </a:lnTo>
                <a:lnTo>
                  <a:pt x="1212" y="458"/>
                </a:lnTo>
                <a:lnTo>
                  <a:pt x="1212" y="449"/>
                </a:lnTo>
                <a:lnTo>
                  <a:pt x="1211" y="457"/>
                </a:lnTo>
                <a:lnTo>
                  <a:pt x="1233" y="462"/>
                </a:lnTo>
                <a:lnTo>
                  <a:pt x="1234" y="463"/>
                </a:lnTo>
                <a:lnTo>
                  <a:pt x="1249" y="463"/>
                </a:lnTo>
                <a:lnTo>
                  <a:pt x="1249" y="447"/>
                </a:lnTo>
                <a:lnTo>
                  <a:pt x="1234" y="447"/>
                </a:lnTo>
                <a:lnTo>
                  <a:pt x="1234" y="454"/>
                </a:lnTo>
                <a:lnTo>
                  <a:pt x="1236" y="447"/>
                </a:lnTo>
                <a:lnTo>
                  <a:pt x="1214" y="442"/>
                </a:lnTo>
                <a:lnTo>
                  <a:pt x="1212" y="442"/>
                </a:lnTo>
                <a:lnTo>
                  <a:pt x="1190" y="442"/>
                </a:lnTo>
                <a:lnTo>
                  <a:pt x="1190" y="449"/>
                </a:lnTo>
                <a:lnTo>
                  <a:pt x="1193" y="442"/>
                </a:lnTo>
                <a:lnTo>
                  <a:pt x="1177" y="438"/>
                </a:lnTo>
                <a:lnTo>
                  <a:pt x="1150" y="432"/>
                </a:lnTo>
                <a:lnTo>
                  <a:pt x="1147" y="440"/>
                </a:lnTo>
                <a:lnTo>
                  <a:pt x="1150" y="432"/>
                </a:lnTo>
                <a:lnTo>
                  <a:pt x="1128" y="427"/>
                </a:lnTo>
                <a:lnTo>
                  <a:pt x="1111" y="423"/>
                </a:lnTo>
                <a:lnTo>
                  <a:pt x="1109" y="431"/>
                </a:lnTo>
                <a:lnTo>
                  <a:pt x="1114" y="425"/>
                </a:lnTo>
                <a:lnTo>
                  <a:pt x="1093" y="411"/>
                </a:lnTo>
                <a:lnTo>
                  <a:pt x="1092" y="409"/>
                </a:lnTo>
                <a:lnTo>
                  <a:pt x="1070" y="400"/>
                </a:lnTo>
                <a:lnTo>
                  <a:pt x="1048" y="391"/>
                </a:lnTo>
                <a:lnTo>
                  <a:pt x="1044" y="399"/>
                </a:lnTo>
                <a:lnTo>
                  <a:pt x="1049" y="392"/>
                </a:lnTo>
                <a:lnTo>
                  <a:pt x="1027" y="378"/>
                </a:lnTo>
                <a:lnTo>
                  <a:pt x="1005" y="364"/>
                </a:lnTo>
                <a:lnTo>
                  <a:pt x="1000" y="371"/>
                </a:lnTo>
                <a:lnTo>
                  <a:pt x="1007" y="365"/>
                </a:lnTo>
                <a:lnTo>
                  <a:pt x="991" y="347"/>
                </a:lnTo>
                <a:lnTo>
                  <a:pt x="990" y="346"/>
                </a:lnTo>
                <a:lnTo>
                  <a:pt x="968" y="327"/>
                </a:lnTo>
                <a:lnTo>
                  <a:pt x="963" y="333"/>
                </a:lnTo>
                <a:lnTo>
                  <a:pt x="969" y="328"/>
                </a:lnTo>
                <a:lnTo>
                  <a:pt x="947" y="305"/>
                </a:lnTo>
                <a:lnTo>
                  <a:pt x="946" y="303"/>
                </a:lnTo>
                <a:lnTo>
                  <a:pt x="925" y="285"/>
                </a:lnTo>
                <a:lnTo>
                  <a:pt x="920" y="292"/>
                </a:lnTo>
                <a:lnTo>
                  <a:pt x="927" y="287"/>
                </a:lnTo>
                <a:lnTo>
                  <a:pt x="905" y="263"/>
                </a:lnTo>
                <a:lnTo>
                  <a:pt x="898" y="269"/>
                </a:lnTo>
                <a:lnTo>
                  <a:pt x="905" y="263"/>
                </a:lnTo>
                <a:lnTo>
                  <a:pt x="883" y="235"/>
                </a:lnTo>
                <a:lnTo>
                  <a:pt x="876" y="240"/>
                </a:lnTo>
                <a:lnTo>
                  <a:pt x="884" y="236"/>
                </a:lnTo>
                <a:lnTo>
                  <a:pt x="867" y="209"/>
                </a:lnTo>
                <a:lnTo>
                  <a:pt x="866" y="208"/>
                </a:lnTo>
                <a:lnTo>
                  <a:pt x="845" y="185"/>
                </a:lnTo>
                <a:lnTo>
                  <a:pt x="839" y="190"/>
                </a:lnTo>
                <a:lnTo>
                  <a:pt x="845" y="185"/>
                </a:lnTo>
                <a:lnTo>
                  <a:pt x="818" y="151"/>
                </a:lnTo>
                <a:lnTo>
                  <a:pt x="812" y="156"/>
                </a:lnTo>
                <a:lnTo>
                  <a:pt x="818" y="152"/>
                </a:lnTo>
                <a:lnTo>
                  <a:pt x="801" y="129"/>
                </a:lnTo>
                <a:lnTo>
                  <a:pt x="801" y="128"/>
                </a:lnTo>
                <a:lnTo>
                  <a:pt x="779" y="101"/>
                </a:lnTo>
                <a:lnTo>
                  <a:pt x="759" y="78"/>
                </a:lnTo>
                <a:lnTo>
                  <a:pt x="737" y="54"/>
                </a:lnTo>
                <a:lnTo>
                  <a:pt x="730" y="59"/>
                </a:lnTo>
                <a:lnTo>
                  <a:pt x="737" y="54"/>
                </a:lnTo>
                <a:lnTo>
                  <a:pt x="720" y="35"/>
                </a:lnTo>
                <a:lnTo>
                  <a:pt x="717" y="34"/>
                </a:lnTo>
                <a:lnTo>
                  <a:pt x="690" y="19"/>
                </a:lnTo>
                <a:lnTo>
                  <a:pt x="675" y="10"/>
                </a:lnTo>
                <a:lnTo>
                  <a:pt x="675" y="9"/>
                </a:lnTo>
                <a:lnTo>
                  <a:pt x="653" y="0"/>
                </a:lnTo>
                <a:lnTo>
                  <a:pt x="649" y="0"/>
                </a:lnTo>
                <a:lnTo>
                  <a:pt x="627" y="0"/>
                </a:lnTo>
                <a:lnTo>
                  <a:pt x="605" y="0"/>
                </a:lnTo>
                <a:lnTo>
                  <a:pt x="603" y="0"/>
                </a:lnTo>
                <a:lnTo>
                  <a:pt x="582" y="9"/>
                </a:lnTo>
                <a:lnTo>
                  <a:pt x="560" y="18"/>
                </a:lnTo>
                <a:lnTo>
                  <a:pt x="557" y="19"/>
                </a:lnTo>
                <a:lnTo>
                  <a:pt x="541" y="34"/>
                </a:lnTo>
                <a:lnTo>
                  <a:pt x="541" y="35"/>
                </a:lnTo>
                <a:lnTo>
                  <a:pt x="520" y="54"/>
                </a:lnTo>
                <a:lnTo>
                  <a:pt x="498" y="78"/>
                </a:lnTo>
                <a:lnTo>
                  <a:pt x="476" y="101"/>
                </a:lnTo>
                <a:lnTo>
                  <a:pt x="475" y="101"/>
                </a:lnTo>
                <a:lnTo>
                  <a:pt x="453" y="128"/>
                </a:lnTo>
                <a:lnTo>
                  <a:pt x="459" y="133"/>
                </a:lnTo>
                <a:lnTo>
                  <a:pt x="453" y="128"/>
                </a:lnTo>
                <a:lnTo>
                  <a:pt x="432" y="151"/>
                </a:lnTo>
                <a:lnTo>
                  <a:pt x="432" y="152"/>
                </a:lnTo>
                <a:lnTo>
                  <a:pt x="410" y="186"/>
                </a:lnTo>
                <a:lnTo>
                  <a:pt x="417" y="190"/>
                </a:lnTo>
                <a:lnTo>
                  <a:pt x="410" y="186"/>
                </a:lnTo>
                <a:lnTo>
                  <a:pt x="393" y="209"/>
                </a:lnTo>
                <a:lnTo>
                  <a:pt x="400" y="213"/>
                </a:lnTo>
                <a:lnTo>
                  <a:pt x="393" y="208"/>
                </a:lnTo>
                <a:lnTo>
                  <a:pt x="371" y="235"/>
                </a:lnTo>
                <a:lnTo>
                  <a:pt x="378" y="240"/>
                </a:lnTo>
                <a:lnTo>
                  <a:pt x="373" y="235"/>
                </a:lnTo>
                <a:lnTo>
                  <a:pt x="346" y="263"/>
                </a:lnTo>
                <a:lnTo>
                  <a:pt x="344" y="265"/>
                </a:lnTo>
                <a:lnTo>
                  <a:pt x="329" y="288"/>
                </a:lnTo>
                <a:lnTo>
                  <a:pt x="335" y="292"/>
                </a:lnTo>
                <a:lnTo>
                  <a:pt x="330" y="285"/>
                </a:lnTo>
                <a:lnTo>
                  <a:pt x="308" y="303"/>
                </a:lnTo>
                <a:lnTo>
                  <a:pt x="308" y="305"/>
                </a:lnTo>
                <a:lnTo>
                  <a:pt x="286" y="328"/>
                </a:lnTo>
                <a:lnTo>
                  <a:pt x="285" y="328"/>
                </a:lnTo>
                <a:lnTo>
                  <a:pt x="269" y="347"/>
                </a:lnTo>
                <a:lnTo>
                  <a:pt x="276" y="352"/>
                </a:lnTo>
                <a:lnTo>
                  <a:pt x="272" y="346"/>
                </a:lnTo>
                <a:lnTo>
                  <a:pt x="245" y="364"/>
                </a:lnTo>
                <a:lnTo>
                  <a:pt x="223" y="378"/>
                </a:lnTo>
                <a:lnTo>
                  <a:pt x="222" y="378"/>
                </a:lnTo>
                <a:lnTo>
                  <a:pt x="205" y="392"/>
                </a:lnTo>
                <a:lnTo>
                  <a:pt x="210" y="399"/>
                </a:lnTo>
                <a:lnTo>
                  <a:pt x="207" y="391"/>
                </a:lnTo>
                <a:lnTo>
                  <a:pt x="187" y="400"/>
                </a:lnTo>
                <a:lnTo>
                  <a:pt x="165" y="409"/>
                </a:lnTo>
                <a:lnTo>
                  <a:pt x="164" y="411"/>
                </a:lnTo>
                <a:lnTo>
                  <a:pt x="142" y="425"/>
                </a:lnTo>
                <a:lnTo>
                  <a:pt x="145" y="431"/>
                </a:lnTo>
                <a:lnTo>
                  <a:pt x="144" y="423"/>
                </a:lnTo>
                <a:lnTo>
                  <a:pt x="122" y="427"/>
                </a:lnTo>
                <a:lnTo>
                  <a:pt x="102" y="432"/>
                </a:lnTo>
                <a:lnTo>
                  <a:pt x="100" y="432"/>
                </a:lnTo>
                <a:lnTo>
                  <a:pt x="84" y="438"/>
                </a:lnTo>
                <a:lnTo>
                  <a:pt x="86" y="445"/>
                </a:lnTo>
                <a:lnTo>
                  <a:pt x="85" y="438"/>
                </a:lnTo>
                <a:lnTo>
                  <a:pt x="63" y="442"/>
                </a:lnTo>
                <a:lnTo>
                  <a:pt x="64" y="449"/>
                </a:lnTo>
                <a:lnTo>
                  <a:pt x="64" y="442"/>
                </a:lnTo>
                <a:lnTo>
                  <a:pt x="43" y="442"/>
                </a:lnTo>
                <a:lnTo>
                  <a:pt x="42" y="442"/>
                </a:lnTo>
                <a:lnTo>
                  <a:pt x="20" y="447"/>
                </a:lnTo>
                <a:lnTo>
                  <a:pt x="22" y="454"/>
                </a:lnTo>
                <a:lnTo>
                  <a:pt x="22" y="447"/>
                </a:lnTo>
                <a:lnTo>
                  <a:pt x="0" y="447"/>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67" name="Line 65">
            <a:extLst>
              <a:ext uri="{FF2B5EF4-FFF2-40B4-BE49-F238E27FC236}">
                <a16:creationId xmlns:a16="http://schemas.microsoft.com/office/drawing/2014/main" id="{310A737C-323E-A455-2792-D68D8D0F1BA4}"/>
              </a:ext>
            </a:extLst>
          </p:cNvPr>
          <p:cNvSpPr>
            <a:spLocks noChangeShapeType="1"/>
          </p:cNvSpPr>
          <p:nvPr/>
        </p:nvSpPr>
        <p:spPr bwMode="auto">
          <a:xfrm>
            <a:off x="4972050" y="5205413"/>
            <a:ext cx="3175" cy="450850"/>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8" name="Freeform 66">
            <a:extLst>
              <a:ext uri="{FF2B5EF4-FFF2-40B4-BE49-F238E27FC236}">
                <a16:creationId xmlns:a16="http://schemas.microsoft.com/office/drawing/2014/main" id="{85D291BA-6472-810C-8827-9FAD60204806}"/>
              </a:ext>
            </a:extLst>
          </p:cNvPr>
          <p:cNvSpPr>
            <a:spLocks/>
          </p:cNvSpPr>
          <p:nvPr/>
        </p:nvSpPr>
        <p:spPr bwMode="auto">
          <a:xfrm>
            <a:off x="5334000" y="4924425"/>
            <a:ext cx="1982788" cy="735013"/>
          </a:xfrm>
          <a:custGeom>
            <a:avLst/>
            <a:gdLst>
              <a:gd name="T0" fmla="*/ 38100 w 1249"/>
              <a:gd name="T1" fmla="*/ 733425 h 463"/>
              <a:gd name="T2" fmla="*/ 103188 w 1249"/>
              <a:gd name="T3" fmla="*/ 727075 h 463"/>
              <a:gd name="T4" fmla="*/ 166688 w 1249"/>
              <a:gd name="T5" fmla="*/ 711200 h 463"/>
              <a:gd name="T6" fmla="*/ 236538 w 1249"/>
              <a:gd name="T7" fmla="*/ 696913 h 463"/>
              <a:gd name="T8" fmla="*/ 306388 w 1249"/>
              <a:gd name="T9" fmla="*/ 660400 h 463"/>
              <a:gd name="T10" fmla="*/ 368300 w 1249"/>
              <a:gd name="T11" fmla="*/ 622300 h 463"/>
              <a:gd name="T12" fmla="*/ 473075 w 1249"/>
              <a:gd name="T13" fmla="*/ 536575 h 463"/>
              <a:gd name="T14" fmla="*/ 504825 w 1249"/>
              <a:gd name="T15" fmla="*/ 501650 h 463"/>
              <a:gd name="T16" fmla="*/ 566738 w 1249"/>
              <a:gd name="T17" fmla="*/ 436563 h 463"/>
              <a:gd name="T18" fmla="*/ 671513 w 1249"/>
              <a:gd name="T19" fmla="*/ 309563 h 463"/>
              <a:gd name="T20" fmla="*/ 739775 w 1249"/>
              <a:gd name="T21" fmla="*/ 220663 h 463"/>
              <a:gd name="T22" fmla="*/ 809625 w 1249"/>
              <a:gd name="T23" fmla="*/ 141288 h 463"/>
              <a:gd name="T24" fmla="*/ 901700 w 1249"/>
              <a:gd name="T25" fmla="*/ 50800 h 463"/>
              <a:gd name="T26" fmla="*/ 960438 w 1249"/>
              <a:gd name="T27" fmla="*/ 12700 h 463"/>
              <a:gd name="T28" fmla="*/ 1025525 w 1249"/>
              <a:gd name="T29" fmla="*/ 25400 h 463"/>
              <a:gd name="T30" fmla="*/ 1127125 w 1249"/>
              <a:gd name="T31" fmla="*/ 76200 h 463"/>
              <a:gd name="T32" fmla="*/ 1185863 w 1249"/>
              <a:gd name="T33" fmla="*/ 141288 h 463"/>
              <a:gd name="T34" fmla="*/ 1216025 w 1249"/>
              <a:gd name="T35" fmla="*/ 176213 h 463"/>
              <a:gd name="T36" fmla="*/ 1277938 w 1249"/>
              <a:gd name="T37" fmla="*/ 255588 h 463"/>
              <a:gd name="T38" fmla="*/ 1354138 w 1249"/>
              <a:gd name="T39" fmla="*/ 346075 h 463"/>
              <a:gd name="T40" fmla="*/ 1452563 w 1249"/>
              <a:gd name="T41" fmla="*/ 473075 h 463"/>
              <a:gd name="T42" fmla="*/ 1520825 w 1249"/>
              <a:gd name="T43" fmla="*/ 539750 h 463"/>
              <a:gd name="T44" fmla="*/ 1577975 w 1249"/>
              <a:gd name="T45" fmla="*/ 596900 h 463"/>
              <a:gd name="T46" fmla="*/ 1652588 w 1249"/>
              <a:gd name="T47" fmla="*/ 646113 h 463"/>
              <a:gd name="T48" fmla="*/ 1754188 w 1249"/>
              <a:gd name="T49" fmla="*/ 696913 h 463"/>
              <a:gd name="T50" fmla="*/ 1862138 w 1249"/>
              <a:gd name="T51" fmla="*/ 720725 h 463"/>
              <a:gd name="T52" fmla="*/ 1924050 w 1249"/>
              <a:gd name="T53" fmla="*/ 727075 h 463"/>
              <a:gd name="T54" fmla="*/ 1982788 w 1249"/>
              <a:gd name="T55" fmla="*/ 735013 h 463"/>
              <a:gd name="T56" fmla="*/ 1927225 w 1249"/>
              <a:gd name="T57" fmla="*/ 701675 h 463"/>
              <a:gd name="T58" fmla="*/ 1868488 w 1249"/>
              <a:gd name="T59" fmla="*/ 695325 h 463"/>
              <a:gd name="T60" fmla="*/ 1790700 w 1249"/>
              <a:gd name="T61" fmla="*/ 677863 h 463"/>
              <a:gd name="T62" fmla="*/ 1733550 w 1249"/>
              <a:gd name="T63" fmla="*/ 649288 h 463"/>
              <a:gd name="T64" fmla="*/ 1630363 w 1249"/>
              <a:gd name="T65" fmla="*/ 600075 h 463"/>
              <a:gd name="T66" fmla="*/ 1571625 w 1249"/>
              <a:gd name="T67" fmla="*/ 549275 h 463"/>
              <a:gd name="T68" fmla="*/ 1501775 w 1249"/>
              <a:gd name="T69" fmla="*/ 481013 h 463"/>
              <a:gd name="T70" fmla="*/ 1425575 w 1249"/>
              <a:gd name="T71" fmla="*/ 427038 h 463"/>
              <a:gd name="T72" fmla="*/ 1376363 w 1249"/>
              <a:gd name="T73" fmla="*/ 331788 h 463"/>
              <a:gd name="T74" fmla="*/ 1298575 w 1249"/>
              <a:gd name="T75" fmla="*/ 239713 h 463"/>
              <a:gd name="T76" fmla="*/ 1236663 w 1249"/>
              <a:gd name="T77" fmla="*/ 160338 h 463"/>
              <a:gd name="T78" fmla="*/ 1158875 w 1249"/>
              <a:gd name="T79" fmla="*/ 93663 h 463"/>
              <a:gd name="T80" fmla="*/ 1095375 w 1249"/>
              <a:gd name="T81" fmla="*/ 30163 h 463"/>
              <a:gd name="T82" fmla="*/ 995363 w 1249"/>
              <a:gd name="T83" fmla="*/ 0 h 463"/>
              <a:gd name="T84" fmla="*/ 923925 w 1249"/>
              <a:gd name="T85" fmla="*/ 14288 h 463"/>
              <a:gd name="T86" fmla="*/ 858838 w 1249"/>
              <a:gd name="T87" fmla="*/ 55563 h 463"/>
              <a:gd name="T88" fmla="*/ 719138 w 1249"/>
              <a:gd name="T89" fmla="*/ 203200 h 463"/>
              <a:gd name="T90" fmla="*/ 650875 w 1249"/>
              <a:gd name="T91" fmla="*/ 295275 h 463"/>
              <a:gd name="T92" fmla="*/ 623888 w 1249"/>
              <a:gd name="T93" fmla="*/ 330200 h 463"/>
              <a:gd name="T94" fmla="*/ 546100 w 1249"/>
              <a:gd name="T95" fmla="*/ 420688 h 463"/>
              <a:gd name="T96" fmla="*/ 488950 w 1249"/>
              <a:gd name="T97" fmla="*/ 484188 h 463"/>
              <a:gd name="T98" fmla="*/ 431800 w 1249"/>
              <a:gd name="T99" fmla="*/ 549275 h 463"/>
              <a:gd name="T100" fmla="*/ 333375 w 1249"/>
              <a:gd name="T101" fmla="*/ 633413 h 463"/>
              <a:gd name="T102" fmla="*/ 225425 w 1249"/>
              <a:gd name="T103" fmla="*/ 674688 h 463"/>
              <a:gd name="T104" fmla="*/ 161925 w 1249"/>
              <a:gd name="T105" fmla="*/ 685800 h 463"/>
              <a:gd name="T106" fmla="*/ 100013 w 1249"/>
              <a:gd name="T107" fmla="*/ 701675 h 463"/>
              <a:gd name="T108" fmla="*/ 66675 w 1249"/>
              <a:gd name="T109" fmla="*/ 701675 h 46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49" h="463">
                <a:moveTo>
                  <a:pt x="0" y="447"/>
                </a:moveTo>
                <a:lnTo>
                  <a:pt x="0" y="463"/>
                </a:lnTo>
                <a:lnTo>
                  <a:pt x="22" y="463"/>
                </a:lnTo>
                <a:lnTo>
                  <a:pt x="22" y="462"/>
                </a:lnTo>
                <a:lnTo>
                  <a:pt x="24" y="462"/>
                </a:lnTo>
                <a:lnTo>
                  <a:pt x="46" y="457"/>
                </a:lnTo>
                <a:lnTo>
                  <a:pt x="43" y="449"/>
                </a:lnTo>
                <a:lnTo>
                  <a:pt x="43" y="458"/>
                </a:lnTo>
                <a:lnTo>
                  <a:pt x="64" y="458"/>
                </a:lnTo>
                <a:lnTo>
                  <a:pt x="65" y="458"/>
                </a:lnTo>
                <a:lnTo>
                  <a:pt x="87" y="454"/>
                </a:lnTo>
                <a:lnTo>
                  <a:pt x="89" y="453"/>
                </a:lnTo>
                <a:lnTo>
                  <a:pt x="105" y="448"/>
                </a:lnTo>
                <a:lnTo>
                  <a:pt x="103" y="440"/>
                </a:lnTo>
                <a:lnTo>
                  <a:pt x="105" y="448"/>
                </a:lnTo>
                <a:lnTo>
                  <a:pt x="126" y="443"/>
                </a:lnTo>
                <a:lnTo>
                  <a:pt x="124" y="435"/>
                </a:lnTo>
                <a:lnTo>
                  <a:pt x="125" y="444"/>
                </a:lnTo>
                <a:lnTo>
                  <a:pt x="147" y="440"/>
                </a:lnTo>
                <a:lnTo>
                  <a:pt x="149" y="439"/>
                </a:lnTo>
                <a:lnTo>
                  <a:pt x="151" y="439"/>
                </a:lnTo>
                <a:lnTo>
                  <a:pt x="173" y="425"/>
                </a:lnTo>
                <a:lnTo>
                  <a:pt x="167" y="417"/>
                </a:lnTo>
                <a:lnTo>
                  <a:pt x="171" y="425"/>
                </a:lnTo>
                <a:lnTo>
                  <a:pt x="193" y="416"/>
                </a:lnTo>
                <a:lnTo>
                  <a:pt x="214" y="407"/>
                </a:lnTo>
                <a:lnTo>
                  <a:pt x="215" y="405"/>
                </a:lnTo>
                <a:lnTo>
                  <a:pt x="232" y="391"/>
                </a:lnTo>
                <a:lnTo>
                  <a:pt x="227" y="385"/>
                </a:lnTo>
                <a:lnTo>
                  <a:pt x="232" y="392"/>
                </a:lnTo>
                <a:lnTo>
                  <a:pt x="254" y="378"/>
                </a:lnTo>
                <a:lnTo>
                  <a:pt x="281" y="360"/>
                </a:lnTo>
                <a:lnTo>
                  <a:pt x="282" y="359"/>
                </a:lnTo>
                <a:lnTo>
                  <a:pt x="282" y="358"/>
                </a:lnTo>
                <a:lnTo>
                  <a:pt x="298" y="338"/>
                </a:lnTo>
                <a:lnTo>
                  <a:pt x="291" y="333"/>
                </a:lnTo>
                <a:lnTo>
                  <a:pt x="298" y="340"/>
                </a:lnTo>
                <a:lnTo>
                  <a:pt x="320" y="316"/>
                </a:lnTo>
                <a:lnTo>
                  <a:pt x="313" y="310"/>
                </a:lnTo>
                <a:lnTo>
                  <a:pt x="318" y="316"/>
                </a:lnTo>
                <a:lnTo>
                  <a:pt x="340" y="298"/>
                </a:lnTo>
                <a:lnTo>
                  <a:pt x="343" y="297"/>
                </a:lnTo>
                <a:lnTo>
                  <a:pt x="359" y="274"/>
                </a:lnTo>
                <a:lnTo>
                  <a:pt x="351" y="269"/>
                </a:lnTo>
                <a:lnTo>
                  <a:pt x="357" y="275"/>
                </a:lnTo>
                <a:lnTo>
                  <a:pt x="384" y="247"/>
                </a:lnTo>
                <a:lnTo>
                  <a:pt x="384" y="245"/>
                </a:lnTo>
                <a:lnTo>
                  <a:pt x="406" y="218"/>
                </a:lnTo>
                <a:lnTo>
                  <a:pt x="423" y="195"/>
                </a:lnTo>
                <a:lnTo>
                  <a:pt x="424" y="195"/>
                </a:lnTo>
                <a:lnTo>
                  <a:pt x="446" y="161"/>
                </a:lnTo>
                <a:lnTo>
                  <a:pt x="439" y="156"/>
                </a:lnTo>
                <a:lnTo>
                  <a:pt x="445" y="163"/>
                </a:lnTo>
                <a:lnTo>
                  <a:pt x="466" y="139"/>
                </a:lnTo>
                <a:lnTo>
                  <a:pt x="466" y="138"/>
                </a:lnTo>
                <a:lnTo>
                  <a:pt x="488" y="111"/>
                </a:lnTo>
                <a:lnTo>
                  <a:pt x="481" y="106"/>
                </a:lnTo>
                <a:lnTo>
                  <a:pt x="488" y="112"/>
                </a:lnTo>
                <a:lnTo>
                  <a:pt x="510" y="89"/>
                </a:lnTo>
                <a:lnTo>
                  <a:pt x="532" y="66"/>
                </a:lnTo>
                <a:lnTo>
                  <a:pt x="552" y="47"/>
                </a:lnTo>
                <a:lnTo>
                  <a:pt x="546" y="40"/>
                </a:lnTo>
                <a:lnTo>
                  <a:pt x="551" y="47"/>
                </a:lnTo>
                <a:lnTo>
                  <a:pt x="568" y="32"/>
                </a:lnTo>
                <a:lnTo>
                  <a:pt x="562" y="26"/>
                </a:lnTo>
                <a:lnTo>
                  <a:pt x="566" y="34"/>
                </a:lnTo>
                <a:lnTo>
                  <a:pt x="588" y="25"/>
                </a:lnTo>
                <a:lnTo>
                  <a:pt x="609" y="16"/>
                </a:lnTo>
                <a:lnTo>
                  <a:pt x="605" y="8"/>
                </a:lnTo>
                <a:lnTo>
                  <a:pt x="605" y="17"/>
                </a:lnTo>
                <a:lnTo>
                  <a:pt x="627" y="17"/>
                </a:lnTo>
                <a:lnTo>
                  <a:pt x="649" y="17"/>
                </a:lnTo>
                <a:lnTo>
                  <a:pt x="649" y="8"/>
                </a:lnTo>
                <a:lnTo>
                  <a:pt x="646" y="16"/>
                </a:lnTo>
                <a:lnTo>
                  <a:pt x="668" y="25"/>
                </a:lnTo>
                <a:lnTo>
                  <a:pt x="671" y="17"/>
                </a:lnTo>
                <a:lnTo>
                  <a:pt x="667" y="25"/>
                </a:lnTo>
                <a:lnTo>
                  <a:pt x="683" y="34"/>
                </a:lnTo>
                <a:lnTo>
                  <a:pt x="710" y="48"/>
                </a:lnTo>
                <a:lnTo>
                  <a:pt x="714" y="40"/>
                </a:lnTo>
                <a:lnTo>
                  <a:pt x="707" y="45"/>
                </a:lnTo>
                <a:lnTo>
                  <a:pt x="724" y="65"/>
                </a:lnTo>
                <a:lnTo>
                  <a:pt x="725" y="66"/>
                </a:lnTo>
                <a:lnTo>
                  <a:pt x="747" y="89"/>
                </a:lnTo>
                <a:lnTo>
                  <a:pt x="752" y="83"/>
                </a:lnTo>
                <a:lnTo>
                  <a:pt x="746" y="89"/>
                </a:lnTo>
                <a:lnTo>
                  <a:pt x="766" y="112"/>
                </a:lnTo>
                <a:lnTo>
                  <a:pt x="773" y="106"/>
                </a:lnTo>
                <a:lnTo>
                  <a:pt x="766" y="111"/>
                </a:lnTo>
                <a:lnTo>
                  <a:pt x="788" y="138"/>
                </a:lnTo>
                <a:lnTo>
                  <a:pt x="795" y="133"/>
                </a:lnTo>
                <a:lnTo>
                  <a:pt x="788" y="138"/>
                </a:lnTo>
                <a:lnTo>
                  <a:pt x="805" y="161"/>
                </a:lnTo>
                <a:lnTo>
                  <a:pt x="832" y="195"/>
                </a:lnTo>
                <a:lnTo>
                  <a:pt x="832" y="196"/>
                </a:lnTo>
                <a:lnTo>
                  <a:pt x="853" y="219"/>
                </a:lnTo>
                <a:lnTo>
                  <a:pt x="859" y="213"/>
                </a:lnTo>
                <a:lnTo>
                  <a:pt x="853" y="218"/>
                </a:lnTo>
                <a:lnTo>
                  <a:pt x="870" y="245"/>
                </a:lnTo>
                <a:lnTo>
                  <a:pt x="892" y="274"/>
                </a:lnTo>
                <a:lnTo>
                  <a:pt x="893" y="275"/>
                </a:lnTo>
                <a:lnTo>
                  <a:pt x="915" y="298"/>
                </a:lnTo>
                <a:lnTo>
                  <a:pt x="936" y="316"/>
                </a:lnTo>
                <a:lnTo>
                  <a:pt x="941" y="310"/>
                </a:lnTo>
                <a:lnTo>
                  <a:pt x="936" y="316"/>
                </a:lnTo>
                <a:lnTo>
                  <a:pt x="958" y="340"/>
                </a:lnTo>
                <a:lnTo>
                  <a:pt x="980" y="359"/>
                </a:lnTo>
                <a:lnTo>
                  <a:pt x="985" y="352"/>
                </a:lnTo>
                <a:lnTo>
                  <a:pt x="978" y="358"/>
                </a:lnTo>
                <a:lnTo>
                  <a:pt x="994" y="376"/>
                </a:lnTo>
                <a:lnTo>
                  <a:pt x="994" y="377"/>
                </a:lnTo>
                <a:lnTo>
                  <a:pt x="996" y="378"/>
                </a:lnTo>
                <a:lnTo>
                  <a:pt x="1018" y="392"/>
                </a:lnTo>
                <a:lnTo>
                  <a:pt x="1040" y="407"/>
                </a:lnTo>
                <a:lnTo>
                  <a:pt x="1041" y="407"/>
                </a:lnTo>
                <a:lnTo>
                  <a:pt x="1063" y="416"/>
                </a:lnTo>
                <a:lnTo>
                  <a:pt x="1085" y="425"/>
                </a:lnTo>
                <a:lnTo>
                  <a:pt x="1088" y="417"/>
                </a:lnTo>
                <a:lnTo>
                  <a:pt x="1084" y="425"/>
                </a:lnTo>
                <a:lnTo>
                  <a:pt x="1105" y="439"/>
                </a:lnTo>
                <a:lnTo>
                  <a:pt x="1107" y="439"/>
                </a:lnTo>
                <a:lnTo>
                  <a:pt x="1124" y="443"/>
                </a:lnTo>
                <a:lnTo>
                  <a:pt x="1146" y="448"/>
                </a:lnTo>
                <a:lnTo>
                  <a:pt x="1146" y="449"/>
                </a:lnTo>
                <a:lnTo>
                  <a:pt x="1173" y="454"/>
                </a:lnTo>
                <a:lnTo>
                  <a:pt x="1174" y="445"/>
                </a:lnTo>
                <a:lnTo>
                  <a:pt x="1173" y="453"/>
                </a:lnTo>
                <a:lnTo>
                  <a:pt x="1189" y="457"/>
                </a:lnTo>
                <a:lnTo>
                  <a:pt x="1190" y="458"/>
                </a:lnTo>
                <a:lnTo>
                  <a:pt x="1212" y="458"/>
                </a:lnTo>
                <a:lnTo>
                  <a:pt x="1212" y="449"/>
                </a:lnTo>
                <a:lnTo>
                  <a:pt x="1211" y="457"/>
                </a:lnTo>
                <a:lnTo>
                  <a:pt x="1233" y="462"/>
                </a:lnTo>
                <a:lnTo>
                  <a:pt x="1234" y="463"/>
                </a:lnTo>
                <a:lnTo>
                  <a:pt x="1249" y="463"/>
                </a:lnTo>
                <a:lnTo>
                  <a:pt x="1249" y="447"/>
                </a:lnTo>
                <a:lnTo>
                  <a:pt x="1234" y="447"/>
                </a:lnTo>
                <a:lnTo>
                  <a:pt x="1234" y="454"/>
                </a:lnTo>
                <a:lnTo>
                  <a:pt x="1236" y="447"/>
                </a:lnTo>
                <a:lnTo>
                  <a:pt x="1214" y="442"/>
                </a:lnTo>
                <a:lnTo>
                  <a:pt x="1212" y="442"/>
                </a:lnTo>
                <a:lnTo>
                  <a:pt x="1190" y="442"/>
                </a:lnTo>
                <a:lnTo>
                  <a:pt x="1190" y="449"/>
                </a:lnTo>
                <a:lnTo>
                  <a:pt x="1193" y="442"/>
                </a:lnTo>
                <a:lnTo>
                  <a:pt x="1177" y="438"/>
                </a:lnTo>
                <a:lnTo>
                  <a:pt x="1150" y="432"/>
                </a:lnTo>
                <a:lnTo>
                  <a:pt x="1147" y="440"/>
                </a:lnTo>
                <a:lnTo>
                  <a:pt x="1150" y="432"/>
                </a:lnTo>
                <a:lnTo>
                  <a:pt x="1128" y="427"/>
                </a:lnTo>
                <a:lnTo>
                  <a:pt x="1111" y="423"/>
                </a:lnTo>
                <a:lnTo>
                  <a:pt x="1109" y="431"/>
                </a:lnTo>
                <a:lnTo>
                  <a:pt x="1114" y="425"/>
                </a:lnTo>
                <a:lnTo>
                  <a:pt x="1093" y="411"/>
                </a:lnTo>
                <a:lnTo>
                  <a:pt x="1092" y="409"/>
                </a:lnTo>
                <a:lnTo>
                  <a:pt x="1070" y="400"/>
                </a:lnTo>
                <a:lnTo>
                  <a:pt x="1048" y="391"/>
                </a:lnTo>
                <a:lnTo>
                  <a:pt x="1044" y="399"/>
                </a:lnTo>
                <a:lnTo>
                  <a:pt x="1049" y="392"/>
                </a:lnTo>
                <a:lnTo>
                  <a:pt x="1027" y="378"/>
                </a:lnTo>
                <a:lnTo>
                  <a:pt x="1005" y="364"/>
                </a:lnTo>
                <a:lnTo>
                  <a:pt x="1000" y="371"/>
                </a:lnTo>
                <a:lnTo>
                  <a:pt x="1007" y="365"/>
                </a:lnTo>
                <a:lnTo>
                  <a:pt x="991" y="347"/>
                </a:lnTo>
                <a:lnTo>
                  <a:pt x="990" y="346"/>
                </a:lnTo>
                <a:lnTo>
                  <a:pt x="968" y="327"/>
                </a:lnTo>
                <a:lnTo>
                  <a:pt x="963" y="333"/>
                </a:lnTo>
                <a:lnTo>
                  <a:pt x="969" y="328"/>
                </a:lnTo>
                <a:lnTo>
                  <a:pt x="947" y="305"/>
                </a:lnTo>
                <a:lnTo>
                  <a:pt x="946" y="303"/>
                </a:lnTo>
                <a:lnTo>
                  <a:pt x="925" y="285"/>
                </a:lnTo>
                <a:lnTo>
                  <a:pt x="920" y="292"/>
                </a:lnTo>
                <a:lnTo>
                  <a:pt x="927" y="287"/>
                </a:lnTo>
                <a:lnTo>
                  <a:pt x="905" y="263"/>
                </a:lnTo>
                <a:lnTo>
                  <a:pt x="898" y="269"/>
                </a:lnTo>
                <a:lnTo>
                  <a:pt x="905" y="263"/>
                </a:lnTo>
                <a:lnTo>
                  <a:pt x="883" y="235"/>
                </a:lnTo>
                <a:lnTo>
                  <a:pt x="876" y="240"/>
                </a:lnTo>
                <a:lnTo>
                  <a:pt x="884" y="236"/>
                </a:lnTo>
                <a:lnTo>
                  <a:pt x="867" y="209"/>
                </a:lnTo>
                <a:lnTo>
                  <a:pt x="866" y="208"/>
                </a:lnTo>
                <a:lnTo>
                  <a:pt x="845" y="185"/>
                </a:lnTo>
                <a:lnTo>
                  <a:pt x="839" y="190"/>
                </a:lnTo>
                <a:lnTo>
                  <a:pt x="845" y="185"/>
                </a:lnTo>
                <a:lnTo>
                  <a:pt x="818" y="151"/>
                </a:lnTo>
                <a:lnTo>
                  <a:pt x="812" y="156"/>
                </a:lnTo>
                <a:lnTo>
                  <a:pt x="818" y="152"/>
                </a:lnTo>
                <a:lnTo>
                  <a:pt x="801" y="129"/>
                </a:lnTo>
                <a:lnTo>
                  <a:pt x="801" y="128"/>
                </a:lnTo>
                <a:lnTo>
                  <a:pt x="779" y="101"/>
                </a:lnTo>
                <a:lnTo>
                  <a:pt x="759" y="78"/>
                </a:lnTo>
                <a:lnTo>
                  <a:pt x="737" y="54"/>
                </a:lnTo>
                <a:lnTo>
                  <a:pt x="730" y="59"/>
                </a:lnTo>
                <a:lnTo>
                  <a:pt x="737" y="54"/>
                </a:lnTo>
                <a:lnTo>
                  <a:pt x="720" y="35"/>
                </a:lnTo>
                <a:lnTo>
                  <a:pt x="717" y="34"/>
                </a:lnTo>
                <a:lnTo>
                  <a:pt x="690" y="19"/>
                </a:lnTo>
                <a:lnTo>
                  <a:pt x="675" y="10"/>
                </a:lnTo>
                <a:lnTo>
                  <a:pt x="675" y="9"/>
                </a:lnTo>
                <a:lnTo>
                  <a:pt x="653" y="0"/>
                </a:lnTo>
                <a:lnTo>
                  <a:pt x="649" y="0"/>
                </a:lnTo>
                <a:lnTo>
                  <a:pt x="627" y="0"/>
                </a:lnTo>
                <a:lnTo>
                  <a:pt x="605" y="0"/>
                </a:lnTo>
                <a:lnTo>
                  <a:pt x="603" y="0"/>
                </a:lnTo>
                <a:lnTo>
                  <a:pt x="582" y="9"/>
                </a:lnTo>
                <a:lnTo>
                  <a:pt x="560" y="18"/>
                </a:lnTo>
                <a:lnTo>
                  <a:pt x="557" y="19"/>
                </a:lnTo>
                <a:lnTo>
                  <a:pt x="541" y="34"/>
                </a:lnTo>
                <a:lnTo>
                  <a:pt x="541" y="35"/>
                </a:lnTo>
                <a:lnTo>
                  <a:pt x="520" y="54"/>
                </a:lnTo>
                <a:lnTo>
                  <a:pt x="498" y="78"/>
                </a:lnTo>
                <a:lnTo>
                  <a:pt x="476" y="101"/>
                </a:lnTo>
                <a:lnTo>
                  <a:pt x="475" y="101"/>
                </a:lnTo>
                <a:lnTo>
                  <a:pt x="453" y="128"/>
                </a:lnTo>
                <a:lnTo>
                  <a:pt x="459" y="133"/>
                </a:lnTo>
                <a:lnTo>
                  <a:pt x="453" y="128"/>
                </a:lnTo>
                <a:lnTo>
                  <a:pt x="432" y="151"/>
                </a:lnTo>
                <a:lnTo>
                  <a:pt x="432" y="152"/>
                </a:lnTo>
                <a:lnTo>
                  <a:pt x="410" y="186"/>
                </a:lnTo>
                <a:lnTo>
                  <a:pt x="417" y="190"/>
                </a:lnTo>
                <a:lnTo>
                  <a:pt x="410" y="186"/>
                </a:lnTo>
                <a:lnTo>
                  <a:pt x="393" y="209"/>
                </a:lnTo>
                <a:lnTo>
                  <a:pt x="400" y="213"/>
                </a:lnTo>
                <a:lnTo>
                  <a:pt x="393" y="208"/>
                </a:lnTo>
                <a:lnTo>
                  <a:pt x="371" y="235"/>
                </a:lnTo>
                <a:lnTo>
                  <a:pt x="378" y="240"/>
                </a:lnTo>
                <a:lnTo>
                  <a:pt x="373" y="235"/>
                </a:lnTo>
                <a:lnTo>
                  <a:pt x="346" y="263"/>
                </a:lnTo>
                <a:lnTo>
                  <a:pt x="344" y="265"/>
                </a:lnTo>
                <a:lnTo>
                  <a:pt x="329" y="288"/>
                </a:lnTo>
                <a:lnTo>
                  <a:pt x="335" y="292"/>
                </a:lnTo>
                <a:lnTo>
                  <a:pt x="330" y="285"/>
                </a:lnTo>
                <a:lnTo>
                  <a:pt x="308" y="303"/>
                </a:lnTo>
                <a:lnTo>
                  <a:pt x="308" y="305"/>
                </a:lnTo>
                <a:lnTo>
                  <a:pt x="286" y="328"/>
                </a:lnTo>
                <a:lnTo>
                  <a:pt x="285" y="328"/>
                </a:lnTo>
                <a:lnTo>
                  <a:pt x="269" y="347"/>
                </a:lnTo>
                <a:lnTo>
                  <a:pt x="276" y="352"/>
                </a:lnTo>
                <a:lnTo>
                  <a:pt x="272" y="346"/>
                </a:lnTo>
                <a:lnTo>
                  <a:pt x="245" y="364"/>
                </a:lnTo>
                <a:lnTo>
                  <a:pt x="223" y="378"/>
                </a:lnTo>
                <a:lnTo>
                  <a:pt x="222" y="378"/>
                </a:lnTo>
                <a:lnTo>
                  <a:pt x="205" y="392"/>
                </a:lnTo>
                <a:lnTo>
                  <a:pt x="210" y="399"/>
                </a:lnTo>
                <a:lnTo>
                  <a:pt x="207" y="391"/>
                </a:lnTo>
                <a:lnTo>
                  <a:pt x="187" y="400"/>
                </a:lnTo>
                <a:lnTo>
                  <a:pt x="165" y="409"/>
                </a:lnTo>
                <a:lnTo>
                  <a:pt x="164" y="411"/>
                </a:lnTo>
                <a:lnTo>
                  <a:pt x="142" y="425"/>
                </a:lnTo>
                <a:lnTo>
                  <a:pt x="145" y="431"/>
                </a:lnTo>
                <a:lnTo>
                  <a:pt x="144" y="423"/>
                </a:lnTo>
                <a:lnTo>
                  <a:pt x="122" y="427"/>
                </a:lnTo>
                <a:lnTo>
                  <a:pt x="102" y="432"/>
                </a:lnTo>
                <a:lnTo>
                  <a:pt x="100" y="432"/>
                </a:lnTo>
                <a:lnTo>
                  <a:pt x="84" y="438"/>
                </a:lnTo>
                <a:lnTo>
                  <a:pt x="86" y="445"/>
                </a:lnTo>
                <a:lnTo>
                  <a:pt x="85" y="438"/>
                </a:lnTo>
                <a:lnTo>
                  <a:pt x="63" y="442"/>
                </a:lnTo>
                <a:lnTo>
                  <a:pt x="64" y="449"/>
                </a:lnTo>
                <a:lnTo>
                  <a:pt x="64" y="442"/>
                </a:lnTo>
                <a:lnTo>
                  <a:pt x="43" y="442"/>
                </a:lnTo>
                <a:lnTo>
                  <a:pt x="42" y="442"/>
                </a:lnTo>
                <a:lnTo>
                  <a:pt x="20" y="447"/>
                </a:lnTo>
                <a:lnTo>
                  <a:pt x="22" y="454"/>
                </a:lnTo>
                <a:lnTo>
                  <a:pt x="22" y="447"/>
                </a:lnTo>
                <a:lnTo>
                  <a:pt x="0" y="44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069" name="Rectangle 67">
            <a:extLst>
              <a:ext uri="{FF2B5EF4-FFF2-40B4-BE49-F238E27FC236}">
                <a16:creationId xmlns:a16="http://schemas.microsoft.com/office/drawing/2014/main" id="{23DA38C2-73F7-BE72-A052-AC72F7511362}"/>
              </a:ext>
            </a:extLst>
          </p:cNvPr>
          <p:cNvSpPr>
            <a:spLocks noChangeArrowheads="1"/>
          </p:cNvSpPr>
          <p:nvPr/>
        </p:nvSpPr>
        <p:spPr bwMode="auto">
          <a:xfrm rot="-2907112">
            <a:off x="6589713" y="5627688"/>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5070" name="Line 68">
            <a:extLst>
              <a:ext uri="{FF2B5EF4-FFF2-40B4-BE49-F238E27FC236}">
                <a16:creationId xmlns:a16="http://schemas.microsoft.com/office/drawing/2014/main" id="{5C6B6334-8D22-AED8-FC82-17C8DE48D49C}"/>
              </a:ext>
            </a:extLst>
          </p:cNvPr>
          <p:cNvSpPr>
            <a:spLocks noChangeShapeType="1"/>
          </p:cNvSpPr>
          <p:nvPr/>
        </p:nvSpPr>
        <p:spPr bwMode="auto">
          <a:xfrm flipV="1">
            <a:off x="6686550" y="2867025"/>
            <a:ext cx="0" cy="638175"/>
          </a:xfrm>
          <a:prstGeom prst="line">
            <a:avLst/>
          </a:prstGeom>
          <a:noFill/>
          <a:ln w="1905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1" name="Line 69">
            <a:extLst>
              <a:ext uri="{FF2B5EF4-FFF2-40B4-BE49-F238E27FC236}">
                <a16:creationId xmlns:a16="http://schemas.microsoft.com/office/drawing/2014/main" id="{5712D938-A18C-C47F-A6BE-6EFCD8F42D19}"/>
              </a:ext>
            </a:extLst>
          </p:cNvPr>
          <p:cNvSpPr>
            <a:spLocks noChangeShapeType="1"/>
          </p:cNvSpPr>
          <p:nvPr/>
        </p:nvSpPr>
        <p:spPr bwMode="auto">
          <a:xfrm>
            <a:off x="6686550" y="3248025"/>
            <a:ext cx="13906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2" name="Line 70">
            <a:extLst>
              <a:ext uri="{FF2B5EF4-FFF2-40B4-BE49-F238E27FC236}">
                <a16:creationId xmlns:a16="http://schemas.microsoft.com/office/drawing/2014/main" id="{837EE772-6780-EE34-A212-385EB2923748}"/>
              </a:ext>
            </a:extLst>
          </p:cNvPr>
          <p:cNvSpPr>
            <a:spLocks noChangeShapeType="1"/>
          </p:cNvSpPr>
          <p:nvPr/>
        </p:nvSpPr>
        <p:spPr bwMode="auto">
          <a:xfrm>
            <a:off x="6686550" y="2867025"/>
            <a:ext cx="1676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3" name="Line 71">
            <a:extLst>
              <a:ext uri="{FF2B5EF4-FFF2-40B4-BE49-F238E27FC236}">
                <a16:creationId xmlns:a16="http://schemas.microsoft.com/office/drawing/2014/main" id="{648B5EC1-D053-D69B-AE0E-DCC844A6D07F}"/>
              </a:ext>
            </a:extLst>
          </p:cNvPr>
          <p:cNvSpPr>
            <a:spLocks noChangeShapeType="1"/>
          </p:cNvSpPr>
          <p:nvPr/>
        </p:nvSpPr>
        <p:spPr bwMode="auto">
          <a:xfrm flipV="1">
            <a:off x="7953375" y="3248025"/>
            <a:ext cx="0" cy="295275"/>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4" name="Line 72">
            <a:extLst>
              <a:ext uri="{FF2B5EF4-FFF2-40B4-BE49-F238E27FC236}">
                <a16:creationId xmlns:a16="http://schemas.microsoft.com/office/drawing/2014/main" id="{A9447557-872F-74D7-F2FA-A744E2121C25}"/>
              </a:ext>
            </a:extLst>
          </p:cNvPr>
          <p:cNvSpPr>
            <a:spLocks noChangeShapeType="1"/>
          </p:cNvSpPr>
          <p:nvPr/>
        </p:nvSpPr>
        <p:spPr bwMode="auto">
          <a:xfrm flipV="1">
            <a:off x="8229600" y="2867025"/>
            <a:ext cx="0" cy="67627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5" name="Line 73">
            <a:extLst>
              <a:ext uri="{FF2B5EF4-FFF2-40B4-BE49-F238E27FC236}">
                <a16:creationId xmlns:a16="http://schemas.microsoft.com/office/drawing/2014/main" id="{AE8FE74E-6650-FF21-7562-A153666E2DEC}"/>
              </a:ext>
            </a:extLst>
          </p:cNvPr>
          <p:cNvSpPr>
            <a:spLocks noChangeShapeType="1"/>
          </p:cNvSpPr>
          <p:nvPr/>
        </p:nvSpPr>
        <p:spPr bwMode="auto">
          <a:xfrm>
            <a:off x="6619875" y="5153025"/>
            <a:ext cx="17811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6" name="Line 74">
            <a:extLst>
              <a:ext uri="{FF2B5EF4-FFF2-40B4-BE49-F238E27FC236}">
                <a16:creationId xmlns:a16="http://schemas.microsoft.com/office/drawing/2014/main" id="{62D1C9C5-9816-9B4D-F4C4-39E850FD7A1B}"/>
              </a:ext>
            </a:extLst>
          </p:cNvPr>
          <p:cNvSpPr>
            <a:spLocks noChangeShapeType="1"/>
          </p:cNvSpPr>
          <p:nvPr/>
        </p:nvSpPr>
        <p:spPr bwMode="auto">
          <a:xfrm flipV="1">
            <a:off x="6629400" y="5162550"/>
            <a:ext cx="0" cy="495300"/>
          </a:xfrm>
          <a:prstGeom prst="line">
            <a:avLst/>
          </a:prstGeom>
          <a:noFill/>
          <a:ln w="1905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7" name="Line 75">
            <a:extLst>
              <a:ext uri="{FF2B5EF4-FFF2-40B4-BE49-F238E27FC236}">
                <a16:creationId xmlns:a16="http://schemas.microsoft.com/office/drawing/2014/main" id="{A1E702E4-7668-BEE8-E48B-F514FFA3CD15}"/>
              </a:ext>
            </a:extLst>
          </p:cNvPr>
          <p:cNvSpPr>
            <a:spLocks noChangeShapeType="1"/>
          </p:cNvSpPr>
          <p:nvPr/>
        </p:nvSpPr>
        <p:spPr bwMode="auto">
          <a:xfrm flipV="1">
            <a:off x="8010525" y="5162550"/>
            <a:ext cx="0" cy="495300"/>
          </a:xfrm>
          <a:prstGeom prst="line">
            <a:avLst/>
          </a:prstGeom>
          <a:noFill/>
          <a:ln w="222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8" name="Line 76">
            <a:extLst>
              <a:ext uri="{FF2B5EF4-FFF2-40B4-BE49-F238E27FC236}">
                <a16:creationId xmlns:a16="http://schemas.microsoft.com/office/drawing/2014/main" id="{A184B81A-E95B-7DEF-E9A8-DBEC34162B00}"/>
              </a:ext>
            </a:extLst>
          </p:cNvPr>
          <p:cNvSpPr>
            <a:spLocks noChangeShapeType="1"/>
          </p:cNvSpPr>
          <p:nvPr/>
        </p:nvSpPr>
        <p:spPr bwMode="auto">
          <a:xfrm flipV="1">
            <a:off x="8267700" y="5162550"/>
            <a:ext cx="0" cy="4953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54510F3-373A-BF9B-ECA4-9499CFF30D14}"/>
              </a:ext>
            </a:extLst>
          </p:cNvPr>
          <p:cNvSpPr>
            <a:spLocks noChangeArrowheads="1"/>
          </p:cNvSpPr>
          <p:nvPr/>
        </p:nvSpPr>
        <p:spPr bwMode="auto">
          <a:xfrm>
            <a:off x="4010025" y="0"/>
            <a:ext cx="5133975" cy="6858000"/>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nvGrpSpPr>
          <p:cNvPr id="46083" name="Group 3">
            <a:extLst>
              <a:ext uri="{FF2B5EF4-FFF2-40B4-BE49-F238E27FC236}">
                <a16:creationId xmlns:a16="http://schemas.microsoft.com/office/drawing/2014/main" id="{684F36EE-D6CA-551A-8321-9FA849D7A866}"/>
              </a:ext>
            </a:extLst>
          </p:cNvPr>
          <p:cNvGrpSpPr>
            <a:grpSpLocks/>
          </p:cNvGrpSpPr>
          <p:nvPr/>
        </p:nvGrpSpPr>
        <p:grpSpPr bwMode="auto">
          <a:xfrm>
            <a:off x="333375" y="2800350"/>
            <a:ext cx="3411538" cy="784225"/>
            <a:chOff x="1044" y="228"/>
            <a:chExt cx="2149" cy="494"/>
          </a:xfrm>
        </p:grpSpPr>
        <p:sp>
          <p:nvSpPr>
            <p:cNvPr id="46204" name="Line 4">
              <a:extLst>
                <a:ext uri="{FF2B5EF4-FFF2-40B4-BE49-F238E27FC236}">
                  <a16:creationId xmlns:a16="http://schemas.microsoft.com/office/drawing/2014/main" id="{31E40E10-7282-8253-F654-C471C280DDE7}"/>
                </a:ext>
              </a:extLst>
            </p:cNvPr>
            <p:cNvSpPr>
              <a:spLocks noChangeShapeType="1"/>
            </p:cNvSpPr>
            <p:nvPr/>
          </p:nvSpPr>
          <p:spPr bwMode="auto">
            <a:xfrm>
              <a:off x="1044" y="689"/>
              <a:ext cx="214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205" name="Line 5">
              <a:extLst>
                <a:ext uri="{FF2B5EF4-FFF2-40B4-BE49-F238E27FC236}">
                  <a16:creationId xmlns:a16="http://schemas.microsoft.com/office/drawing/2014/main" id="{3969E033-C122-E2AE-F664-1683881079BA}"/>
                </a:ext>
              </a:extLst>
            </p:cNvPr>
            <p:cNvSpPr>
              <a:spLocks noChangeShapeType="1"/>
            </p:cNvSpPr>
            <p:nvPr/>
          </p:nvSpPr>
          <p:spPr bwMode="auto">
            <a:xfrm flipV="1">
              <a:off x="1348" y="664"/>
              <a:ext cx="5"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206" name="Line 6">
              <a:extLst>
                <a:ext uri="{FF2B5EF4-FFF2-40B4-BE49-F238E27FC236}">
                  <a16:creationId xmlns:a16="http://schemas.microsoft.com/office/drawing/2014/main" id="{A7FCE215-3C61-C9FA-146D-52636862D5AF}"/>
                </a:ext>
              </a:extLst>
            </p:cNvPr>
            <p:cNvSpPr>
              <a:spLocks noChangeShapeType="1"/>
            </p:cNvSpPr>
            <p:nvPr/>
          </p:nvSpPr>
          <p:spPr bwMode="auto">
            <a:xfrm flipV="1">
              <a:off x="2267" y="664"/>
              <a:ext cx="1"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207" name="Line 7">
              <a:extLst>
                <a:ext uri="{FF2B5EF4-FFF2-40B4-BE49-F238E27FC236}">
                  <a16:creationId xmlns:a16="http://schemas.microsoft.com/office/drawing/2014/main" id="{1C1BFF89-8911-757F-C496-A9C97D8242FB}"/>
                </a:ext>
              </a:extLst>
            </p:cNvPr>
            <p:cNvSpPr>
              <a:spLocks noChangeShapeType="1"/>
            </p:cNvSpPr>
            <p:nvPr/>
          </p:nvSpPr>
          <p:spPr bwMode="auto">
            <a:xfrm flipV="1">
              <a:off x="2576" y="664"/>
              <a:ext cx="1"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208" name="Line 8">
              <a:extLst>
                <a:ext uri="{FF2B5EF4-FFF2-40B4-BE49-F238E27FC236}">
                  <a16:creationId xmlns:a16="http://schemas.microsoft.com/office/drawing/2014/main" id="{AA7EA09A-902E-608A-99EC-27DE8AC0A9B8}"/>
                </a:ext>
              </a:extLst>
            </p:cNvPr>
            <p:cNvSpPr>
              <a:spLocks noChangeShapeType="1"/>
            </p:cNvSpPr>
            <p:nvPr/>
          </p:nvSpPr>
          <p:spPr bwMode="auto">
            <a:xfrm flipV="1">
              <a:off x="2884" y="664"/>
              <a:ext cx="1"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209" name="Freeform 9">
              <a:extLst>
                <a:ext uri="{FF2B5EF4-FFF2-40B4-BE49-F238E27FC236}">
                  <a16:creationId xmlns:a16="http://schemas.microsoft.com/office/drawing/2014/main" id="{6360F187-4094-F15D-81B6-879FB8F82158}"/>
                </a:ext>
              </a:extLst>
            </p:cNvPr>
            <p:cNvSpPr>
              <a:spLocks/>
            </p:cNvSpPr>
            <p:nvPr/>
          </p:nvSpPr>
          <p:spPr bwMode="auto">
            <a:xfrm>
              <a:off x="1640" y="229"/>
              <a:ext cx="1249" cy="463"/>
            </a:xfrm>
            <a:custGeom>
              <a:avLst/>
              <a:gdLst>
                <a:gd name="T0" fmla="*/ 24 w 1249"/>
                <a:gd name="T1" fmla="*/ 462 h 463"/>
                <a:gd name="T2" fmla="*/ 65 w 1249"/>
                <a:gd name="T3" fmla="*/ 458 h 463"/>
                <a:gd name="T4" fmla="*/ 105 w 1249"/>
                <a:gd name="T5" fmla="*/ 448 h 463"/>
                <a:gd name="T6" fmla="*/ 149 w 1249"/>
                <a:gd name="T7" fmla="*/ 439 h 463"/>
                <a:gd name="T8" fmla="*/ 193 w 1249"/>
                <a:gd name="T9" fmla="*/ 416 h 463"/>
                <a:gd name="T10" fmla="*/ 232 w 1249"/>
                <a:gd name="T11" fmla="*/ 392 h 463"/>
                <a:gd name="T12" fmla="*/ 298 w 1249"/>
                <a:gd name="T13" fmla="*/ 338 h 463"/>
                <a:gd name="T14" fmla="*/ 318 w 1249"/>
                <a:gd name="T15" fmla="*/ 316 h 463"/>
                <a:gd name="T16" fmla="*/ 357 w 1249"/>
                <a:gd name="T17" fmla="*/ 275 h 463"/>
                <a:gd name="T18" fmla="*/ 423 w 1249"/>
                <a:gd name="T19" fmla="*/ 195 h 463"/>
                <a:gd name="T20" fmla="*/ 466 w 1249"/>
                <a:gd name="T21" fmla="*/ 139 h 463"/>
                <a:gd name="T22" fmla="*/ 510 w 1249"/>
                <a:gd name="T23" fmla="*/ 89 h 463"/>
                <a:gd name="T24" fmla="*/ 568 w 1249"/>
                <a:gd name="T25" fmla="*/ 32 h 463"/>
                <a:gd name="T26" fmla="*/ 605 w 1249"/>
                <a:gd name="T27" fmla="*/ 8 h 463"/>
                <a:gd name="T28" fmla="*/ 646 w 1249"/>
                <a:gd name="T29" fmla="*/ 16 h 463"/>
                <a:gd name="T30" fmla="*/ 710 w 1249"/>
                <a:gd name="T31" fmla="*/ 48 h 463"/>
                <a:gd name="T32" fmla="*/ 747 w 1249"/>
                <a:gd name="T33" fmla="*/ 89 h 463"/>
                <a:gd name="T34" fmla="*/ 766 w 1249"/>
                <a:gd name="T35" fmla="*/ 111 h 463"/>
                <a:gd name="T36" fmla="*/ 805 w 1249"/>
                <a:gd name="T37" fmla="*/ 161 h 463"/>
                <a:gd name="T38" fmla="*/ 853 w 1249"/>
                <a:gd name="T39" fmla="*/ 218 h 463"/>
                <a:gd name="T40" fmla="*/ 915 w 1249"/>
                <a:gd name="T41" fmla="*/ 298 h 463"/>
                <a:gd name="T42" fmla="*/ 958 w 1249"/>
                <a:gd name="T43" fmla="*/ 340 h 463"/>
                <a:gd name="T44" fmla="*/ 994 w 1249"/>
                <a:gd name="T45" fmla="*/ 376 h 463"/>
                <a:gd name="T46" fmla="*/ 1041 w 1249"/>
                <a:gd name="T47" fmla="*/ 407 h 463"/>
                <a:gd name="T48" fmla="*/ 1105 w 1249"/>
                <a:gd name="T49" fmla="*/ 439 h 463"/>
                <a:gd name="T50" fmla="*/ 1173 w 1249"/>
                <a:gd name="T51" fmla="*/ 454 h 463"/>
                <a:gd name="T52" fmla="*/ 1212 w 1249"/>
                <a:gd name="T53" fmla="*/ 458 h 463"/>
                <a:gd name="T54" fmla="*/ 1249 w 1249"/>
                <a:gd name="T55" fmla="*/ 463 h 463"/>
                <a:gd name="T56" fmla="*/ 1214 w 1249"/>
                <a:gd name="T57" fmla="*/ 442 h 463"/>
                <a:gd name="T58" fmla="*/ 1177 w 1249"/>
                <a:gd name="T59" fmla="*/ 438 h 463"/>
                <a:gd name="T60" fmla="*/ 1128 w 1249"/>
                <a:gd name="T61" fmla="*/ 427 h 463"/>
                <a:gd name="T62" fmla="*/ 1092 w 1249"/>
                <a:gd name="T63" fmla="*/ 409 h 463"/>
                <a:gd name="T64" fmla="*/ 1027 w 1249"/>
                <a:gd name="T65" fmla="*/ 378 h 463"/>
                <a:gd name="T66" fmla="*/ 990 w 1249"/>
                <a:gd name="T67" fmla="*/ 346 h 463"/>
                <a:gd name="T68" fmla="*/ 946 w 1249"/>
                <a:gd name="T69" fmla="*/ 303 h 463"/>
                <a:gd name="T70" fmla="*/ 898 w 1249"/>
                <a:gd name="T71" fmla="*/ 269 h 463"/>
                <a:gd name="T72" fmla="*/ 867 w 1249"/>
                <a:gd name="T73" fmla="*/ 209 h 463"/>
                <a:gd name="T74" fmla="*/ 818 w 1249"/>
                <a:gd name="T75" fmla="*/ 151 h 463"/>
                <a:gd name="T76" fmla="*/ 779 w 1249"/>
                <a:gd name="T77" fmla="*/ 101 h 463"/>
                <a:gd name="T78" fmla="*/ 730 w 1249"/>
                <a:gd name="T79" fmla="*/ 59 h 463"/>
                <a:gd name="T80" fmla="*/ 690 w 1249"/>
                <a:gd name="T81" fmla="*/ 19 h 463"/>
                <a:gd name="T82" fmla="*/ 627 w 1249"/>
                <a:gd name="T83" fmla="*/ 0 h 463"/>
                <a:gd name="T84" fmla="*/ 582 w 1249"/>
                <a:gd name="T85" fmla="*/ 9 h 463"/>
                <a:gd name="T86" fmla="*/ 541 w 1249"/>
                <a:gd name="T87" fmla="*/ 35 h 463"/>
                <a:gd name="T88" fmla="*/ 453 w 1249"/>
                <a:gd name="T89" fmla="*/ 128 h 463"/>
                <a:gd name="T90" fmla="*/ 410 w 1249"/>
                <a:gd name="T91" fmla="*/ 186 h 463"/>
                <a:gd name="T92" fmla="*/ 393 w 1249"/>
                <a:gd name="T93" fmla="*/ 208 h 463"/>
                <a:gd name="T94" fmla="*/ 344 w 1249"/>
                <a:gd name="T95" fmla="*/ 265 h 463"/>
                <a:gd name="T96" fmla="*/ 308 w 1249"/>
                <a:gd name="T97" fmla="*/ 305 h 463"/>
                <a:gd name="T98" fmla="*/ 272 w 1249"/>
                <a:gd name="T99" fmla="*/ 346 h 463"/>
                <a:gd name="T100" fmla="*/ 210 w 1249"/>
                <a:gd name="T101" fmla="*/ 399 h 463"/>
                <a:gd name="T102" fmla="*/ 142 w 1249"/>
                <a:gd name="T103" fmla="*/ 425 h 463"/>
                <a:gd name="T104" fmla="*/ 102 w 1249"/>
                <a:gd name="T105" fmla="*/ 432 h 463"/>
                <a:gd name="T106" fmla="*/ 63 w 1249"/>
                <a:gd name="T107" fmla="*/ 442 h 463"/>
                <a:gd name="T108" fmla="*/ 42 w 1249"/>
                <a:gd name="T109" fmla="*/ 442 h 46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49" h="463">
                  <a:moveTo>
                    <a:pt x="0" y="447"/>
                  </a:moveTo>
                  <a:lnTo>
                    <a:pt x="0" y="463"/>
                  </a:lnTo>
                  <a:lnTo>
                    <a:pt x="22" y="463"/>
                  </a:lnTo>
                  <a:lnTo>
                    <a:pt x="22" y="462"/>
                  </a:lnTo>
                  <a:lnTo>
                    <a:pt x="24" y="462"/>
                  </a:lnTo>
                  <a:lnTo>
                    <a:pt x="46" y="457"/>
                  </a:lnTo>
                  <a:lnTo>
                    <a:pt x="43" y="449"/>
                  </a:lnTo>
                  <a:lnTo>
                    <a:pt x="43" y="458"/>
                  </a:lnTo>
                  <a:lnTo>
                    <a:pt x="64" y="458"/>
                  </a:lnTo>
                  <a:lnTo>
                    <a:pt x="65" y="458"/>
                  </a:lnTo>
                  <a:lnTo>
                    <a:pt x="87" y="454"/>
                  </a:lnTo>
                  <a:lnTo>
                    <a:pt x="89" y="453"/>
                  </a:lnTo>
                  <a:lnTo>
                    <a:pt x="105" y="448"/>
                  </a:lnTo>
                  <a:lnTo>
                    <a:pt x="103" y="440"/>
                  </a:lnTo>
                  <a:lnTo>
                    <a:pt x="105" y="448"/>
                  </a:lnTo>
                  <a:lnTo>
                    <a:pt x="126" y="443"/>
                  </a:lnTo>
                  <a:lnTo>
                    <a:pt x="124" y="435"/>
                  </a:lnTo>
                  <a:lnTo>
                    <a:pt x="125" y="444"/>
                  </a:lnTo>
                  <a:lnTo>
                    <a:pt x="147" y="440"/>
                  </a:lnTo>
                  <a:lnTo>
                    <a:pt x="149" y="439"/>
                  </a:lnTo>
                  <a:lnTo>
                    <a:pt x="151" y="439"/>
                  </a:lnTo>
                  <a:lnTo>
                    <a:pt x="173" y="425"/>
                  </a:lnTo>
                  <a:lnTo>
                    <a:pt x="167" y="417"/>
                  </a:lnTo>
                  <a:lnTo>
                    <a:pt x="171" y="425"/>
                  </a:lnTo>
                  <a:lnTo>
                    <a:pt x="193" y="416"/>
                  </a:lnTo>
                  <a:lnTo>
                    <a:pt x="214" y="407"/>
                  </a:lnTo>
                  <a:lnTo>
                    <a:pt x="215" y="405"/>
                  </a:lnTo>
                  <a:lnTo>
                    <a:pt x="232" y="391"/>
                  </a:lnTo>
                  <a:lnTo>
                    <a:pt x="227" y="385"/>
                  </a:lnTo>
                  <a:lnTo>
                    <a:pt x="232" y="392"/>
                  </a:lnTo>
                  <a:lnTo>
                    <a:pt x="254" y="378"/>
                  </a:lnTo>
                  <a:lnTo>
                    <a:pt x="281" y="360"/>
                  </a:lnTo>
                  <a:lnTo>
                    <a:pt x="282" y="359"/>
                  </a:lnTo>
                  <a:lnTo>
                    <a:pt x="282" y="358"/>
                  </a:lnTo>
                  <a:lnTo>
                    <a:pt x="298" y="338"/>
                  </a:lnTo>
                  <a:lnTo>
                    <a:pt x="291" y="333"/>
                  </a:lnTo>
                  <a:lnTo>
                    <a:pt x="298" y="340"/>
                  </a:lnTo>
                  <a:lnTo>
                    <a:pt x="320" y="316"/>
                  </a:lnTo>
                  <a:lnTo>
                    <a:pt x="313" y="310"/>
                  </a:lnTo>
                  <a:lnTo>
                    <a:pt x="318" y="316"/>
                  </a:lnTo>
                  <a:lnTo>
                    <a:pt x="340" y="298"/>
                  </a:lnTo>
                  <a:lnTo>
                    <a:pt x="343" y="297"/>
                  </a:lnTo>
                  <a:lnTo>
                    <a:pt x="359" y="274"/>
                  </a:lnTo>
                  <a:lnTo>
                    <a:pt x="351" y="269"/>
                  </a:lnTo>
                  <a:lnTo>
                    <a:pt x="357" y="275"/>
                  </a:lnTo>
                  <a:lnTo>
                    <a:pt x="384" y="247"/>
                  </a:lnTo>
                  <a:lnTo>
                    <a:pt x="384" y="245"/>
                  </a:lnTo>
                  <a:lnTo>
                    <a:pt x="406" y="218"/>
                  </a:lnTo>
                  <a:lnTo>
                    <a:pt x="423" y="195"/>
                  </a:lnTo>
                  <a:lnTo>
                    <a:pt x="424" y="195"/>
                  </a:lnTo>
                  <a:lnTo>
                    <a:pt x="446" y="161"/>
                  </a:lnTo>
                  <a:lnTo>
                    <a:pt x="439" y="156"/>
                  </a:lnTo>
                  <a:lnTo>
                    <a:pt x="445" y="163"/>
                  </a:lnTo>
                  <a:lnTo>
                    <a:pt x="466" y="139"/>
                  </a:lnTo>
                  <a:lnTo>
                    <a:pt x="466" y="138"/>
                  </a:lnTo>
                  <a:lnTo>
                    <a:pt x="488" y="111"/>
                  </a:lnTo>
                  <a:lnTo>
                    <a:pt x="481" y="106"/>
                  </a:lnTo>
                  <a:lnTo>
                    <a:pt x="488" y="112"/>
                  </a:lnTo>
                  <a:lnTo>
                    <a:pt x="510" y="89"/>
                  </a:lnTo>
                  <a:lnTo>
                    <a:pt x="532" y="66"/>
                  </a:lnTo>
                  <a:lnTo>
                    <a:pt x="552" y="47"/>
                  </a:lnTo>
                  <a:lnTo>
                    <a:pt x="546" y="40"/>
                  </a:lnTo>
                  <a:lnTo>
                    <a:pt x="551" y="47"/>
                  </a:lnTo>
                  <a:lnTo>
                    <a:pt x="568" y="32"/>
                  </a:lnTo>
                  <a:lnTo>
                    <a:pt x="562" y="26"/>
                  </a:lnTo>
                  <a:lnTo>
                    <a:pt x="566" y="34"/>
                  </a:lnTo>
                  <a:lnTo>
                    <a:pt x="588" y="25"/>
                  </a:lnTo>
                  <a:lnTo>
                    <a:pt x="609" y="16"/>
                  </a:lnTo>
                  <a:lnTo>
                    <a:pt x="605" y="8"/>
                  </a:lnTo>
                  <a:lnTo>
                    <a:pt x="605" y="17"/>
                  </a:lnTo>
                  <a:lnTo>
                    <a:pt x="627" y="17"/>
                  </a:lnTo>
                  <a:lnTo>
                    <a:pt x="649" y="17"/>
                  </a:lnTo>
                  <a:lnTo>
                    <a:pt x="649" y="8"/>
                  </a:lnTo>
                  <a:lnTo>
                    <a:pt x="646" y="16"/>
                  </a:lnTo>
                  <a:lnTo>
                    <a:pt x="668" y="25"/>
                  </a:lnTo>
                  <a:lnTo>
                    <a:pt x="671" y="17"/>
                  </a:lnTo>
                  <a:lnTo>
                    <a:pt x="667" y="25"/>
                  </a:lnTo>
                  <a:lnTo>
                    <a:pt x="683" y="34"/>
                  </a:lnTo>
                  <a:lnTo>
                    <a:pt x="710" y="48"/>
                  </a:lnTo>
                  <a:lnTo>
                    <a:pt x="714" y="40"/>
                  </a:lnTo>
                  <a:lnTo>
                    <a:pt x="707" y="45"/>
                  </a:lnTo>
                  <a:lnTo>
                    <a:pt x="724" y="65"/>
                  </a:lnTo>
                  <a:lnTo>
                    <a:pt x="725" y="66"/>
                  </a:lnTo>
                  <a:lnTo>
                    <a:pt x="747" y="89"/>
                  </a:lnTo>
                  <a:lnTo>
                    <a:pt x="752" y="83"/>
                  </a:lnTo>
                  <a:lnTo>
                    <a:pt x="746" y="89"/>
                  </a:lnTo>
                  <a:lnTo>
                    <a:pt x="766" y="112"/>
                  </a:lnTo>
                  <a:lnTo>
                    <a:pt x="773" y="106"/>
                  </a:lnTo>
                  <a:lnTo>
                    <a:pt x="766" y="111"/>
                  </a:lnTo>
                  <a:lnTo>
                    <a:pt x="788" y="138"/>
                  </a:lnTo>
                  <a:lnTo>
                    <a:pt x="795" y="133"/>
                  </a:lnTo>
                  <a:lnTo>
                    <a:pt x="788" y="138"/>
                  </a:lnTo>
                  <a:lnTo>
                    <a:pt x="805" y="161"/>
                  </a:lnTo>
                  <a:lnTo>
                    <a:pt x="832" y="195"/>
                  </a:lnTo>
                  <a:lnTo>
                    <a:pt x="832" y="196"/>
                  </a:lnTo>
                  <a:lnTo>
                    <a:pt x="853" y="219"/>
                  </a:lnTo>
                  <a:lnTo>
                    <a:pt x="859" y="213"/>
                  </a:lnTo>
                  <a:lnTo>
                    <a:pt x="853" y="218"/>
                  </a:lnTo>
                  <a:lnTo>
                    <a:pt x="870" y="245"/>
                  </a:lnTo>
                  <a:lnTo>
                    <a:pt x="892" y="274"/>
                  </a:lnTo>
                  <a:lnTo>
                    <a:pt x="893" y="275"/>
                  </a:lnTo>
                  <a:lnTo>
                    <a:pt x="915" y="298"/>
                  </a:lnTo>
                  <a:lnTo>
                    <a:pt x="936" y="316"/>
                  </a:lnTo>
                  <a:lnTo>
                    <a:pt x="941" y="310"/>
                  </a:lnTo>
                  <a:lnTo>
                    <a:pt x="936" y="316"/>
                  </a:lnTo>
                  <a:lnTo>
                    <a:pt x="958" y="340"/>
                  </a:lnTo>
                  <a:lnTo>
                    <a:pt x="980" y="359"/>
                  </a:lnTo>
                  <a:lnTo>
                    <a:pt x="985" y="352"/>
                  </a:lnTo>
                  <a:lnTo>
                    <a:pt x="978" y="358"/>
                  </a:lnTo>
                  <a:lnTo>
                    <a:pt x="994" y="376"/>
                  </a:lnTo>
                  <a:lnTo>
                    <a:pt x="994" y="377"/>
                  </a:lnTo>
                  <a:lnTo>
                    <a:pt x="996" y="378"/>
                  </a:lnTo>
                  <a:lnTo>
                    <a:pt x="1018" y="392"/>
                  </a:lnTo>
                  <a:lnTo>
                    <a:pt x="1040" y="407"/>
                  </a:lnTo>
                  <a:lnTo>
                    <a:pt x="1041" y="407"/>
                  </a:lnTo>
                  <a:lnTo>
                    <a:pt x="1063" y="416"/>
                  </a:lnTo>
                  <a:lnTo>
                    <a:pt x="1085" y="425"/>
                  </a:lnTo>
                  <a:lnTo>
                    <a:pt x="1088" y="417"/>
                  </a:lnTo>
                  <a:lnTo>
                    <a:pt x="1084" y="425"/>
                  </a:lnTo>
                  <a:lnTo>
                    <a:pt x="1105" y="439"/>
                  </a:lnTo>
                  <a:lnTo>
                    <a:pt x="1107" y="439"/>
                  </a:lnTo>
                  <a:lnTo>
                    <a:pt x="1124" y="443"/>
                  </a:lnTo>
                  <a:lnTo>
                    <a:pt x="1146" y="448"/>
                  </a:lnTo>
                  <a:lnTo>
                    <a:pt x="1146" y="449"/>
                  </a:lnTo>
                  <a:lnTo>
                    <a:pt x="1173" y="454"/>
                  </a:lnTo>
                  <a:lnTo>
                    <a:pt x="1174" y="445"/>
                  </a:lnTo>
                  <a:lnTo>
                    <a:pt x="1173" y="453"/>
                  </a:lnTo>
                  <a:lnTo>
                    <a:pt x="1189" y="457"/>
                  </a:lnTo>
                  <a:lnTo>
                    <a:pt x="1190" y="458"/>
                  </a:lnTo>
                  <a:lnTo>
                    <a:pt x="1212" y="458"/>
                  </a:lnTo>
                  <a:lnTo>
                    <a:pt x="1212" y="449"/>
                  </a:lnTo>
                  <a:lnTo>
                    <a:pt x="1211" y="457"/>
                  </a:lnTo>
                  <a:lnTo>
                    <a:pt x="1233" y="462"/>
                  </a:lnTo>
                  <a:lnTo>
                    <a:pt x="1234" y="463"/>
                  </a:lnTo>
                  <a:lnTo>
                    <a:pt x="1249" y="463"/>
                  </a:lnTo>
                  <a:lnTo>
                    <a:pt x="1249" y="447"/>
                  </a:lnTo>
                  <a:lnTo>
                    <a:pt x="1234" y="447"/>
                  </a:lnTo>
                  <a:lnTo>
                    <a:pt x="1234" y="454"/>
                  </a:lnTo>
                  <a:lnTo>
                    <a:pt x="1236" y="447"/>
                  </a:lnTo>
                  <a:lnTo>
                    <a:pt x="1214" y="442"/>
                  </a:lnTo>
                  <a:lnTo>
                    <a:pt x="1212" y="442"/>
                  </a:lnTo>
                  <a:lnTo>
                    <a:pt x="1190" y="442"/>
                  </a:lnTo>
                  <a:lnTo>
                    <a:pt x="1190" y="449"/>
                  </a:lnTo>
                  <a:lnTo>
                    <a:pt x="1193" y="442"/>
                  </a:lnTo>
                  <a:lnTo>
                    <a:pt x="1177" y="438"/>
                  </a:lnTo>
                  <a:lnTo>
                    <a:pt x="1150" y="432"/>
                  </a:lnTo>
                  <a:lnTo>
                    <a:pt x="1147" y="440"/>
                  </a:lnTo>
                  <a:lnTo>
                    <a:pt x="1150" y="432"/>
                  </a:lnTo>
                  <a:lnTo>
                    <a:pt x="1128" y="427"/>
                  </a:lnTo>
                  <a:lnTo>
                    <a:pt x="1111" y="423"/>
                  </a:lnTo>
                  <a:lnTo>
                    <a:pt x="1109" y="431"/>
                  </a:lnTo>
                  <a:lnTo>
                    <a:pt x="1114" y="425"/>
                  </a:lnTo>
                  <a:lnTo>
                    <a:pt x="1093" y="411"/>
                  </a:lnTo>
                  <a:lnTo>
                    <a:pt x="1092" y="409"/>
                  </a:lnTo>
                  <a:lnTo>
                    <a:pt x="1070" y="400"/>
                  </a:lnTo>
                  <a:lnTo>
                    <a:pt x="1048" y="391"/>
                  </a:lnTo>
                  <a:lnTo>
                    <a:pt x="1044" y="399"/>
                  </a:lnTo>
                  <a:lnTo>
                    <a:pt x="1049" y="392"/>
                  </a:lnTo>
                  <a:lnTo>
                    <a:pt x="1027" y="378"/>
                  </a:lnTo>
                  <a:lnTo>
                    <a:pt x="1005" y="364"/>
                  </a:lnTo>
                  <a:lnTo>
                    <a:pt x="1000" y="371"/>
                  </a:lnTo>
                  <a:lnTo>
                    <a:pt x="1007" y="365"/>
                  </a:lnTo>
                  <a:lnTo>
                    <a:pt x="991" y="347"/>
                  </a:lnTo>
                  <a:lnTo>
                    <a:pt x="990" y="346"/>
                  </a:lnTo>
                  <a:lnTo>
                    <a:pt x="968" y="327"/>
                  </a:lnTo>
                  <a:lnTo>
                    <a:pt x="963" y="333"/>
                  </a:lnTo>
                  <a:lnTo>
                    <a:pt x="969" y="328"/>
                  </a:lnTo>
                  <a:lnTo>
                    <a:pt x="947" y="305"/>
                  </a:lnTo>
                  <a:lnTo>
                    <a:pt x="946" y="303"/>
                  </a:lnTo>
                  <a:lnTo>
                    <a:pt x="925" y="285"/>
                  </a:lnTo>
                  <a:lnTo>
                    <a:pt x="920" y="292"/>
                  </a:lnTo>
                  <a:lnTo>
                    <a:pt x="927" y="287"/>
                  </a:lnTo>
                  <a:lnTo>
                    <a:pt x="905" y="263"/>
                  </a:lnTo>
                  <a:lnTo>
                    <a:pt x="898" y="269"/>
                  </a:lnTo>
                  <a:lnTo>
                    <a:pt x="905" y="263"/>
                  </a:lnTo>
                  <a:lnTo>
                    <a:pt x="883" y="235"/>
                  </a:lnTo>
                  <a:lnTo>
                    <a:pt x="876" y="240"/>
                  </a:lnTo>
                  <a:lnTo>
                    <a:pt x="884" y="236"/>
                  </a:lnTo>
                  <a:lnTo>
                    <a:pt x="867" y="209"/>
                  </a:lnTo>
                  <a:lnTo>
                    <a:pt x="866" y="208"/>
                  </a:lnTo>
                  <a:lnTo>
                    <a:pt x="845" y="185"/>
                  </a:lnTo>
                  <a:lnTo>
                    <a:pt x="839" y="190"/>
                  </a:lnTo>
                  <a:lnTo>
                    <a:pt x="845" y="185"/>
                  </a:lnTo>
                  <a:lnTo>
                    <a:pt x="818" y="151"/>
                  </a:lnTo>
                  <a:lnTo>
                    <a:pt x="812" y="156"/>
                  </a:lnTo>
                  <a:lnTo>
                    <a:pt x="818" y="152"/>
                  </a:lnTo>
                  <a:lnTo>
                    <a:pt x="801" y="129"/>
                  </a:lnTo>
                  <a:lnTo>
                    <a:pt x="801" y="128"/>
                  </a:lnTo>
                  <a:lnTo>
                    <a:pt x="779" y="101"/>
                  </a:lnTo>
                  <a:lnTo>
                    <a:pt x="759" y="78"/>
                  </a:lnTo>
                  <a:lnTo>
                    <a:pt x="737" y="54"/>
                  </a:lnTo>
                  <a:lnTo>
                    <a:pt x="730" y="59"/>
                  </a:lnTo>
                  <a:lnTo>
                    <a:pt x="737" y="54"/>
                  </a:lnTo>
                  <a:lnTo>
                    <a:pt x="720" y="35"/>
                  </a:lnTo>
                  <a:lnTo>
                    <a:pt x="717" y="34"/>
                  </a:lnTo>
                  <a:lnTo>
                    <a:pt x="690" y="19"/>
                  </a:lnTo>
                  <a:lnTo>
                    <a:pt x="675" y="10"/>
                  </a:lnTo>
                  <a:lnTo>
                    <a:pt x="675" y="9"/>
                  </a:lnTo>
                  <a:lnTo>
                    <a:pt x="653" y="0"/>
                  </a:lnTo>
                  <a:lnTo>
                    <a:pt x="649" y="0"/>
                  </a:lnTo>
                  <a:lnTo>
                    <a:pt x="627" y="0"/>
                  </a:lnTo>
                  <a:lnTo>
                    <a:pt x="605" y="0"/>
                  </a:lnTo>
                  <a:lnTo>
                    <a:pt x="603" y="0"/>
                  </a:lnTo>
                  <a:lnTo>
                    <a:pt x="582" y="9"/>
                  </a:lnTo>
                  <a:lnTo>
                    <a:pt x="560" y="18"/>
                  </a:lnTo>
                  <a:lnTo>
                    <a:pt x="557" y="19"/>
                  </a:lnTo>
                  <a:lnTo>
                    <a:pt x="541" y="34"/>
                  </a:lnTo>
                  <a:lnTo>
                    <a:pt x="541" y="35"/>
                  </a:lnTo>
                  <a:lnTo>
                    <a:pt x="520" y="54"/>
                  </a:lnTo>
                  <a:lnTo>
                    <a:pt x="498" y="78"/>
                  </a:lnTo>
                  <a:lnTo>
                    <a:pt x="476" y="101"/>
                  </a:lnTo>
                  <a:lnTo>
                    <a:pt x="475" y="101"/>
                  </a:lnTo>
                  <a:lnTo>
                    <a:pt x="453" y="128"/>
                  </a:lnTo>
                  <a:lnTo>
                    <a:pt x="459" y="133"/>
                  </a:lnTo>
                  <a:lnTo>
                    <a:pt x="453" y="128"/>
                  </a:lnTo>
                  <a:lnTo>
                    <a:pt x="432" y="151"/>
                  </a:lnTo>
                  <a:lnTo>
                    <a:pt x="432" y="152"/>
                  </a:lnTo>
                  <a:lnTo>
                    <a:pt x="410" y="186"/>
                  </a:lnTo>
                  <a:lnTo>
                    <a:pt x="417" y="190"/>
                  </a:lnTo>
                  <a:lnTo>
                    <a:pt x="410" y="186"/>
                  </a:lnTo>
                  <a:lnTo>
                    <a:pt x="393" y="209"/>
                  </a:lnTo>
                  <a:lnTo>
                    <a:pt x="400" y="213"/>
                  </a:lnTo>
                  <a:lnTo>
                    <a:pt x="393" y="208"/>
                  </a:lnTo>
                  <a:lnTo>
                    <a:pt x="371" y="235"/>
                  </a:lnTo>
                  <a:lnTo>
                    <a:pt x="378" y="240"/>
                  </a:lnTo>
                  <a:lnTo>
                    <a:pt x="373" y="235"/>
                  </a:lnTo>
                  <a:lnTo>
                    <a:pt x="346" y="263"/>
                  </a:lnTo>
                  <a:lnTo>
                    <a:pt x="344" y="265"/>
                  </a:lnTo>
                  <a:lnTo>
                    <a:pt x="329" y="288"/>
                  </a:lnTo>
                  <a:lnTo>
                    <a:pt x="335" y="292"/>
                  </a:lnTo>
                  <a:lnTo>
                    <a:pt x="330" y="285"/>
                  </a:lnTo>
                  <a:lnTo>
                    <a:pt x="308" y="303"/>
                  </a:lnTo>
                  <a:lnTo>
                    <a:pt x="308" y="305"/>
                  </a:lnTo>
                  <a:lnTo>
                    <a:pt x="286" y="328"/>
                  </a:lnTo>
                  <a:lnTo>
                    <a:pt x="285" y="328"/>
                  </a:lnTo>
                  <a:lnTo>
                    <a:pt x="269" y="347"/>
                  </a:lnTo>
                  <a:lnTo>
                    <a:pt x="276" y="352"/>
                  </a:lnTo>
                  <a:lnTo>
                    <a:pt x="272" y="346"/>
                  </a:lnTo>
                  <a:lnTo>
                    <a:pt x="245" y="364"/>
                  </a:lnTo>
                  <a:lnTo>
                    <a:pt x="223" y="378"/>
                  </a:lnTo>
                  <a:lnTo>
                    <a:pt x="222" y="378"/>
                  </a:lnTo>
                  <a:lnTo>
                    <a:pt x="205" y="392"/>
                  </a:lnTo>
                  <a:lnTo>
                    <a:pt x="210" y="399"/>
                  </a:lnTo>
                  <a:lnTo>
                    <a:pt x="207" y="391"/>
                  </a:lnTo>
                  <a:lnTo>
                    <a:pt x="187" y="400"/>
                  </a:lnTo>
                  <a:lnTo>
                    <a:pt x="165" y="409"/>
                  </a:lnTo>
                  <a:lnTo>
                    <a:pt x="164" y="411"/>
                  </a:lnTo>
                  <a:lnTo>
                    <a:pt x="142" y="425"/>
                  </a:lnTo>
                  <a:lnTo>
                    <a:pt x="145" y="431"/>
                  </a:lnTo>
                  <a:lnTo>
                    <a:pt x="144" y="423"/>
                  </a:lnTo>
                  <a:lnTo>
                    <a:pt x="122" y="427"/>
                  </a:lnTo>
                  <a:lnTo>
                    <a:pt x="102" y="432"/>
                  </a:lnTo>
                  <a:lnTo>
                    <a:pt x="100" y="432"/>
                  </a:lnTo>
                  <a:lnTo>
                    <a:pt x="84" y="438"/>
                  </a:lnTo>
                  <a:lnTo>
                    <a:pt x="86" y="445"/>
                  </a:lnTo>
                  <a:lnTo>
                    <a:pt x="85" y="438"/>
                  </a:lnTo>
                  <a:lnTo>
                    <a:pt x="63" y="442"/>
                  </a:lnTo>
                  <a:lnTo>
                    <a:pt x="64" y="449"/>
                  </a:lnTo>
                  <a:lnTo>
                    <a:pt x="64" y="442"/>
                  </a:lnTo>
                  <a:lnTo>
                    <a:pt x="43" y="442"/>
                  </a:lnTo>
                  <a:lnTo>
                    <a:pt x="42" y="442"/>
                  </a:lnTo>
                  <a:lnTo>
                    <a:pt x="20" y="447"/>
                  </a:lnTo>
                  <a:lnTo>
                    <a:pt x="22" y="454"/>
                  </a:lnTo>
                  <a:lnTo>
                    <a:pt x="22" y="447"/>
                  </a:lnTo>
                  <a:lnTo>
                    <a:pt x="0" y="447"/>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210" name="Line 10">
              <a:extLst>
                <a:ext uri="{FF2B5EF4-FFF2-40B4-BE49-F238E27FC236}">
                  <a16:creationId xmlns:a16="http://schemas.microsoft.com/office/drawing/2014/main" id="{85ED49E6-AAAD-15E8-19E8-8835B6E73147}"/>
                </a:ext>
              </a:extLst>
            </p:cNvPr>
            <p:cNvSpPr>
              <a:spLocks noChangeShapeType="1"/>
            </p:cNvSpPr>
            <p:nvPr/>
          </p:nvSpPr>
          <p:spPr bwMode="auto">
            <a:xfrm>
              <a:off x="1044" y="405"/>
              <a:ext cx="2" cy="28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211" name="Freeform 11">
              <a:extLst>
                <a:ext uri="{FF2B5EF4-FFF2-40B4-BE49-F238E27FC236}">
                  <a16:creationId xmlns:a16="http://schemas.microsoft.com/office/drawing/2014/main" id="{C646F1E7-D42F-D6BE-0203-013CA8860F2E}"/>
                </a:ext>
              </a:extLst>
            </p:cNvPr>
            <p:cNvSpPr>
              <a:spLocks/>
            </p:cNvSpPr>
            <p:nvPr/>
          </p:nvSpPr>
          <p:spPr bwMode="auto">
            <a:xfrm>
              <a:off x="1272" y="228"/>
              <a:ext cx="1249" cy="463"/>
            </a:xfrm>
            <a:custGeom>
              <a:avLst/>
              <a:gdLst>
                <a:gd name="T0" fmla="*/ 24 w 1249"/>
                <a:gd name="T1" fmla="*/ 462 h 463"/>
                <a:gd name="T2" fmla="*/ 65 w 1249"/>
                <a:gd name="T3" fmla="*/ 458 h 463"/>
                <a:gd name="T4" fmla="*/ 105 w 1249"/>
                <a:gd name="T5" fmla="*/ 448 h 463"/>
                <a:gd name="T6" fmla="*/ 149 w 1249"/>
                <a:gd name="T7" fmla="*/ 439 h 463"/>
                <a:gd name="T8" fmla="*/ 193 w 1249"/>
                <a:gd name="T9" fmla="*/ 416 h 463"/>
                <a:gd name="T10" fmla="*/ 232 w 1249"/>
                <a:gd name="T11" fmla="*/ 392 h 463"/>
                <a:gd name="T12" fmla="*/ 298 w 1249"/>
                <a:gd name="T13" fmla="*/ 338 h 463"/>
                <a:gd name="T14" fmla="*/ 318 w 1249"/>
                <a:gd name="T15" fmla="*/ 316 h 463"/>
                <a:gd name="T16" fmla="*/ 357 w 1249"/>
                <a:gd name="T17" fmla="*/ 275 h 463"/>
                <a:gd name="T18" fmla="*/ 423 w 1249"/>
                <a:gd name="T19" fmla="*/ 195 h 463"/>
                <a:gd name="T20" fmla="*/ 466 w 1249"/>
                <a:gd name="T21" fmla="*/ 139 h 463"/>
                <a:gd name="T22" fmla="*/ 510 w 1249"/>
                <a:gd name="T23" fmla="*/ 89 h 463"/>
                <a:gd name="T24" fmla="*/ 568 w 1249"/>
                <a:gd name="T25" fmla="*/ 32 h 463"/>
                <a:gd name="T26" fmla="*/ 605 w 1249"/>
                <a:gd name="T27" fmla="*/ 8 h 463"/>
                <a:gd name="T28" fmla="*/ 646 w 1249"/>
                <a:gd name="T29" fmla="*/ 16 h 463"/>
                <a:gd name="T30" fmla="*/ 710 w 1249"/>
                <a:gd name="T31" fmla="*/ 48 h 463"/>
                <a:gd name="T32" fmla="*/ 747 w 1249"/>
                <a:gd name="T33" fmla="*/ 89 h 463"/>
                <a:gd name="T34" fmla="*/ 766 w 1249"/>
                <a:gd name="T35" fmla="*/ 111 h 463"/>
                <a:gd name="T36" fmla="*/ 805 w 1249"/>
                <a:gd name="T37" fmla="*/ 161 h 463"/>
                <a:gd name="T38" fmla="*/ 853 w 1249"/>
                <a:gd name="T39" fmla="*/ 218 h 463"/>
                <a:gd name="T40" fmla="*/ 915 w 1249"/>
                <a:gd name="T41" fmla="*/ 298 h 463"/>
                <a:gd name="T42" fmla="*/ 958 w 1249"/>
                <a:gd name="T43" fmla="*/ 340 h 463"/>
                <a:gd name="T44" fmla="*/ 994 w 1249"/>
                <a:gd name="T45" fmla="*/ 376 h 463"/>
                <a:gd name="T46" fmla="*/ 1041 w 1249"/>
                <a:gd name="T47" fmla="*/ 407 h 463"/>
                <a:gd name="T48" fmla="*/ 1105 w 1249"/>
                <a:gd name="T49" fmla="*/ 439 h 463"/>
                <a:gd name="T50" fmla="*/ 1173 w 1249"/>
                <a:gd name="T51" fmla="*/ 454 h 463"/>
                <a:gd name="T52" fmla="*/ 1212 w 1249"/>
                <a:gd name="T53" fmla="*/ 458 h 463"/>
                <a:gd name="T54" fmla="*/ 1249 w 1249"/>
                <a:gd name="T55" fmla="*/ 463 h 463"/>
                <a:gd name="T56" fmla="*/ 1214 w 1249"/>
                <a:gd name="T57" fmla="*/ 442 h 463"/>
                <a:gd name="T58" fmla="*/ 1177 w 1249"/>
                <a:gd name="T59" fmla="*/ 438 h 463"/>
                <a:gd name="T60" fmla="*/ 1128 w 1249"/>
                <a:gd name="T61" fmla="*/ 427 h 463"/>
                <a:gd name="T62" fmla="*/ 1092 w 1249"/>
                <a:gd name="T63" fmla="*/ 409 h 463"/>
                <a:gd name="T64" fmla="*/ 1027 w 1249"/>
                <a:gd name="T65" fmla="*/ 378 h 463"/>
                <a:gd name="T66" fmla="*/ 990 w 1249"/>
                <a:gd name="T67" fmla="*/ 346 h 463"/>
                <a:gd name="T68" fmla="*/ 946 w 1249"/>
                <a:gd name="T69" fmla="*/ 303 h 463"/>
                <a:gd name="T70" fmla="*/ 898 w 1249"/>
                <a:gd name="T71" fmla="*/ 269 h 463"/>
                <a:gd name="T72" fmla="*/ 867 w 1249"/>
                <a:gd name="T73" fmla="*/ 209 h 463"/>
                <a:gd name="T74" fmla="*/ 818 w 1249"/>
                <a:gd name="T75" fmla="*/ 151 h 463"/>
                <a:gd name="T76" fmla="*/ 779 w 1249"/>
                <a:gd name="T77" fmla="*/ 101 h 463"/>
                <a:gd name="T78" fmla="*/ 730 w 1249"/>
                <a:gd name="T79" fmla="*/ 59 h 463"/>
                <a:gd name="T80" fmla="*/ 690 w 1249"/>
                <a:gd name="T81" fmla="*/ 19 h 463"/>
                <a:gd name="T82" fmla="*/ 627 w 1249"/>
                <a:gd name="T83" fmla="*/ 0 h 463"/>
                <a:gd name="T84" fmla="*/ 582 w 1249"/>
                <a:gd name="T85" fmla="*/ 9 h 463"/>
                <a:gd name="T86" fmla="*/ 541 w 1249"/>
                <a:gd name="T87" fmla="*/ 35 h 463"/>
                <a:gd name="T88" fmla="*/ 453 w 1249"/>
                <a:gd name="T89" fmla="*/ 128 h 463"/>
                <a:gd name="T90" fmla="*/ 410 w 1249"/>
                <a:gd name="T91" fmla="*/ 186 h 463"/>
                <a:gd name="T92" fmla="*/ 393 w 1249"/>
                <a:gd name="T93" fmla="*/ 208 h 463"/>
                <a:gd name="T94" fmla="*/ 344 w 1249"/>
                <a:gd name="T95" fmla="*/ 265 h 463"/>
                <a:gd name="T96" fmla="*/ 308 w 1249"/>
                <a:gd name="T97" fmla="*/ 305 h 463"/>
                <a:gd name="T98" fmla="*/ 272 w 1249"/>
                <a:gd name="T99" fmla="*/ 346 h 463"/>
                <a:gd name="T100" fmla="*/ 210 w 1249"/>
                <a:gd name="T101" fmla="*/ 399 h 463"/>
                <a:gd name="T102" fmla="*/ 142 w 1249"/>
                <a:gd name="T103" fmla="*/ 425 h 463"/>
                <a:gd name="T104" fmla="*/ 102 w 1249"/>
                <a:gd name="T105" fmla="*/ 432 h 463"/>
                <a:gd name="T106" fmla="*/ 63 w 1249"/>
                <a:gd name="T107" fmla="*/ 442 h 463"/>
                <a:gd name="T108" fmla="*/ 42 w 1249"/>
                <a:gd name="T109" fmla="*/ 442 h 46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49" h="463">
                  <a:moveTo>
                    <a:pt x="0" y="447"/>
                  </a:moveTo>
                  <a:lnTo>
                    <a:pt x="0" y="463"/>
                  </a:lnTo>
                  <a:lnTo>
                    <a:pt x="22" y="463"/>
                  </a:lnTo>
                  <a:lnTo>
                    <a:pt x="22" y="462"/>
                  </a:lnTo>
                  <a:lnTo>
                    <a:pt x="24" y="462"/>
                  </a:lnTo>
                  <a:lnTo>
                    <a:pt x="46" y="457"/>
                  </a:lnTo>
                  <a:lnTo>
                    <a:pt x="43" y="449"/>
                  </a:lnTo>
                  <a:lnTo>
                    <a:pt x="43" y="458"/>
                  </a:lnTo>
                  <a:lnTo>
                    <a:pt x="64" y="458"/>
                  </a:lnTo>
                  <a:lnTo>
                    <a:pt x="65" y="458"/>
                  </a:lnTo>
                  <a:lnTo>
                    <a:pt x="87" y="454"/>
                  </a:lnTo>
                  <a:lnTo>
                    <a:pt x="89" y="453"/>
                  </a:lnTo>
                  <a:lnTo>
                    <a:pt x="105" y="448"/>
                  </a:lnTo>
                  <a:lnTo>
                    <a:pt x="103" y="440"/>
                  </a:lnTo>
                  <a:lnTo>
                    <a:pt x="105" y="448"/>
                  </a:lnTo>
                  <a:lnTo>
                    <a:pt x="126" y="443"/>
                  </a:lnTo>
                  <a:lnTo>
                    <a:pt x="124" y="435"/>
                  </a:lnTo>
                  <a:lnTo>
                    <a:pt x="125" y="444"/>
                  </a:lnTo>
                  <a:lnTo>
                    <a:pt x="147" y="440"/>
                  </a:lnTo>
                  <a:lnTo>
                    <a:pt x="149" y="439"/>
                  </a:lnTo>
                  <a:lnTo>
                    <a:pt x="151" y="439"/>
                  </a:lnTo>
                  <a:lnTo>
                    <a:pt x="173" y="425"/>
                  </a:lnTo>
                  <a:lnTo>
                    <a:pt x="167" y="417"/>
                  </a:lnTo>
                  <a:lnTo>
                    <a:pt x="171" y="425"/>
                  </a:lnTo>
                  <a:lnTo>
                    <a:pt x="193" y="416"/>
                  </a:lnTo>
                  <a:lnTo>
                    <a:pt x="214" y="407"/>
                  </a:lnTo>
                  <a:lnTo>
                    <a:pt x="215" y="405"/>
                  </a:lnTo>
                  <a:lnTo>
                    <a:pt x="232" y="391"/>
                  </a:lnTo>
                  <a:lnTo>
                    <a:pt x="227" y="385"/>
                  </a:lnTo>
                  <a:lnTo>
                    <a:pt x="232" y="392"/>
                  </a:lnTo>
                  <a:lnTo>
                    <a:pt x="254" y="378"/>
                  </a:lnTo>
                  <a:lnTo>
                    <a:pt x="281" y="360"/>
                  </a:lnTo>
                  <a:lnTo>
                    <a:pt x="282" y="359"/>
                  </a:lnTo>
                  <a:lnTo>
                    <a:pt x="282" y="358"/>
                  </a:lnTo>
                  <a:lnTo>
                    <a:pt x="298" y="338"/>
                  </a:lnTo>
                  <a:lnTo>
                    <a:pt x="291" y="333"/>
                  </a:lnTo>
                  <a:lnTo>
                    <a:pt x="298" y="340"/>
                  </a:lnTo>
                  <a:lnTo>
                    <a:pt x="320" y="316"/>
                  </a:lnTo>
                  <a:lnTo>
                    <a:pt x="313" y="310"/>
                  </a:lnTo>
                  <a:lnTo>
                    <a:pt x="318" y="316"/>
                  </a:lnTo>
                  <a:lnTo>
                    <a:pt x="340" y="298"/>
                  </a:lnTo>
                  <a:lnTo>
                    <a:pt x="343" y="297"/>
                  </a:lnTo>
                  <a:lnTo>
                    <a:pt x="359" y="274"/>
                  </a:lnTo>
                  <a:lnTo>
                    <a:pt x="351" y="269"/>
                  </a:lnTo>
                  <a:lnTo>
                    <a:pt x="357" y="275"/>
                  </a:lnTo>
                  <a:lnTo>
                    <a:pt x="384" y="247"/>
                  </a:lnTo>
                  <a:lnTo>
                    <a:pt x="384" y="245"/>
                  </a:lnTo>
                  <a:lnTo>
                    <a:pt x="406" y="218"/>
                  </a:lnTo>
                  <a:lnTo>
                    <a:pt x="423" y="195"/>
                  </a:lnTo>
                  <a:lnTo>
                    <a:pt x="424" y="195"/>
                  </a:lnTo>
                  <a:lnTo>
                    <a:pt x="446" y="161"/>
                  </a:lnTo>
                  <a:lnTo>
                    <a:pt x="439" y="156"/>
                  </a:lnTo>
                  <a:lnTo>
                    <a:pt x="445" y="163"/>
                  </a:lnTo>
                  <a:lnTo>
                    <a:pt x="466" y="139"/>
                  </a:lnTo>
                  <a:lnTo>
                    <a:pt x="466" y="138"/>
                  </a:lnTo>
                  <a:lnTo>
                    <a:pt x="488" y="111"/>
                  </a:lnTo>
                  <a:lnTo>
                    <a:pt x="481" y="106"/>
                  </a:lnTo>
                  <a:lnTo>
                    <a:pt x="488" y="112"/>
                  </a:lnTo>
                  <a:lnTo>
                    <a:pt x="510" y="89"/>
                  </a:lnTo>
                  <a:lnTo>
                    <a:pt x="532" y="66"/>
                  </a:lnTo>
                  <a:lnTo>
                    <a:pt x="552" y="47"/>
                  </a:lnTo>
                  <a:lnTo>
                    <a:pt x="546" y="40"/>
                  </a:lnTo>
                  <a:lnTo>
                    <a:pt x="551" y="47"/>
                  </a:lnTo>
                  <a:lnTo>
                    <a:pt x="568" y="32"/>
                  </a:lnTo>
                  <a:lnTo>
                    <a:pt x="562" y="26"/>
                  </a:lnTo>
                  <a:lnTo>
                    <a:pt x="566" y="34"/>
                  </a:lnTo>
                  <a:lnTo>
                    <a:pt x="588" y="25"/>
                  </a:lnTo>
                  <a:lnTo>
                    <a:pt x="609" y="16"/>
                  </a:lnTo>
                  <a:lnTo>
                    <a:pt x="605" y="8"/>
                  </a:lnTo>
                  <a:lnTo>
                    <a:pt x="605" y="17"/>
                  </a:lnTo>
                  <a:lnTo>
                    <a:pt x="627" y="17"/>
                  </a:lnTo>
                  <a:lnTo>
                    <a:pt x="649" y="17"/>
                  </a:lnTo>
                  <a:lnTo>
                    <a:pt x="649" y="8"/>
                  </a:lnTo>
                  <a:lnTo>
                    <a:pt x="646" y="16"/>
                  </a:lnTo>
                  <a:lnTo>
                    <a:pt x="668" y="25"/>
                  </a:lnTo>
                  <a:lnTo>
                    <a:pt x="671" y="17"/>
                  </a:lnTo>
                  <a:lnTo>
                    <a:pt x="667" y="25"/>
                  </a:lnTo>
                  <a:lnTo>
                    <a:pt x="683" y="34"/>
                  </a:lnTo>
                  <a:lnTo>
                    <a:pt x="710" y="48"/>
                  </a:lnTo>
                  <a:lnTo>
                    <a:pt x="714" y="40"/>
                  </a:lnTo>
                  <a:lnTo>
                    <a:pt x="707" y="45"/>
                  </a:lnTo>
                  <a:lnTo>
                    <a:pt x="724" y="65"/>
                  </a:lnTo>
                  <a:lnTo>
                    <a:pt x="725" y="66"/>
                  </a:lnTo>
                  <a:lnTo>
                    <a:pt x="747" y="89"/>
                  </a:lnTo>
                  <a:lnTo>
                    <a:pt x="752" y="83"/>
                  </a:lnTo>
                  <a:lnTo>
                    <a:pt x="746" y="89"/>
                  </a:lnTo>
                  <a:lnTo>
                    <a:pt x="766" y="112"/>
                  </a:lnTo>
                  <a:lnTo>
                    <a:pt x="773" y="106"/>
                  </a:lnTo>
                  <a:lnTo>
                    <a:pt x="766" y="111"/>
                  </a:lnTo>
                  <a:lnTo>
                    <a:pt x="788" y="138"/>
                  </a:lnTo>
                  <a:lnTo>
                    <a:pt x="795" y="133"/>
                  </a:lnTo>
                  <a:lnTo>
                    <a:pt x="788" y="138"/>
                  </a:lnTo>
                  <a:lnTo>
                    <a:pt x="805" y="161"/>
                  </a:lnTo>
                  <a:lnTo>
                    <a:pt x="832" y="195"/>
                  </a:lnTo>
                  <a:lnTo>
                    <a:pt x="832" y="196"/>
                  </a:lnTo>
                  <a:lnTo>
                    <a:pt x="853" y="219"/>
                  </a:lnTo>
                  <a:lnTo>
                    <a:pt x="859" y="213"/>
                  </a:lnTo>
                  <a:lnTo>
                    <a:pt x="853" y="218"/>
                  </a:lnTo>
                  <a:lnTo>
                    <a:pt x="870" y="245"/>
                  </a:lnTo>
                  <a:lnTo>
                    <a:pt x="892" y="274"/>
                  </a:lnTo>
                  <a:lnTo>
                    <a:pt x="893" y="275"/>
                  </a:lnTo>
                  <a:lnTo>
                    <a:pt x="915" y="298"/>
                  </a:lnTo>
                  <a:lnTo>
                    <a:pt x="936" y="316"/>
                  </a:lnTo>
                  <a:lnTo>
                    <a:pt x="941" y="310"/>
                  </a:lnTo>
                  <a:lnTo>
                    <a:pt x="936" y="316"/>
                  </a:lnTo>
                  <a:lnTo>
                    <a:pt x="958" y="340"/>
                  </a:lnTo>
                  <a:lnTo>
                    <a:pt x="980" y="359"/>
                  </a:lnTo>
                  <a:lnTo>
                    <a:pt x="985" y="352"/>
                  </a:lnTo>
                  <a:lnTo>
                    <a:pt x="978" y="358"/>
                  </a:lnTo>
                  <a:lnTo>
                    <a:pt x="994" y="376"/>
                  </a:lnTo>
                  <a:lnTo>
                    <a:pt x="994" y="377"/>
                  </a:lnTo>
                  <a:lnTo>
                    <a:pt x="996" y="378"/>
                  </a:lnTo>
                  <a:lnTo>
                    <a:pt x="1018" y="392"/>
                  </a:lnTo>
                  <a:lnTo>
                    <a:pt x="1040" y="407"/>
                  </a:lnTo>
                  <a:lnTo>
                    <a:pt x="1041" y="407"/>
                  </a:lnTo>
                  <a:lnTo>
                    <a:pt x="1063" y="416"/>
                  </a:lnTo>
                  <a:lnTo>
                    <a:pt x="1085" y="425"/>
                  </a:lnTo>
                  <a:lnTo>
                    <a:pt x="1088" y="417"/>
                  </a:lnTo>
                  <a:lnTo>
                    <a:pt x="1084" y="425"/>
                  </a:lnTo>
                  <a:lnTo>
                    <a:pt x="1105" y="439"/>
                  </a:lnTo>
                  <a:lnTo>
                    <a:pt x="1107" y="439"/>
                  </a:lnTo>
                  <a:lnTo>
                    <a:pt x="1124" y="443"/>
                  </a:lnTo>
                  <a:lnTo>
                    <a:pt x="1146" y="448"/>
                  </a:lnTo>
                  <a:lnTo>
                    <a:pt x="1146" y="449"/>
                  </a:lnTo>
                  <a:lnTo>
                    <a:pt x="1173" y="454"/>
                  </a:lnTo>
                  <a:lnTo>
                    <a:pt x="1174" y="445"/>
                  </a:lnTo>
                  <a:lnTo>
                    <a:pt x="1173" y="453"/>
                  </a:lnTo>
                  <a:lnTo>
                    <a:pt x="1189" y="457"/>
                  </a:lnTo>
                  <a:lnTo>
                    <a:pt x="1190" y="458"/>
                  </a:lnTo>
                  <a:lnTo>
                    <a:pt x="1212" y="458"/>
                  </a:lnTo>
                  <a:lnTo>
                    <a:pt x="1212" y="449"/>
                  </a:lnTo>
                  <a:lnTo>
                    <a:pt x="1211" y="457"/>
                  </a:lnTo>
                  <a:lnTo>
                    <a:pt x="1233" y="462"/>
                  </a:lnTo>
                  <a:lnTo>
                    <a:pt x="1234" y="463"/>
                  </a:lnTo>
                  <a:lnTo>
                    <a:pt x="1249" y="463"/>
                  </a:lnTo>
                  <a:lnTo>
                    <a:pt x="1249" y="447"/>
                  </a:lnTo>
                  <a:lnTo>
                    <a:pt x="1234" y="447"/>
                  </a:lnTo>
                  <a:lnTo>
                    <a:pt x="1234" y="454"/>
                  </a:lnTo>
                  <a:lnTo>
                    <a:pt x="1236" y="447"/>
                  </a:lnTo>
                  <a:lnTo>
                    <a:pt x="1214" y="442"/>
                  </a:lnTo>
                  <a:lnTo>
                    <a:pt x="1212" y="442"/>
                  </a:lnTo>
                  <a:lnTo>
                    <a:pt x="1190" y="442"/>
                  </a:lnTo>
                  <a:lnTo>
                    <a:pt x="1190" y="449"/>
                  </a:lnTo>
                  <a:lnTo>
                    <a:pt x="1193" y="442"/>
                  </a:lnTo>
                  <a:lnTo>
                    <a:pt x="1177" y="438"/>
                  </a:lnTo>
                  <a:lnTo>
                    <a:pt x="1150" y="432"/>
                  </a:lnTo>
                  <a:lnTo>
                    <a:pt x="1147" y="440"/>
                  </a:lnTo>
                  <a:lnTo>
                    <a:pt x="1150" y="432"/>
                  </a:lnTo>
                  <a:lnTo>
                    <a:pt x="1128" y="427"/>
                  </a:lnTo>
                  <a:lnTo>
                    <a:pt x="1111" y="423"/>
                  </a:lnTo>
                  <a:lnTo>
                    <a:pt x="1109" y="431"/>
                  </a:lnTo>
                  <a:lnTo>
                    <a:pt x="1114" y="425"/>
                  </a:lnTo>
                  <a:lnTo>
                    <a:pt x="1093" y="411"/>
                  </a:lnTo>
                  <a:lnTo>
                    <a:pt x="1092" y="409"/>
                  </a:lnTo>
                  <a:lnTo>
                    <a:pt x="1070" y="400"/>
                  </a:lnTo>
                  <a:lnTo>
                    <a:pt x="1048" y="391"/>
                  </a:lnTo>
                  <a:lnTo>
                    <a:pt x="1044" y="399"/>
                  </a:lnTo>
                  <a:lnTo>
                    <a:pt x="1049" y="392"/>
                  </a:lnTo>
                  <a:lnTo>
                    <a:pt x="1027" y="378"/>
                  </a:lnTo>
                  <a:lnTo>
                    <a:pt x="1005" y="364"/>
                  </a:lnTo>
                  <a:lnTo>
                    <a:pt x="1000" y="371"/>
                  </a:lnTo>
                  <a:lnTo>
                    <a:pt x="1007" y="365"/>
                  </a:lnTo>
                  <a:lnTo>
                    <a:pt x="991" y="347"/>
                  </a:lnTo>
                  <a:lnTo>
                    <a:pt x="990" y="346"/>
                  </a:lnTo>
                  <a:lnTo>
                    <a:pt x="968" y="327"/>
                  </a:lnTo>
                  <a:lnTo>
                    <a:pt x="963" y="333"/>
                  </a:lnTo>
                  <a:lnTo>
                    <a:pt x="969" y="328"/>
                  </a:lnTo>
                  <a:lnTo>
                    <a:pt x="947" y="305"/>
                  </a:lnTo>
                  <a:lnTo>
                    <a:pt x="946" y="303"/>
                  </a:lnTo>
                  <a:lnTo>
                    <a:pt x="925" y="285"/>
                  </a:lnTo>
                  <a:lnTo>
                    <a:pt x="920" y="292"/>
                  </a:lnTo>
                  <a:lnTo>
                    <a:pt x="927" y="287"/>
                  </a:lnTo>
                  <a:lnTo>
                    <a:pt x="905" y="263"/>
                  </a:lnTo>
                  <a:lnTo>
                    <a:pt x="898" y="269"/>
                  </a:lnTo>
                  <a:lnTo>
                    <a:pt x="905" y="263"/>
                  </a:lnTo>
                  <a:lnTo>
                    <a:pt x="883" y="235"/>
                  </a:lnTo>
                  <a:lnTo>
                    <a:pt x="876" y="240"/>
                  </a:lnTo>
                  <a:lnTo>
                    <a:pt x="884" y="236"/>
                  </a:lnTo>
                  <a:lnTo>
                    <a:pt x="867" y="209"/>
                  </a:lnTo>
                  <a:lnTo>
                    <a:pt x="866" y="208"/>
                  </a:lnTo>
                  <a:lnTo>
                    <a:pt x="845" y="185"/>
                  </a:lnTo>
                  <a:lnTo>
                    <a:pt x="839" y="190"/>
                  </a:lnTo>
                  <a:lnTo>
                    <a:pt x="845" y="185"/>
                  </a:lnTo>
                  <a:lnTo>
                    <a:pt x="818" y="151"/>
                  </a:lnTo>
                  <a:lnTo>
                    <a:pt x="812" y="156"/>
                  </a:lnTo>
                  <a:lnTo>
                    <a:pt x="818" y="152"/>
                  </a:lnTo>
                  <a:lnTo>
                    <a:pt x="801" y="129"/>
                  </a:lnTo>
                  <a:lnTo>
                    <a:pt x="801" y="128"/>
                  </a:lnTo>
                  <a:lnTo>
                    <a:pt x="779" y="101"/>
                  </a:lnTo>
                  <a:lnTo>
                    <a:pt x="759" y="78"/>
                  </a:lnTo>
                  <a:lnTo>
                    <a:pt x="737" y="54"/>
                  </a:lnTo>
                  <a:lnTo>
                    <a:pt x="730" y="59"/>
                  </a:lnTo>
                  <a:lnTo>
                    <a:pt x="737" y="54"/>
                  </a:lnTo>
                  <a:lnTo>
                    <a:pt x="720" y="35"/>
                  </a:lnTo>
                  <a:lnTo>
                    <a:pt x="717" y="34"/>
                  </a:lnTo>
                  <a:lnTo>
                    <a:pt x="690" y="19"/>
                  </a:lnTo>
                  <a:lnTo>
                    <a:pt x="675" y="10"/>
                  </a:lnTo>
                  <a:lnTo>
                    <a:pt x="675" y="9"/>
                  </a:lnTo>
                  <a:lnTo>
                    <a:pt x="653" y="0"/>
                  </a:lnTo>
                  <a:lnTo>
                    <a:pt x="649" y="0"/>
                  </a:lnTo>
                  <a:lnTo>
                    <a:pt x="627" y="0"/>
                  </a:lnTo>
                  <a:lnTo>
                    <a:pt x="605" y="0"/>
                  </a:lnTo>
                  <a:lnTo>
                    <a:pt x="603" y="0"/>
                  </a:lnTo>
                  <a:lnTo>
                    <a:pt x="582" y="9"/>
                  </a:lnTo>
                  <a:lnTo>
                    <a:pt x="560" y="18"/>
                  </a:lnTo>
                  <a:lnTo>
                    <a:pt x="557" y="19"/>
                  </a:lnTo>
                  <a:lnTo>
                    <a:pt x="541" y="34"/>
                  </a:lnTo>
                  <a:lnTo>
                    <a:pt x="541" y="35"/>
                  </a:lnTo>
                  <a:lnTo>
                    <a:pt x="520" y="54"/>
                  </a:lnTo>
                  <a:lnTo>
                    <a:pt x="498" y="78"/>
                  </a:lnTo>
                  <a:lnTo>
                    <a:pt x="476" y="101"/>
                  </a:lnTo>
                  <a:lnTo>
                    <a:pt x="475" y="101"/>
                  </a:lnTo>
                  <a:lnTo>
                    <a:pt x="453" y="128"/>
                  </a:lnTo>
                  <a:lnTo>
                    <a:pt x="459" y="133"/>
                  </a:lnTo>
                  <a:lnTo>
                    <a:pt x="453" y="128"/>
                  </a:lnTo>
                  <a:lnTo>
                    <a:pt x="432" y="151"/>
                  </a:lnTo>
                  <a:lnTo>
                    <a:pt x="432" y="152"/>
                  </a:lnTo>
                  <a:lnTo>
                    <a:pt x="410" y="186"/>
                  </a:lnTo>
                  <a:lnTo>
                    <a:pt x="417" y="190"/>
                  </a:lnTo>
                  <a:lnTo>
                    <a:pt x="410" y="186"/>
                  </a:lnTo>
                  <a:lnTo>
                    <a:pt x="393" y="209"/>
                  </a:lnTo>
                  <a:lnTo>
                    <a:pt x="400" y="213"/>
                  </a:lnTo>
                  <a:lnTo>
                    <a:pt x="393" y="208"/>
                  </a:lnTo>
                  <a:lnTo>
                    <a:pt x="371" y="235"/>
                  </a:lnTo>
                  <a:lnTo>
                    <a:pt x="378" y="240"/>
                  </a:lnTo>
                  <a:lnTo>
                    <a:pt x="373" y="235"/>
                  </a:lnTo>
                  <a:lnTo>
                    <a:pt x="346" y="263"/>
                  </a:lnTo>
                  <a:lnTo>
                    <a:pt x="344" y="265"/>
                  </a:lnTo>
                  <a:lnTo>
                    <a:pt x="329" y="288"/>
                  </a:lnTo>
                  <a:lnTo>
                    <a:pt x="335" y="292"/>
                  </a:lnTo>
                  <a:lnTo>
                    <a:pt x="330" y="285"/>
                  </a:lnTo>
                  <a:lnTo>
                    <a:pt x="308" y="303"/>
                  </a:lnTo>
                  <a:lnTo>
                    <a:pt x="308" y="305"/>
                  </a:lnTo>
                  <a:lnTo>
                    <a:pt x="286" y="328"/>
                  </a:lnTo>
                  <a:lnTo>
                    <a:pt x="285" y="328"/>
                  </a:lnTo>
                  <a:lnTo>
                    <a:pt x="269" y="347"/>
                  </a:lnTo>
                  <a:lnTo>
                    <a:pt x="276" y="352"/>
                  </a:lnTo>
                  <a:lnTo>
                    <a:pt x="272" y="346"/>
                  </a:lnTo>
                  <a:lnTo>
                    <a:pt x="245" y="364"/>
                  </a:lnTo>
                  <a:lnTo>
                    <a:pt x="223" y="378"/>
                  </a:lnTo>
                  <a:lnTo>
                    <a:pt x="222" y="378"/>
                  </a:lnTo>
                  <a:lnTo>
                    <a:pt x="205" y="392"/>
                  </a:lnTo>
                  <a:lnTo>
                    <a:pt x="210" y="399"/>
                  </a:lnTo>
                  <a:lnTo>
                    <a:pt x="207" y="391"/>
                  </a:lnTo>
                  <a:lnTo>
                    <a:pt x="187" y="400"/>
                  </a:lnTo>
                  <a:lnTo>
                    <a:pt x="165" y="409"/>
                  </a:lnTo>
                  <a:lnTo>
                    <a:pt x="164" y="411"/>
                  </a:lnTo>
                  <a:lnTo>
                    <a:pt x="142" y="425"/>
                  </a:lnTo>
                  <a:lnTo>
                    <a:pt x="145" y="431"/>
                  </a:lnTo>
                  <a:lnTo>
                    <a:pt x="144" y="423"/>
                  </a:lnTo>
                  <a:lnTo>
                    <a:pt x="122" y="427"/>
                  </a:lnTo>
                  <a:lnTo>
                    <a:pt x="102" y="432"/>
                  </a:lnTo>
                  <a:lnTo>
                    <a:pt x="100" y="432"/>
                  </a:lnTo>
                  <a:lnTo>
                    <a:pt x="84" y="438"/>
                  </a:lnTo>
                  <a:lnTo>
                    <a:pt x="86" y="445"/>
                  </a:lnTo>
                  <a:lnTo>
                    <a:pt x="85" y="438"/>
                  </a:lnTo>
                  <a:lnTo>
                    <a:pt x="63" y="442"/>
                  </a:lnTo>
                  <a:lnTo>
                    <a:pt x="64" y="449"/>
                  </a:lnTo>
                  <a:lnTo>
                    <a:pt x="64" y="442"/>
                  </a:lnTo>
                  <a:lnTo>
                    <a:pt x="43" y="442"/>
                  </a:lnTo>
                  <a:lnTo>
                    <a:pt x="42" y="442"/>
                  </a:lnTo>
                  <a:lnTo>
                    <a:pt x="20" y="447"/>
                  </a:lnTo>
                  <a:lnTo>
                    <a:pt x="22" y="454"/>
                  </a:lnTo>
                  <a:lnTo>
                    <a:pt x="22" y="447"/>
                  </a:lnTo>
                  <a:lnTo>
                    <a:pt x="0" y="44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212" name="Rectangle 12">
              <a:extLst>
                <a:ext uri="{FF2B5EF4-FFF2-40B4-BE49-F238E27FC236}">
                  <a16:creationId xmlns:a16="http://schemas.microsoft.com/office/drawing/2014/main" id="{2FA37750-5F6E-091F-3436-E3E9817637D1}"/>
                </a:ext>
              </a:extLst>
            </p:cNvPr>
            <p:cNvSpPr>
              <a:spLocks noChangeArrowheads="1"/>
            </p:cNvSpPr>
            <p:nvPr/>
          </p:nvSpPr>
          <p:spPr bwMode="auto">
            <a:xfrm rot="-2907112">
              <a:off x="1687" y="66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13" name="Rectangle 13">
              <a:extLst>
                <a:ext uri="{FF2B5EF4-FFF2-40B4-BE49-F238E27FC236}">
                  <a16:creationId xmlns:a16="http://schemas.microsoft.com/office/drawing/2014/main" id="{CDD6BFEC-C295-DF23-8201-11A7925105AA}"/>
                </a:ext>
              </a:extLst>
            </p:cNvPr>
            <p:cNvSpPr>
              <a:spLocks noChangeArrowheads="1"/>
            </p:cNvSpPr>
            <p:nvPr/>
          </p:nvSpPr>
          <p:spPr bwMode="auto">
            <a:xfrm rot="-2907112">
              <a:off x="1574" y="65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14" name="Rectangle 14">
              <a:extLst>
                <a:ext uri="{FF2B5EF4-FFF2-40B4-BE49-F238E27FC236}">
                  <a16:creationId xmlns:a16="http://schemas.microsoft.com/office/drawing/2014/main" id="{DE2E1335-D072-E545-89D0-86CE3D296050}"/>
                </a:ext>
              </a:extLst>
            </p:cNvPr>
            <p:cNvSpPr>
              <a:spLocks noChangeArrowheads="1"/>
            </p:cNvSpPr>
            <p:nvPr/>
          </p:nvSpPr>
          <p:spPr bwMode="auto">
            <a:xfrm rot="-2907112">
              <a:off x="2444" y="659"/>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15" name="Rectangle 15">
              <a:extLst>
                <a:ext uri="{FF2B5EF4-FFF2-40B4-BE49-F238E27FC236}">
                  <a16:creationId xmlns:a16="http://schemas.microsoft.com/office/drawing/2014/main" id="{601E6BF0-92F6-8D4C-D9E0-3692938317A5}"/>
                </a:ext>
              </a:extLst>
            </p:cNvPr>
            <p:cNvSpPr>
              <a:spLocks noChangeArrowheads="1"/>
            </p:cNvSpPr>
            <p:nvPr/>
          </p:nvSpPr>
          <p:spPr bwMode="auto">
            <a:xfrm rot="-2907112">
              <a:off x="1752" y="66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16" name="Rectangle 16">
              <a:extLst>
                <a:ext uri="{FF2B5EF4-FFF2-40B4-BE49-F238E27FC236}">
                  <a16:creationId xmlns:a16="http://schemas.microsoft.com/office/drawing/2014/main" id="{64BD31E2-19A0-85F7-BB8D-2D0D598A4869}"/>
                </a:ext>
              </a:extLst>
            </p:cNvPr>
            <p:cNvSpPr>
              <a:spLocks noChangeArrowheads="1"/>
            </p:cNvSpPr>
            <p:nvPr/>
          </p:nvSpPr>
          <p:spPr bwMode="auto">
            <a:xfrm rot="-2907112">
              <a:off x="2348" y="650"/>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17" name="Rectangle 17">
              <a:extLst>
                <a:ext uri="{FF2B5EF4-FFF2-40B4-BE49-F238E27FC236}">
                  <a16:creationId xmlns:a16="http://schemas.microsoft.com/office/drawing/2014/main" id="{63144FAE-BD60-1223-151A-35A603AE1BC8}"/>
                </a:ext>
              </a:extLst>
            </p:cNvPr>
            <p:cNvSpPr>
              <a:spLocks noChangeArrowheads="1"/>
            </p:cNvSpPr>
            <p:nvPr/>
          </p:nvSpPr>
          <p:spPr bwMode="auto">
            <a:xfrm rot="-2907112">
              <a:off x="1413" y="66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18" name="Rectangle 18">
              <a:extLst>
                <a:ext uri="{FF2B5EF4-FFF2-40B4-BE49-F238E27FC236}">
                  <a16:creationId xmlns:a16="http://schemas.microsoft.com/office/drawing/2014/main" id="{7C7C46A1-02A6-D05A-7BC4-79E9C05B52D4}"/>
                </a:ext>
              </a:extLst>
            </p:cNvPr>
            <p:cNvSpPr>
              <a:spLocks noChangeArrowheads="1"/>
            </p:cNvSpPr>
            <p:nvPr/>
          </p:nvSpPr>
          <p:spPr bwMode="auto">
            <a:xfrm rot="-2907112">
              <a:off x="1782" y="66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19" name="Rectangle 19">
              <a:extLst>
                <a:ext uri="{FF2B5EF4-FFF2-40B4-BE49-F238E27FC236}">
                  <a16:creationId xmlns:a16="http://schemas.microsoft.com/office/drawing/2014/main" id="{11F0D5E5-3C5F-0B05-187D-D6C5AAE321B5}"/>
                </a:ext>
              </a:extLst>
            </p:cNvPr>
            <p:cNvSpPr>
              <a:spLocks noChangeArrowheads="1"/>
            </p:cNvSpPr>
            <p:nvPr/>
          </p:nvSpPr>
          <p:spPr bwMode="auto">
            <a:xfrm rot="-2907112">
              <a:off x="1840" y="661"/>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20" name="Rectangle 20">
              <a:extLst>
                <a:ext uri="{FF2B5EF4-FFF2-40B4-BE49-F238E27FC236}">
                  <a16:creationId xmlns:a16="http://schemas.microsoft.com/office/drawing/2014/main" id="{5941C372-F314-38B7-D6FE-055C9A21CBCE}"/>
                </a:ext>
              </a:extLst>
            </p:cNvPr>
            <p:cNvSpPr>
              <a:spLocks noChangeArrowheads="1"/>
            </p:cNvSpPr>
            <p:nvPr/>
          </p:nvSpPr>
          <p:spPr bwMode="auto">
            <a:xfrm rot="-2907112">
              <a:off x="1877" y="665"/>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21" name="Rectangle 21">
              <a:extLst>
                <a:ext uri="{FF2B5EF4-FFF2-40B4-BE49-F238E27FC236}">
                  <a16:creationId xmlns:a16="http://schemas.microsoft.com/office/drawing/2014/main" id="{79A7CCA0-A4A6-7107-CA67-92478D8184B6}"/>
                </a:ext>
              </a:extLst>
            </p:cNvPr>
            <p:cNvSpPr>
              <a:spLocks noChangeArrowheads="1"/>
            </p:cNvSpPr>
            <p:nvPr/>
          </p:nvSpPr>
          <p:spPr bwMode="auto">
            <a:xfrm rot="-2907112">
              <a:off x="1912" y="65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22" name="Rectangle 22">
              <a:extLst>
                <a:ext uri="{FF2B5EF4-FFF2-40B4-BE49-F238E27FC236}">
                  <a16:creationId xmlns:a16="http://schemas.microsoft.com/office/drawing/2014/main" id="{816D1E13-0747-320E-DD2C-2D321DA04EBB}"/>
                </a:ext>
              </a:extLst>
            </p:cNvPr>
            <p:cNvSpPr>
              <a:spLocks noChangeArrowheads="1"/>
            </p:cNvSpPr>
            <p:nvPr/>
          </p:nvSpPr>
          <p:spPr bwMode="auto">
            <a:xfrm rot="-2907112">
              <a:off x="1732" y="65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23" name="Rectangle 23">
              <a:extLst>
                <a:ext uri="{FF2B5EF4-FFF2-40B4-BE49-F238E27FC236}">
                  <a16:creationId xmlns:a16="http://schemas.microsoft.com/office/drawing/2014/main" id="{4D094463-3231-6A62-4F5B-A0704213190E}"/>
                </a:ext>
              </a:extLst>
            </p:cNvPr>
            <p:cNvSpPr>
              <a:spLocks noChangeArrowheads="1"/>
            </p:cNvSpPr>
            <p:nvPr/>
          </p:nvSpPr>
          <p:spPr bwMode="auto">
            <a:xfrm rot="-2907112">
              <a:off x="2060" y="66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24" name="Rectangle 24">
              <a:extLst>
                <a:ext uri="{FF2B5EF4-FFF2-40B4-BE49-F238E27FC236}">
                  <a16:creationId xmlns:a16="http://schemas.microsoft.com/office/drawing/2014/main" id="{F3084D99-F599-0045-BBB1-E0239101339E}"/>
                </a:ext>
              </a:extLst>
            </p:cNvPr>
            <p:cNvSpPr>
              <a:spLocks noChangeArrowheads="1"/>
            </p:cNvSpPr>
            <p:nvPr/>
          </p:nvSpPr>
          <p:spPr bwMode="auto">
            <a:xfrm rot="-2907112">
              <a:off x="2303" y="651"/>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25" name="Rectangle 25">
              <a:extLst>
                <a:ext uri="{FF2B5EF4-FFF2-40B4-BE49-F238E27FC236}">
                  <a16:creationId xmlns:a16="http://schemas.microsoft.com/office/drawing/2014/main" id="{2A642CDA-28FE-CCDA-C42F-83B51BD2E3CD}"/>
                </a:ext>
              </a:extLst>
            </p:cNvPr>
            <p:cNvSpPr>
              <a:spLocks noChangeArrowheads="1"/>
            </p:cNvSpPr>
            <p:nvPr/>
          </p:nvSpPr>
          <p:spPr bwMode="auto">
            <a:xfrm rot="-2907112">
              <a:off x="2397" y="669"/>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26" name="Rectangle 26">
              <a:extLst>
                <a:ext uri="{FF2B5EF4-FFF2-40B4-BE49-F238E27FC236}">
                  <a16:creationId xmlns:a16="http://schemas.microsoft.com/office/drawing/2014/main" id="{675F4B3E-0BF4-4361-F14C-E7466B566EC6}"/>
                </a:ext>
              </a:extLst>
            </p:cNvPr>
            <p:cNvSpPr>
              <a:spLocks noChangeArrowheads="1"/>
            </p:cNvSpPr>
            <p:nvPr/>
          </p:nvSpPr>
          <p:spPr bwMode="auto">
            <a:xfrm rot="-2907112">
              <a:off x="2265" y="65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27" name="Rectangle 27">
              <a:extLst>
                <a:ext uri="{FF2B5EF4-FFF2-40B4-BE49-F238E27FC236}">
                  <a16:creationId xmlns:a16="http://schemas.microsoft.com/office/drawing/2014/main" id="{86260089-33F0-04A6-567B-823A187878E7}"/>
                </a:ext>
              </a:extLst>
            </p:cNvPr>
            <p:cNvSpPr>
              <a:spLocks noChangeArrowheads="1"/>
            </p:cNvSpPr>
            <p:nvPr/>
          </p:nvSpPr>
          <p:spPr bwMode="auto">
            <a:xfrm rot="-2907112">
              <a:off x="2207" y="67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28" name="Rectangle 28">
              <a:extLst>
                <a:ext uri="{FF2B5EF4-FFF2-40B4-BE49-F238E27FC236}">
                  <a16:creationId xmlns:a16="http://schemas.microsoft.com/office/drawing/2014/main" id="{E4D3608B-B594-B210-9459-C881C52504CE}"/>
                </a:ext>
              </a:extLst>
            </p:cNvPr>
            <p:cNvSpPr>
              <a:spLocks noChangeArrowheads="1"/>
            </p:cNvSpPr>
            <p:nvPr/>
          </p:nvSpPr>
          <p:spPr bwMode="auto">
            <a:xfrm rot="-2907112">
              <a:off x="2310" y="669"/>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29" name="Rectangle 29">
              <a:extLst>
                <a:ext uri="{FF2B5EF4-FFF2-40B4-BE49-F238E27FC236}">
                  <a16:creationId xmlns:a16="http://schemas.microsoft.com/office/drawing/2014/main" id="{1EDD97FB-340A-69EB-A0F6-3212D7DDBA54}"/>
                </a:ext>
              </a:extLst>
            </p:cNvPr>
            <p:cNvSpPr>
              <a:spLocks noChangeArrowheads="1"/>
            </p:cNvSpPr>
            <p:nvPr/>
          </p:nvSpPr>
          <p:spPr bwMode="auto">
            <a:xfrm rot="-2907112">
              <a:off x="2492" y="66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30" name="Rectangle 30">
              <a:extLst>
                <a:ext uri="{FF2B5EF4-FFF2-40B4-BE49-F238E27FC236}">
                  <a16:creationId xmlns:a16="http://schemas.microsoft.com/office/drawing/2014/main" id="{60B9F211-2A90-C4A1-60B9-DC4A2D9384AD}"/>
                </a:ext>
              </a:extLst>
            </p:cNvPr>
            <p:cNvSpPr>
              <a:spLocks noChangeArrowheads="1"/>
            </p:cNvSpPr>
            <p:nvPr/>
          </p:nvSpPr>
          <p:spPr bwMode="auto">
            <a:xfrm rot="-2907112">
              <a:off x="2557" y="665"/>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31" name="Rectangle 31">
              <a:extLst>
                <a:ext uri="{FF2B5EF4-FFF2-40B4-BE49-F238E27FC236}">
                  <a16:creationId xmlns:a16="http://schemas.microsoft.com/office/drawing/2014/main" id="{12AEDB15-6703-4260-2438-A9B5E3F52A66}"/>
                </a:ext>
              </a:extLst>
            </p:cNvPr>
            <p:cNvSpPr>
              <a:spLocks noChangeArrowheads="1"/>
            </p:cNvSpPr>
            <p:nvPr/>
          </p:nvSpPr>
          <p:spPr bwMode="auto">
            <a:xfrm rot="-2907112">
              <a:off x="2767" y="660"/>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nvGrpSpPr>
          <p:cNvPr id="46084" name="Group 32">
            <a:extLst>
              <a:ext uri="{FF2B5EF4-FFF2-40B4-BE49-F238E27FC236}">
                <a16:creationId xmlns:a16="http://schemas.microsoft.com/office/drawing/2014/main" id="{0CBF2ACB-536C-56DD-D450-5351F18BCA25}"/>
              </a:ext>
            </a:extLst>
          </p:cNvPr>
          <p:cNvGrpSpPr>
            <a:grpSpLocks/>
          </p:cNvGrpSpPr>
          <p:nvPr/>
        </p:nvGrpSpPr>
        <p:grpSpPr bwMode="auto">
          <a:xfrm>
            <a:off x="342900" y="481013"/>
            <a:ext cx="3411538" cy="503237"/>
            <a:chOff x="3198" y="2229"/>
            <a:chExt cx="2149" cy="317"/>
          </a:xfrm>
        </p:grpSpPr>
        <p:sp>
          <p:nvSpPr>
            <p:cNvPr id="46178" name="Line 33">
              <a:extLst>
                <a:ext uri="{FF2B5EF4-FFF2-40B4-BE49-F238E27FC236}">
                  <a16:creationId xmlns:a16="http://schemas.microsoft.com/office/drawing/2014/main" id="{F212D26E-45EE-D5EA-61BD-D2246B52B5B5}"/>
                </a:ext>
              </a:extLst>
            </p:cNvPr>
            <p:cNvSpPr>
              <a:spLocks noChangeShapeType="1"/>
            </p:cNvSpPr>
            <p:nvPr/>
          </p:nvSpPr>
          <p:spPr bwMode="auto">
            <a:xfrm>
              <a:off x="3198" y="2513"/>
              <a:ext cx="214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79" name="Line 34">
              <a:extLst>
                <a:ext uri="{FF2B5EF4-FFF2-40B4-BE49-F238E27FC236}">
                  <a16:creationId xmlns:a16="http://schemas.microsoft.com/office/drawing/2014/main" id="{A56223B3-98F1-4DC2-77B7-DB8C6D423F9D}"/>
                </a:ext>
              </a:extLst>
            </p:cNvPr>
            <p:cNvSpPr>
              <a:spLocks noChangeShapeType="1"/>
            </p:cNvSpPr>
            <p:nvPr/>
          </p:nvSpPr>
          <p:spPr bwMode="auto">
            <a:xfrm flipV="1">
              <a:off x="3502" y="2488"/>
              <a:ext cx="5"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80" name="Line 35">
              <a:extLst>
                <a:ext uri="{FF2B5EF4-FFF2-40B4-BE49-F238E27FC236}">
                  <a16:creationId xmlns:a16="http://schemas.microsoft.com/office/drawing/2014/main" id="{A52E9F54-304D-E4EC-FA40-3889A0CA36F6}"/>
                </a:ext>
              </a:extLst>
            </p:cNvPr>
            <p:cNvSpPr>
              <a:spLocks noChangeShapeType="1"/>
            </p:cNvSpPr>
            <p:nvPr/>
          </p:nvSpPr>
          <p:spPr bwMode="auto">
            <a:xfrm flipV="1">
              <a:off x="4421" y="2488"/>
              <a:ext cx="1"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81" name="Line 36">
              <a:extLst>
                <a:ext uri="{FF2B5EF4-FFF2-40B4-BE49-F238E27FC236}">
                  <a16:creationId xmlns:a16="http://schemas.microsoft.com/office/drawing/2014/main" id="{9059023F-68C1-9E7F-4700-CABD1A2D6D69}"/>
                </a:ext>
              </a:extLst>
            </p:cNvPr>
            <p:cNvSpPr>
              <a:spLocks noChangeShapeType="1"/>
            </p:cNvSpPr>
            <p:nvPr/>
          </p:nvSpPr>
          <p:spPr bwMode="auto">
            <a:xfrm flipV="1">
              <a:off x="4730" y="2488"/>
              <a:ext cx="1"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82" name="Line 37">
              <a:extLst>
                <a:ext uri="{FF2B5EF4-FFF2-40B4-BE49-F238E27FC236}">
                  <a16:creationId xmlns:a16="http://schemas.microsoft.com/office/drawing/2014/main" id="{6229C2B9-510F-4310-F734-6121B777578F}"/>
                </a:ext>
              </a:extLst>
            </p:cNvPr>
            <p:cNvSpPr>
              <a:spLocks noChangeShapeType="1"/>
            </p:cNvSpPr>
            <p:nvPr/>
          </p:nvSpPr>
          <p:spPr bwMode="auto">
            <a:xfrm flipV="1">
              <a:off x="5038" y="2488"/>
              <a:ext cx="1" cy="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83" name="Line 38">
              <a:extLst>
                <a:ext uri="{FF2B5EF4-FFF2-40B4-BE49-F238E27FC236}">
                  <a16:creationId xmlns:a16="http://schemas.microsoft.com/office/drawing/2014/main" id="{0F8034A6-9F62-248C-82A8-D14805005AD5}"/>
                </a:ext>
              </a:extLst>
            </p:cNvPr>
            <p:cNvSpPr>
              <a:spLocks noChangeShapeType="1"/>
            </p:cNvSpPr>
            <p:nvPr/>
          </p:nvSpPr>
          <p:spPr bwMode="auto">
            <a:xfrm>
              <a:off x="3198" y="2229"/>
              <a:ext cx="2" cy="28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84" name="Rectangle 39">
              <a:extLst>
                <a:ext uri="{FF2B5EF4-FFF2-40B4-BE49-F238E27FC236}">
                  <a16:creationId xmlns:a16="http://schemas.microsoft.com/office/drawing/2014/main" id="{93A67EDC-57D2-E4FF-9CEB-4B13FA75DC22}"/>
                </a:ext>
              </a:extLst>
            </p:cNvPr>
            <p:cNvSpPr>
              <a:spLocks noChangeArrowheads="1"/>
            </p:cNvSpPr>
            <p:nvPr/>
          </p:nvSpPr>
          <p:spPr bwMode="auto">
            <a:xfrm rot="-2907112">
              <a:off x="3841" y="2487"/>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85" name="Rectangle 40">
              <a:extLst>
                <a:ext uri="{FF2B5EF4-FFF2-40B4-BE49-F238E27FC236}">
                  <a16:creationId xmlns:a16="http://schemas.microsoft.com/office/drawing/2014/main" id="{B51C52B0-DADE-37C6-F7C3-63463C8BC7F6}"/>
                </a:ext>
              </a:extLst>
            </p:cNvPr>
            <p:cNvSpPr>
              <a:spLocks noChangeArrowheads="1"/>
            </p:cNvSpPr>
            <p:nvPr/>
          </p:nvSpPr>
          <p:spPr bwMode="auto">
            <a:xfrm rot="-2907112">
              <a:off x="3728" y="248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86" name="Rectangle 41">
              <a:extLst>
                <a:ext uri="{FF2B5EF4-FFF2-40B4-BE49-F238E27FC236}">
                  <a16:creationId xmlns:a16="http://schemas.microsoft.com/office/drawing/2014/main" id="{617F524C-649A-BA4E-B9E7-BAF88765B045}"/>
                </a:ext>
              </a:extLst>
            </p:cNvPr>
            <p:cNvSpPr>
              <a:spLocks noChangeArrowheads="1"/>
            </p:cNvSpPr>
            <p:nvPr/>
          </p:nvSpPr>
          <p:spPr bwMode="auto">
            <a:xfrm rot="-2907112">
              <a:off x="4598" y="248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87" name="Rectangle 42">
              <a:extLst>
                <a:ext uri="{FF2B5EF4-FFF2-40B4-BE49-F238E27FC236}">
                  <a16:creationId xmlns:a16="http://schemas.microsoft.com/office/drawing/2014/main" id="{BDB88FD3-67E2-A5B7-89A1-9F8CCE0A6793}"/>
                </a:ext>
              </a:extLst>
            </p:cNvPr>
            <p:cNvSpPr>
              <a:spLocks noChangeArrowheads="1"/>
            </p:cNvSpPr>
            <p:nvPr/>
          </p:nvSpPr>
          <p:spPr bwMode="auto">
            <a:xfrm rot="-2907112">
              <a:off x="3906" y="248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88" name="Rectangle 43">
              <a:extLst>
                <a:ext uri="{FF2B5EF4-FFF2-40B4-BE49-F238E27FC236}">
                  <a16:creationId xmlns:a16="http://schemas.microsoft.com/office/drawing/2014/main" id="{B6E3DCFB-9FD2-804A-EFB3-841552738DCA}"/>
                </a:ext>
              </a:extLst>
            </p:cNvPr>
            <p:cNvSpPr>
              <a:spLocks noChangeArrowheads="1"/>
            </p:cNvSpPr>
            <p:nvPr/>
          </p:nvSpPr>
          <p:spPr bwMode="auto">
            <a:xfrm rot="-2907112">
              <a:off x="4502" y="247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89" name="Rectangle 44">
              <a:extLst>
                <a:ext uri="{FF2B5EF4-FFF2-40B4-BE49-F238E27FC236}">
                  <a16:creationId xmlns:a16="http://schemas.microsoft.com/office/drawing/2014/main" id="{1F9B4FD3-A369-A2BB-86BC-0E95DF709EBB}"/>
                </a:ext>
              </a:extLst>
            </p:cNvPr>
            <p:cNvSpPr>
              <a:spLocks noChangeArrowheads="1"/>
            </p:cNvSpPr>
            <p:nvPr/>
          </p:nvSpPr>
          <p:spPr bwMode="auto">
            <a:xfrm rot="-2907112">
              <a:off x="3567" y="2487"/>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90" name="Rectangle 45">
              <a:extLst>
                <a:ext uri="{FF2B5EF4-FFF2-40B4-BE49-F238E27FC236}">
                  <a16:creationId xmlns:a16="http://schemas.microsoft.com/office/drawing/2014/main" id="{658285CE-8E19-EDDC-459F-6C5A2A28E8F9}"/>
                </a:ext>
              </a:extLst>
            </p:cNvPr>
            <p:cNvSpPr>
              <a:spLocks noChangeArrowheads="1"/>
            </p:cNvSpPr>
            <p:nvPr/>
          </p:nvSpPr>
          <p:spPr bwMode="auto">
            <a:xfrm rot="-2907112">
              <a:off x="3936" y="2486"/>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91" name="Rectangle 46">
              <a:extLst>
                <a:ext uri="{FF2B5EF4-FFF2-40B4-BE49-F238E27FC236}">
                  <a16:creationId xmlns:a16="http://schemas.microsoft.com/office/drawing/2014/main" id="{EF6CC997-AC77-6AB6-2805-1796AF88C2C8}"/>
                </a:ext>
              </a:extLst>
            </p:cNvPr>
            <p:cNvSpPr>
              <a:spLocks noChangeArrowheads="1"/>
            </p:cNvSpPr>
            <p:nvPr/>
          </p:nvSpPr>
          <p:spPr bwMode="auto">
            <a:xfrm rot="-2907112">
              <a:off x="3994" y="2485"/>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92" name="Rectangle 47">
              <a:extLst>
                <a:ext uri="{FF2B5EF4-FFF2-40B4-BE49-F238E27FC236}">
                  <a16:creationId xmlns:a16="http://schemas.microsoft.com/office/drawing/2014/main" id="{5FC2771D-823A-1265-A8CC-436115882926}"/>
                </a:ext>
              </a:extLst>
            </p:cNvPr>
            <p:cNvSpPr>
              <a:spLocks noChangeArrowheads="1"/>
            </p:cNvSpPr>
            <p:nvPr/>
          </p:nvSpPr>
          <p:spPr bwMode="auto">
            <a:xfrm rot="-2907112">
              <a:off x="4031" y="2489"/>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93" name="Rectangle 48">
              <a:extLst>
                <a:ext uri="{FF2B5EF4-FFF2-40B4-BE49-F238E27FC236}">
                  <a16:creationId xmlns:a16="http://schemas.microsoft.com/office/drawing/2014/main" id="{171718C0-584C-30C5-5929-7CAD96F3600C}"/>
                </a:ext>
              </a:extLst>
            </p:cNvPr>
            <p:cNvSpPr>
              <a:spLocks noChangeArrowheads="1"/>
            </p:cNvSpPr>
            <p:nvPr/>
          </p:nvSpPr>
          <p:spPr bwMode="auto">
            <a:xfrm rot="-2907112">
              <a:off x="4066" y="2477"/>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94" name="Rectangle 49">
              <a:extLst>
                <a:ext uri="{FF2B5EF4-FFF2-40B4-BE49-F238E27FC236}">
                  <a16:creationId xmlns:a16="http://schemas.microsoft.com/office/drawing/2014/main" id="{3D817D1B-8A56-89FD-5335-DF51453C10BF}"/>
                </a:ext>
              </a:extLst>
            </p:cNvPr>
            <p:cNvSpPr>
              <a:spLocks noChangeArrowheads="1"/>
            </p:cNvSpPr>
            <p:nvPr/>
          </p:nvSpPr>
          <p:spPr bwMode="auto">
            <a:xfrm rot="-2907112">
              <a:off x="3886" y="2476"/>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95" name="Rectangle 50">
              <a:extLst>
                <a:ext uri="{FF2B5EF4-FFF2-40B4-BE49-F238E27FC236}">
                  <a16:creationId xmlns:a16="http://schemas.microsoft.com/office/drawing/2014/main" id="{B9C19757-7DFE-A36F-A83B-EE29D6008736}"/>
                </a:ext>
              </a:extLst>
            </p:cNvPr>
            <p:cNvSpPr>
              <a:spLocks noChangeArrowheads="1"/>
            </p:cNvSpPr>
            <p:nvPr/>
          </p:nvSpPr>
          <p:spPr bwMode="auto">
            <a:xfrm rot="-2907112">
              <a:off x="4214" y="249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96" name="Rectangle 51">
              <a:extLst>
                <a:ext uri="{FF2B5EF4-FFF2-40B4-BE49-F238E27FC236}">
                  <a16:creationId xmlns:a16="http://schemas.microsoft.com/office/drawing/2014/main" id="{27E1DC48-876E-C7C8-0BDD-198E65FA9842}"/>
                </a:ext>
              </a:extLst>
            </p:cNvPr>
            <p:cNvSpPr>
              <a:spLocks noChangeArrowheads="1"/>
            </p:cNvSpPr>
            <p:nvPr/>
          </p:nvSpPr>
          <p:spPr bwMode="auto">
            <a:xfrm rot="-2907112">
              <a:off x="4457" y="2475"/>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97" name="Rectangle 52">
              <a:extLst>
                <a:ext uri="{FF2B5EF4-FFF2-40B4-BE49-F238E27FC236}">
                  <a16:creationId xmlns:a16="http://schemas.microsoft.com/office/drawing/2014/main" id="{8700281D-DD4F-E4BE-D059-EB53A80FDDE2}"/>
                </a:ext>
              </a:extLst>
            </p:cNvPr>
            <p:cNvSpPr>
              <a:spLocks noChangeArrowheads="1"/>
            </p:cNvSpPr>
            <p:nvPr/>
          </p:nvSpPr>
          <p:spPr bwMode="auto">
            <a:xfrm rot="-2907112">
              <a:off x="4551" y="249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98" name="Rectangle 53">
              <a:extLst>
                <a:ext uri="{FF2B5EF4-FFF2-40B4-BE49-F238E27FC236}">
                  <a16:creationId xmlns:a16="http://schemas.microsoft.com/office/drawing/2014/main" id="{AC37BA37-CA6E-C490-17EC-011B7426AE3B}"/>
                </a:ext>
              </a:extLst>
            </p:cNvPr>
            <p:cNvSpPr>
              <a:spLocks noChangeArrowheads="1"/>
            </p:cNvSpPr>
            <p:nvPr/>
          </p:nvSpPr>
          <p:spPr bwMode="auto">
            <a:xfrm rot="-2907112">
              <a:off x="4419" y="248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99" name="Rectangle 54">
              <a:extLst>
                <a:ext uri="{FF2B5EF4-FFF2-40B4-BE49-F238E27FC236}">
                  <a16:creationId xmlns:a16="http://schemas.microsoft.com/office/drawing/2014/main" id="{9FC24F24-512F-6F88-5023-A6B57A632488}"/>
                </a:ext>
              </a:extLst>
            </p:cNvPr>
            <p:cNvSpPr>
              <a:spLocks noChangeArrowheads="1"/>
            </p:cNvSpPr>
            <p:nvPr/>
          </p:nvSpPr>
          <p:spPr bwMode="auto">
            <a:xfrm rot="-2907112">
              <a:off x="4361" y="249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00" name="Rectangle 55">
              <a:extLst>
                <a:ext uri="{FF2B5EF4-FFF2-40B4-BE49-F238E27FC236}">
                  <a16:creationId xmlns:a16="http://schemas.microsoft.com/office/drawing/2014/main" id="{2654D002-C7E4-E8E6-5BBA-F2665410873C}"/>
                </a:ext>
              </a:extLst>
            </p:cNvPr>
            <p:cNvSpPr>
              <a:spLocks noChangeArrowheads="1"/>
            </p:cNvSpPr>
            <p:nvPr/>
          </p:nvSpPr>
          <p:spPr bwMode="auto">
            <a:xfrm rot="-2907112">
              <a:off x="4464" y="249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01" name="Rectangle 56">
              <a:extLst>
                <a:ext uri="{FF2B5EF4-FFF2-40B4-BE49-F238E27FC236}">
                  <a16:creationId xmlns:a16="http://schemas.microsoft.com/office/drawing/2014/main" id="{7C032F89-D20C-E573-6B4C-125873381A2F}"/>
                </a:ext>
              </a:extLst>
            </p:cNvPr>
            <p:cNvSpPr>
              <a:spLocks noChangeArrowheads="1"/>
            </p:cNvSpPr>
            <p:nvPr/>
          </p:nvSpPr>
          <p:spPr bwMode="auto">
            <a:xfrm rot="-2907112">
              <a:off x="4646" y="249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02" name="Rectangle 57">
              <a:extLst>
                <a:ext uri="{FF2B5EF4-FFF2-40B4-BE49-F238E27FC236}">
                  <a16:creationId xmlns:a16="http://schemas.microsoft.com/office/drawing/2014/main" id="{651C8784-8B28-0099-2E57-7F02DDE3C879}"/>
                </a:ext>
              </a:extLst>
            </p:cNvPr>
            <p:cNvSpPr>
              <a:spLocks noChangeArrowheads="1"/>
            </p:cNvSpPr>
            <p:nvPr/>
          </p:nvSpPr>
          <p:spPr bwMode="auto">
            <a:xfrm rot="-2907112">
              <a:off x="4711" y="2489"/>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203" name="Rectangle 58">
              <a:extLst>
                <a:ext uri="{FF2B5EF4-FFF2-40B4-BE49-F238E27FC236}">
                  <a16:creationId xmlns:a16="http://schemas.microsoft.com/office/drawing/2014/main" id="{2773CD8B-AE14-5AEA-DE12-630E9DCAABE5}"/>
                </a:ext>
              </a:extLst>
            </p:cNvPr>
            <p:cNvSpPr>
              <a:spLocks noChangeArrowheads="1"/>
            </p:cNvSpPr>
            <p:nvPr/>
          </p:nvSpPr>
          <p:spPr bwMode="auto">
            <a:xfrm rot="-2907112">
              <a:off x="4921" y="248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nvGrpSpPr>
          <p:cNvPr id="46085" name="Group 59">
            <a:extLst>
              <a:ext uri="{FF2B5EF4-FFF2-40B4-BE49-F238E27FC236}">
                <a16:creationId xmlns:a16="http://schemas.microsoft.com/office/drawing/2014/main" id="{0D82818C-0385-695D-FE88-F7D98CA1E296}"/>
              </a:ext>
            </a:extLst>
          </p:cNvPr>
          <p:cNvGrpSpPr>
            <a:grpSpLocks/>
          </p:cNvGrpSpPr>
          <p:nvPr/>
        </p:nvGrpSpPr>
        <p:grpSpPr bwMode="auto">
          <a:xfrm rot="-2907112">
            <a:off x="7204075" y="2428875"/>
            <a:ext cx="1524000" cy="1676400"/>
            <a:chOff x="2352" y="2304"/>
            <a:chExt cx="960" cy="1056"/>
          </a:xfrm>
        </p:grpSpPr>
        <p:sp>
          <p:nvSpPr>
            <p:cNvPr id="46158" name="Rectangle 60">
              <a:extLst>
                <a:ext uri="{FF2B5EF4-FFF2-40B4-BE49-F238E27FC236}">
                  <a16:creationId xmlns:a16="http://schemas.microsoft.com/office/drawing/2014/main" id="{5957708A-A0C2-0F14-115E-6414E4B1F79E}"/>
                </a:ext>
              </a:extLst>
            </p:cNvPr>
            <p:cNvSpPr>
              <a:spLocks noChangeArrowheads="1"/>
            </p:cNvSpPr>
            <p:nvPr/>
          </p:nvSpPr>
          <p:spPr bwMode="auto">
            <a:xfrm>
              <a:off x="2352" y="244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59" name="Rectangle 61">
              <a:extLst>
                <a:ext uri="{FF2B5EF4-FFF2-40B4-BE49-F238E27FC236}">
                  <a16:creationId xmlns:a16="http://schemas.microsoft.com/office/drawing/2014/main" id="{1AD39AD4-CE50-1996-7D74-F43F9C8F0E0B}"/>
                </a:ext>
              </a:extLst>
            </p:cNvPr>
            <p:cNvSpPr>
              <a:spLocks noChangeArrowheads="1"/>
            </p:cNvSpPr>
            <p:nvPr/>
          </p:nvSpPr>
          <p:spPr bwMode="auto">
            <a:xfrm>
              <a:off x="2448" y="230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60" name="Rectangle 62">
              <a:extLst>
                <a:ext uri="{FF2B5EF4-FFF2-40B4-BE49-F238E27FC236}">
                  <a16:creationId xmlns:a16="http://schemas.microsoft.com/office/drawing/2014/main" id="{E28ED155-59C1-5AD9-0CD3-8BB068EAF2DA}"/>
                </a:ext>
              </a:extLst>
            </p:cNvPr>
            <p:cNvSpPr>
              <a:spLocks noChangeArrowheads="1"/>
            </p:cNvSpPr>
            <p:nvPr/>
          </p:nvSpPr>
          <p:spPr bwMode="auto">
            <a:xfrm>
              <a:off x="2544" y="2640"/>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61" name="Rectangle 63">
              <a:extLst>
                <a:ext uri="{FF2B5EF4-FFF2-40B4-BE49-F238E27FC236}">
                  <a16:creationId xmlns:a16="http://schemas.microsoft.com/office/drawing/2014/main" id="{689585CF-E332-EF5E-3973-ABD4A2AC9E9B}"/>
                </a:ext>
              </a:extLst>
            </p:cNvPr>
            <p:cNvSpPr>
              <a:spLocks noChangeArrowheads="1"/>
            </p:cNvSpPr>
            <p:nvPr/>
          </p:nvSpPr>
          <p:spPr bwMode="auto">
            <a:xfrm>
              <a:off x="2736" y="244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62" name="Rectangle 64">
              <a:extLst>
                <a:ext uri="{FF2B5EF4-FFF2-40B4-BE49-F238E27FC236}">
                  <a16:creationId xmlns:a16="http://schemas.microsoft.com/office/drawing/2014/main" id="{5F8DAC6E-C9AB-C491-5F3E-CFFEC9A0191D}"/>
                </a:ext>
              </a:extLst>
            </p:cNvPr>
            <p:cNvSpPr>
              <a:spLocks noChangeArrowheads="1"/>
            </p:cNvSpPr>
            <p:nvPr/>
          </p:nvSpPr>
          <p:spPr bwMode="auto">
            <a:xfrm>
              <a:off x="2736" y="302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63" name="Rectangle 65">
              <a:extLst>
                <a:ext uri="{FF2B5EF4-FFF2-40B4-BE49-F238E27FC236}">
                  <a16:creationId xmlns:a16="http://schemas.microsoft.com/office/drawing/2014/main" id="{A58C04F9-6CB3-89C8-1B7C-9F1392DA9200}"/>
                </a:ext>
              </a:extLst>
            </p:cNvPr>
            <p:cNvSpPr>
              <a:spLocks noChangeArrowheads="1"/>
            </p:cNvSpPr>
            <p:nvPr/>
          </p:nvSpPr>
          <p:spPr bwMode="auto">
            <a:xfrm>
              <a:off x="2496" y="244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64" name="Rectangle 66">
              <a:extLst>
                <a:ext uri="{FF2B5EF4-FFF2-40B4-BE49-F238E27FC236}">
                  <a16:creationId xmlns:a16="http://schemas.microsoft.com/office/drawing/2014/main" id="{0F3C33DB-495C-7FF6-1C1C-2FFE7DB4AC73}"/>
                </a:ext>
              </a:extLst>
            </p:cNvPr>
            <p:cNvSpPr>
              <a:spLocks noChangeArrowheads="1"/>
            </p:cNvSpPr>
            <p:nvPr/>
          </p:nvSpPr>
          <p:spPr bwMode="auto">
            <a:xfrm>
              <a:off x="2640" y="2496"/>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65" name="Rectangle 67">
              <a:extLst>
                <a:ext uri="{FF2B5EF4-FFF2-40B4-BE49-F238E27FC236}">
                  <a16:creationId xmlns:a16="http://schemas.microsoft.com/office/drawing/2014/main" id="{781EBFA3-C51F-163F-F6C6-F8E2C2E38110}"/>
                </a:ext>
              </a:extLst>
            </p:cNvPr>
            <p:cNvSpPr>
              <a:spLocks noChangeArrowheads="1"/>
            </p:cNvSpPr>
            <p:nvPr/>
          </p:nvSpPr>
          <p:spPr bwMode="auto">
            <a:xfrm>
              <a:off x="2448" y="254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66" name="Rectangle 68">
              <a:extLst>
                <a:ext uri="{FF2B5EF4-FFF2-40B4-BE49-F238E27FC236}">
                  <a16:creationId xmlns:a16="http://schemas.microsoft.com/office/drawing/2014/main" id="{28E3BEC6-2D57-6B6B-E2ED-F4583B8586E1}"/>
                </a:ext>
              </a:extLst>
            </p:cNvPr>
            <p:cNvSpPr>
              <a:spLocks noChangeArrowheads="1"/>
            </p:cNvSpPr>
            <p:nvPr/>
          </p:nvSpPr>
          <p:spPr bwMode="auto">
            <a:xfrm>
              <a:off x="2640" y="2736"/>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67" name="Rectangle 69">
              <a:extLst>
                <a:ext uri="{FF2B5EF4-FFF2-40B4-BE49-F238E27FC236}">
                  <a16:creationId xmlns:a16="http://schemas.microsoft.com/office/drawing/2014/main" id="{D3005CAB-AE8A-427F-CA46-C12BC1F54BB8}"/>
                </a:ext>
              </a:extLst>
            </p:cNvPr>
            <p:cNvSpPr>
              <a:spLocks noChangeArrowheads="1"/>
            </p:cNvSpPr>
            <p:nvPr/>
          </p:nvSpPr>
          <p:spPr bwMode="auto">
            <a:xfrm>
              <a:off x="2928" y="278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68" name="Rectangle 70">
              <a:extLst>
                <a:ext uri="{FF2B5EF4-FFF2-40B4-BE49-F238E27FC236}">
                  <a16:creationId xmlns:a16="http://schemas.microsoft.com/office/drawing/2014/main" id="{DDAEF15C-0967-B98A-7DED-5510820E085A}"/>
                </a:ext>
              </a:extLst>
            </p:cNvPr>
            <p:cNvSpPr>
              <a:spLocks noChangeArrowheads="1"/>
            </p:cNvSpPr>
            <p:nvPr/>
          </p:nvSpPr>
          <p:spPr bwMode="auto">
            <a:xfrm>
              <a:off x="2688" y="292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69" name="Rectangle 71">
              <a:extLst>
                <a:ext uri="{FF2B5EF4-FFF2-40B4-BE49-F238E27FC236}">
                  <a16:creationId xmlns:a16="http://schemas.microsoft.com/office/drawing/2014/main" id="{17DB0365-6FBB-52B9-50ED-F846CF627A1D}"/>
                </a:ext>
              </a:extLst>
            </p:cNvPr>
            <p:cNvSpPr>
              <a:spLocks noChangeArrowheads="1"/>
            </p:cNvSpPr>
            <p:nvPr/>
          </p:nvSpPr>
          <p:spPr bwMode="auto">
            <a:xfrm>
              <a:off x="2784" y="278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70" name="Rectangle 72">
              <a:extLst>
                <a:ext uri="{FF2B5EF4-FFF2-40B4-BE49-F238E27FC236}">
                  <a16:creationId xmlns:a16="http://schemas.microsoft.com/office/drawing/2014/main" id="{F8C6C9B8-6306-AF79-4E16-19AC2BCF93AB}"/>
                </a:ext>
              </a:extLst>
            </p:cNvPr>
            <p:cNvSpPr>
              <a:spLocks noChangeArrowheads="1"/>
            </p:cNvSpPr>
            <p:nvPr/>
          </p:nvSpPr>
          <p:spPr bwMode="auto">
            <a:xfrm>
              <a:off x="2880" y="3120"/>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71" name="Rectangle 73">
              <a:extLst>
                <a:ext uri="{FF2B5EF4-FFF2-40B4-BE49-F238E27FC236}">
                  <a16:creationId xmlns:a16="http://schemas.microsoft.com/office/drawing/2014/main" id="{070D509A-CBFD-B6B5-4014-9F041924C9FB}"/>
                </a:ext>
              </a:extLst>
            </p:cNvPr>
            <p:cNvSpPr>
              <a:spLocks noChangeArrowheads="1"/>
            </p:cNvSpPr>
            <p:nvPr/>
          </p:nvSpPr>
          <p:spPr bwMode="auto">
            <a:xfrm>
              <a:off x="3072" y="2976"/>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72" name="Rectangle 74">
              <a:extLst>
                <a:ext uri="{FF2B5EF4-FFF2-40B4-BE49-F238E27FC236}">
                  <a16:creationId xmlns:a16="http://schemas.microsoft.com/office/drawing/2014/main" id="{03695C11-99E7-9AB1-5C28-718B208B6729}"/>
                </a:ext>
              </a:extLst>
            </p:cNvPr>
            <p:cNvSpPr>
              <a:spLocks noChangeArrowheads="1"/>
            </p:cNvSpPr>
            <p:nvPr/>
          </p:nvSpPr>
          <p:spPr bwMode="auto">
            <a:xfrm>
              <a:off x="3072" y="331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73" name="Rectangle 75">
              <a:extLst>
                <a:ext uri="{FF2B5EF4-FFF2-40B4-BE49-F238E27FC236}">
                  <a16:creationId xmlns:a16="http://schemas.microsoft.com/office/drawing/2014/main" id="{9527256E-1998-B657-5496-8205524D1168}"/>
                </a:ext>
              </a:extLst>
            </p:cNvPr>
            <p:cNvSpPr>
              <a:spLocks noChangeArrowheads="1"/>
            </p:cNvSpPr>
            <p:nvPr/>
          </p:nvSpPr>
          <p:spPr bwMode="auto">
            <a:xfrm>
              <a:off x="2880" y="2880"/>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74" name="Rectangle 76">
              <a:extLst>
                <a:ext uri="{FF2B5EF4-FFF2-40B4-BE49-F238E27FC236}">
                  <a16:creationId xmlns:a16="http://schemas.microsoft.com/office/drawing/2014/main" id="{AFB2DC4C-FF97-1FB1-F4E9-32587D993820}"/>
                </a:ext>
              </a:extLst>
            </p:cNvPr>
            <p:cNvSpPr>
              <a:spLocks noChangeArrowheads="1"/>
            </p:cNvSpPr>
            <p:nvPr/>
          </p:nvSpPr>
          <p:spPr bwMode="auto">
            <a:xfrm>
              <a:off x="2976" y="2976"/>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75" name="Rectangle 77">
              <a:extLst>
                <a:ext uri="{FF2B5EF4-FFF2-40B4-BE49-F238E27FC236}">
                  <a16:creationId xmlns:a16="http://schemas.microsoft.com/office/drawing/2014/main" id="{20514113-0BCF-918E-236D-4FDB2FE9BE06}"/>
                </a:ext>
              </a:extLst>
            </p:cNvPr>
            <p:cNvSpPr>
              <a:spLocks noChangeArrowheads="1"/>
            </p:cNvSpPr>
            <p:nvPr/>
          </p:nvSpPr>
          <p:spPr bwMode="auto">
            <a:xfrm>
              <a:off x="2880" y="326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76" name="Rectangle 78">
              <a:extLst>
                <a:ext uri="{FF2B5EF4-FFF2-40B4-BE49-F238E27FC236}">
                  <a16:creationId xmlns:a16="http://schemas.microsoft.com/office/drawing/2014/main" id="{75BBE8D0-8758-06D3-A838-6664F40A9959}"/>
                </a:ext>
              </a:extLst>
            </p:cNvPr>
            <p:cNvSpPr>
              <a:spLocks noChangeArrowheads="1"/>
            </p:cNvSpPr>
            <p:nvPr/>
          </p:nvSpPr>
          <p:spPr bwMode="auto">
            <a:xfrm>
              <a:off x="3168" y="316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77" name="Rectangle 79">
              <a:extLst>
                <a:ext uri="{FF2B5EF4-FFF2-40B4-BE49-F238E27FC236}">
                  <a16:creationId xmlns:a16="http://schemas.microsoft.com/office/drawing/2014/main" id="{F4D0A789-5ADA-97F3-250D-07E00D98C149}"/>
                </a:ext>
              </a:extLst>
            </p:cNvPr>
            <p:cNvSpPr>
              <a:spLocks noChangeArrowheads="1"/>
            </p:cNvSpPr>
            <p:nvPr/>
          </p:nvSpPr>
          <p:spPr bwMode="auto">
            <a:xfrm>
              <a:off x="3264" y="326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sp>
        <p:nvSpPr>
          <p:cNvPr id="46086" name="Rectangle 80">
            <a:extLst>
              <a:ext uri="{FF2B5EF4-FFF2-40B4-BE49-F238E27FC236}">
                <a16:creationId xmlns:a16="http://schemas.microsoft.com/office/drawing/2014/main" id="{97C0AF1A-3104-2C76-72F0-943283B32D1B}"/>
              </a:ext>
            </a:extLst>
          </p:cNvPr>
          <p:cNvSpPr>
            <a:spLocks noChangeArrowheads="1"/>
          </p:cNvSpPr>
          <p:nvPr/>
        </p:nvSpPr>
        <p:spPr bwMode="auto">
          <a:xfrm rot="-2907112">
            <a:off x="4657725" y="2600325"/>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087" name="Rectangle 81">
            <a:extLst>
              <a:ext uri="{FF2B5EF4-FFF2-40B4-BE49-F238E27FC236}">
                <a16:creationId xmlns:a16="http://schemas.microsoft.com/office/drawing/2014/main" id="{793F1CEC-EFE6-D7E5-0609-EE12C865D1A3}"/>
              </a:ext>
            </a:extLst>
          </p:cNvPr>
          <p:cNvSpPr>
            <a:spLocks noChangeArrowheads="1"/>
          </p:cNvSpPr>
          <p:nvPr/>
        </p:nvSpPr>
        <p:spPr bwMode="auto">
          <a:xfrm rot="-2907112">
            <a:off x="4500563" y="2335213"/>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088" name="Rectangle 82">
            <a:extLst>
              <a:ext uri="{FF2B5EF4-FFF2-40B4-BE49-F238E27FC236}">
                <a16:creationId xmlns:a16="http://schemas.microsoft.com/office/drawing/2014/main" id="{7488555C-23FD-0024-37F2-A081943F1CB4}"/>
              </a:ext>
            </a:extLst>
          </p:cNvPr>
          <p:cNvSpPr>
            <a:spLocks noChangeArrowheads="1"/>
          </p:cNvSpPr>
          <p:nvPr/>
        </p:nvSpPr>
        <p:spPr bwMode="auto">
          <a:xfrm rot="-2907112">
            <a:off x="5449888" y="2632075"/>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089" name="Rectangle 83">
            <a:extLst>
              <a:ext uri="{FF2B5EF4-FFF2-40B4-BE49-F238E27FC236}">
                <a16:creationId xmlns:a16="http://schemas.microsoft.com/office/drawing/2014/main" id="{137C433F-EA2D-A7EE-CF6C-20C10F44A547}"/>
              </a:ext>
            </a:extLst>
          </p:cNvPr>
          <p:cNvSpPr>
            <a:spLocks noChangeArrowheads="1"/>
          </p:cNvSpPr>
          <p:nvPr/>
        </p:nvSpPr>
        <p:spPr bwMode="auto">
          <a:xfrm rot="-2907112">
            <a:off x="5291138" y="2144713"/>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090" name="Rectangle 84">
            <a:extLst>
              <a:ext uri="{FF2B5EF4-FFF2-40B4-BE49-F238E27FC236}">
                <a16:creationId xmlns:a16="http://schemas.microsoft.com/office/drawing/2014/main" id="{0F31EAAA-EA0A-E8CC-18E5-39DDBD0465E5}"/>
              </a:ext>
            </a:extLst>
          </p:cNvPr>
          <p:cNvSpPr>
            <a:spLocks noChangeArrowheads="1"/>
          </p:cNvSpPr>
          <p:nvPr/>
        </p:nvSpPr>
        <p:spPr bwMode="auto">
          <a:xfrm rot="-2907112">
            <a:off x="6399213" y="2808288"/>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091" name="Rectangle 85">
            <a:extLst>
              <a:ext uri="{FF2B5EF4-FFF2-40B4-BE49-F238E27FC236}">
                <a16:creationId xmlns:a16="http://schemas.microsoft.com/office/drawing/2014/main" id="{FB0DFA23-1F20-E448-CA43-FF8815795008}"/>
              </a:ext>
            </a:extLst>
          </p:cNvPr>
          <p:cNvSpPr>
            <a:spLocks noChangeArrowheads="1"/>
          </p:cNvSpPr>
          <p:nvPr/>
        </p:nvSpPr>
        <p:spPr bwMode="auto">
          <a:xfrm rot="-2907112">
            <a:off x="4816475" y="2428875"/>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092" name="Rectangle 86">
            <a:extLst>
              <a:ext uri="{FF2B5EF4-FFF2-40B4-BE49-F238E27FC236}">
                <a16:creationId xmlns:a16="http://schemas.microsoft.com/office/drawing/2014/main" id="{06E8D452-CC83-7578-51CC-8A9FED1BA55D}"/>
              </a:ext>
            </a:extLst>
          </p:cNvPr>
          <p:cNvSpPr>
            <a:spLocks noChangeArrowheads="1"/>
          </p:cNvSpPr>
          <p:nvPr/>
        </p:nvSpPr>
        <p:spPr bwMode="auto">
          <a:xfrm rot="-2907112">
            <a:off x="5132388" y="2308225"/>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093" name="Rectangle 87">
            <a:extLst>
              <a:ext uri="{FF2B5EF4-FFF2-40B4-BE49-F238E27FC236}">
                <a16:creationId xmlns:a16="http://schemas.microsoft.com/office/drawing/2014/main" id="{EADDA9C6-525F-83C1-CCC3-A51B27065907}"/>
              </a:ext>
            </a:extLst>
          </p:cNvPr>
          <p:cNvSpPr>
            <a:spLocks noChangeArrowheads="1"/>
          </p:cNvSpPr>
          <p:nvPr/>
        </p:nvSpPr>
        <p:spPr bwMode="auto">
          <a:xfrm rot="-2907112">
            <a:off x="4975225" y="2587625"/>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094" name="Rectangle 88">
            <a:extLst>
              <a:ext uri="{FF2B5EF4-FFF2-40B4-BE49-F238E27FC236}">
                <a16:creationId xmlns:a16="http://schemas.microsoft.com/office/drawing/2014/main" id="{DD649199-FD90-4E6B-2F34-5A540BE5AD59}"/>
              </a:ext>
            </a:extLst>
          </p:cNvPr>
          <p:cNvSpPr>
            <a:spLocks noChangeArrowheads="1"/>
          </p:cNvSpPr>
          <p:nvPr/>
        </p:nvSpPr>
        <p:spPr bwMode="auto">
          <a:xfrm rot="-2907112">
            <a:off x="5608638" y="2617788"/>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095" name="Rectangle 89">
            <a:extLst>
              <a:ext uri="{FF2B5EF4-FFF2-40B4-BE49-F238E27FC236}">
                <a16:creationId xmlns:a16="http://schemas.microsoft.com/office/drawing/2014/main" id="{3BC752F1-4822-CB97-E689-B4A1E62F3A10}"/>
              </a:ext>
            </a:extLst>
          </p:cNvPr>
          <p:cNvSpPr>
            <a:spLocks noChangeArrowheads="1"/>
          </p:cNvSpPr>
          <p:nvPr/>
        </p:nvSpPr>
        <p:spPr bwMode="auto">
          <a:xfrm rot="-2907112">
            <a:off x="6083300" y="2327275"/>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096" name="Rectangle 90">
            <a:extLst>
              <a:ext uri="{FF2B5EF4-FFF2-40B4-BE49-F238E27FC236}">
                <a16:creationId xmlns:a16="http://schemas.microsoft.com/office/drawing/2014/main" id="{987166C2-ED06-B368-99FA-2F9DDC271B07}"/>
              </a:ext>
            </a:extLst>
          </p:cNvPr>
          <p:cNvSpPr>
            <a:spLocks noChangeArrowheads="1"/>
          </p:cNvSpPr>
          <p:nvPr/>
        </p:nvSpPr>
        <p:spPr bwMode="auto">
          <a:xfrm rot="-2907112">
            <a:off x="5924550" y="2763838"/>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097" name="Rectangle 91">
            <a:extLst>
              <a:ext uri="{FF2B5EF4-FFF2-40B4-BE49-F238E27FC236}">
                <a16:creationId xmlns:a16="http://schemas.microsoft.com/office/drawing/2014/main" id="{3C7B0DD2-6F34-0DC1-2D8C-F4D33EB7AC3D}"/>
              </a:ext>
            </a:extLst>
          </p:cNvPr>
          <p:cNvSpPr>
            <a:spLocks noChangeArrowheads="1"/>
          </p:cNvSpPr>
          <p:nvPr/>
        </p:nvSpPr>
        <p:spPr bwMode="auto">
          <a:xfrm rot="-2907112">
            <a:off x="5765800" y="2498725"/>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098" name="Rectangle 92">
            <a:extLst>
              <a:ext uri="{FF2B5EF4-FFF2-40B4-BE49-F238E27FC236}">
                <a16:creationId xmlns:a16="http://schemas.microsoft.com/office/drawing/2014/main" id="{028F839E-4FB5-9CF9-BE32-68778A03A5E7}"/>
              </a:ext>
            </a:extLst>
          </p:cNvPr>
          <p:cNvSpPr>
            <a:spLocks noChangeArrowheads="1"/>
          </p:cNvSpPr>
          <p:nvPr/>
        </p:nvSpPr>
        <p:spPr bwMode="auto">
          <a:xfrm rot="-2907112">
            <a:off x="6716713" y="2738438"/>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099" name="Rectangle 93">
            <a:extLst>
              <a:ext uri="{FF2B5EF4-FFF2-40B4-BE49-F238E27FC236}">
                <a16:creationId xmlns:a16="http://schemas.microsoft.com/office/drawing/2014/main" id="{BD0147BC-7BBF-C698-A1F3-27AF15F24918}"/>
              </a:ext>
            </a:extLst>
          </p:cNvPr>
          <p:cNvSpPr>
            <a:spLocks noChangeArrowheads="1"/>
          </p:cNvSpPr>
          <p:nvPr/>
        </p:nvSpPr>
        <p:spPr bwMode="auto">
          <a:xfrm rot="-2907112">
            <a:off x="6875463" y="2357438"/>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00" name="Rectangle 94">
            <a:extLst>
              <a:ext uri="{FF2B5EF4-FFF2-40B4-BE49-F238E27FC236}">
                <a16:creationId xmlns:a16="http://schemas.microsoft.com/office/drawing/2014/main" id="{A5B86FAF-BDF5-1BF2-30A5-6AC8B81E03BB}"/>
              </a:ext>
            </a:extLst>
          </p:cNvPr>
          <p:cNvSpPr>
            <a:spLocks noChangeArrowheads="1"/>
          </p:cNvSpPr>
          <p:nvPr/>
        </p:nvSpPr>
        <p:spPr bwMode="auto">
          <a:xfrm rot="-2907112">
            <a:off x="7350125" y="2720975"/>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01" name="Rectangle 95">
            <a:extLst>
              <a:ext uri="{FF2B5EF4-FFF2-40B4-BE49-F238E27FC236}">
                <a16:creationId xmlns:a16="http://schemas.microsoft.com/office/drawing/2014/main" id="{2E1E3810-FD0D-9653-F75B-8842FE31789E}"/>
              </a:ext>
            </a:extLst>
          </p:cNvPr>
          <p:cNvSpPr>
            <a:spLocks noChangeArrowheads="1"/>
          </p:cNvSpPr>
          <p:nvPr/>
        </p:nvSpPr>
        <p:spPr bwMode="auto">
          <a:xfrm rot="-2907112">
            <a:off x="6242050" y="2484438"/>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02" name="Rectangle 96">
            <a:extLst>
              <a:ext uri="{FF2B5EF4-FFF2-40B4-BE49-F238E27FC236}">
                <a16:creationId xmlns:a16="http://schemas.microsoft.com/office/drawing/2014/main" id="{5C87DD8B-6E3F-02AC-7BE3-839254F71F3D}"/>
              </a:ext>
            </a:extLst>
          </p:cNvPr>
          <p:cNvSpPr>
            <a:spLocks noChangeArrowheads="1"/>
          </p:cNvSpPr>
          <p:nvPr/>
        </p:nvSpPr>
        <p:spPr bwMode="auto">
          <a:xfrm rot="-2907112">
            <a:off x="6557963" y="2471738"/>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03" name="Rectangle 97">
            <a:extLst>
              <a:ext uri="{FF2B5EF4-FFF2-40B4-BE49-F238E27FC236}">
                <a16:creationId xmlns:a16="http://schemas.microsoft.com/office/drawing/2014/main" id="{2AA5A6D5-7A92-FEED-D898-E71F62442A19}"/>
              </a:ext>
            </a:extLst>
          </p:cNvPr>
          <p:cNvSpPr>
            <a:spLocks noChangeArrowheads="1"/>
          </p:cNvSpPr>
          <p:nvPr/>
        </p:nvSpPr>
        <p:spPr bwMode="auto">
          <a:xfrm rot="-2907112">
            <a:off x="7032625" y="2898775"/>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04" name="Rectangle 98">
            <a:extLst>
              <a:ext uri="{FF2B5EF4-FFF2-40B4-BE49-F238E27FC236}">
                <a16:creationId xmlns:a16="http://schemas.microsoft.com/office/drawing/2014/main" id="{B69B0C65-B6E4-B66D-0AF4-F54D5F99BD74}"/>
              </a:ext>
            </a:extLst>
          </p:cNvPr>
          <p:cNvSpPr>
            <a:spLocks noChangeArrowheads="1"/>
          </p:cNvSpPr>
          <p:nvPr/>
        </p:nvSpPr>
        <p:spPr bwMode="auto">
          <a:xfrm rot="-2907112">
            <a:off x="7191375" y="2455863"/>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05" name="Rectangle 99">
            <a:extLst>
              <a:ext uri="{FF2B5EF4-FFF2-40B4-BE49-F238E27FC236}">
                <a16:creationId xmlns:a16="http://schemas.microsoft.com/office/drawing/2014/main" id="{DADBCBFD-BCBB-AC82-33BE-198ECAD943E0}"/>
              </a:ext>
            </a:extLst>
          </p:cNvPr>
          <p:cNvSpPr>
            <a:spLocks noChangeArrowheads="1"/>
          </p:cNvSpPr>
          <p:nvPr/>
        </p:nvSpPr>
        <p:spPr bwMode="auto">
          <a:xfrm rot="-2907112">
            <a:off x="7508875" y="2443163"/>
            <a:ext cx="76200" cy="76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nvGrpSpPr>
          <p:cNvPr id="46106" name="Group 100">
            <a:extLst>
              <a:ext uri="{FF2B5EF4-FFF2-40B4-BE49-F238E27FC236}">
                <a16:creationId xmlns:a16="http://schemas.microsoft.com/office/drawing/2014/main" id="{632180CD-A136-7A58-68F0-5063E0AB60DE}"/>
              </a:ext>
            </a:extLst>
          </p:cNvPr>
          <p:cNvGrpSpPr>
            <a:grpSpLocks/>
          </p:cNvGrpSpPr>
          <p:nvPr/>
        </p:nvGrpSpPr>
        <p:grpSpPr bwMode="auto">
          <a:xfrm>
            <a:off x="4308475" y="4514850"/>
            <a:ext cx="4692650" cy="2105025"/>
            <a:chOff x="2562" y="2724"/>
            <a:chExt cx="2956" cy="1326"/>
          </a:xfrm>
        </p:grpSpPr>
        <p:grpSp>
          <p:nvGrpSpPr>
            <p:cNvPr id="46107" name="Group 101">
              <a:extLst>
                <a:ext uri="{FF2B5EF4-FFF2-40B4-BE49-F238E27FC236}">
                  <a16:creationId xmlns:a16="http://schemas.microsoft.com/office/drawing/2014/main" id="{D0CF7E51-4084-3A52-9152-378EE466C620}"/>
                </a:ext>
              </a:extLst>
            </p:cNvPr>
            <p:cNvGrpSpPr>
              <a:grpSpLocks/>
            </p:cNvGrpSpPr>
            <p:nvPr/>
          </p:nvGrpSpPr>
          <p:grpSpPr bwMode="auto">
            <a:xfrm>
              <a:off x="4182" y="3090"/>
              <a:ext cx="1336" cy="960"/>
              <a:chOff x="3834" y="3120"/>
              <a:chExt cx="1336" cy="960"/>
            </a:xfrm>
          </p:grpSpPr>
          <p:grpSp>
            <p:nvGrpSpPr>
              <p:cNvPr id="46133" name="Group 102">
                <a:extLst>
                  <a:ext uri="{FF2B5EF4-FFF2-40B4-BE49-F238E27FC236}">
                    <a16:creationId xmlns:a16="http://schemas.microsoft.com/office/drawing/2014/main" id="{037E7B49-A319-8A69-5712-308382A7BD87}"/>
                  </a:ext>
                </a:extLst>
              </p:cNvPr>
              <p:cNvGrpSpPr>
                <a:grpSpLocks/>
              </p:cNvGrpSpPr>
              <p:nvPr/>
            </p:nvGrpSpPr>
            <p:grpSpPr bwMode="auto">
              <a:xfrm>
                <a:off x="3834" y="3252"/>
                <a:ext cx="1336" cy="768"/>
                <a:chOff x="3120" y="2352"/>
                <a:chExt cx="1152" cy="1200"/>
              </a:xfrm>
            </p:grpSpPr>
            <p:sp>
              <p:nvSpPr>
                <p:cNvPr id="46155" name="Oval 103">
                  <a:extLst>
                    <a:ext uri="{FF2B5EF4-FFF2-40B4-BE49-F238E27FC236}">
                      <a16:creationId xmlns:a16="http://schemas.microsoft.com/office/drawing/2014/main" id="{7B0C5113-EE0C-868F-1C9B-9C82E8C3A4D7}"/>
                    </a:ext>
                  </a:extLst>
                </p:cNvPr>
                <p:cNvSpPr>
                  <a:spLocks noChangeArrowheads="1"/>
                </p:cNvSpPr>
                <p:nvPr/>
              </p:nvSpPr>
              <p:spPr bwMode="auto">
                <a:xfrm>
                  <a:off x="3120" y="2352"/>
                  <a:ext cx="1152" cy="1200"/>
                </a:xfrm>
                <a:prstGeom prst="ellipse">
                  <a:avLst/>
                </a:prstGeom>
                <a:noFill/>
                <a:ln w="158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56" name="Oval 104">
                  <a:extLst>
                    <a:ext uri="{FF2B5EF4-FFF2-40B4-BE49-F238E27FC236}">
                      <a16:creationId xmlns:a16="http://schemas.microsoft.com/office/drawing/2014/main" id="{B3B53729-DA5F-AEF8-2836-A122C339B42B}"/>
                    </a:ext>
                  </a:extLst>
                </p:cNvPr>
                <p:cNvSpPr>
                  <a:spLocks noChangeArrowheads="1"/>
                </p:cNvSpPr>
                <p:nvPr/>
              </p:nvSpPr>
              <p:spPr bwMode="auto">
                <a:xfrm>
                  <a:off x="3408" y="2640"/>
                  <a:ext cx="576" cy="624"/>
                </a:xfrm>
                <a:prstGeom prst="ellipse">
                  <a:avLst/>
                </a:prstGeom>
                <a:noFill/>
                <a:ln w="158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57" name="Oval 105">
                  <a:extLst>
                    <a:ext uri="{FF2B5EF4-FFF2-40B4-BE49-F238E27FC236}">
                      <a16:creationId xmlns:a16="http://schemas.microsoft.com/office/drawing/2014/main" id="{86AC9BEE-903A-B5A0-F570-81592696C015}"/>
                    </a:ext>
                  </a:extLst>
                </p:cNvPr>
                <p:cNvSpPr>
                  <a:spLocks noChangeArrowheads="1"/>
                </p:cNvSpPr>
                <p:nvPr/>
              </p:nvSpPr>
              <p:spPr bwMode="auto">
                <a:xfrm>
                  <a:off x="3552" y="2784"/>
                  <a:ext cx="310" cy="336"/>
                </a:xfrm>
                <a:prstGeom prst="ellipse">
                  <a:avLst/>
                </a:prstGeom>
                <a:noFill/>
                <a:ln w="158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nvGrpSpPr>
              <p:cNvPr id="46134" name="Group 106">
                <a:extLst>
                  <a:ext uri="{FF2B5EF4-FFF2-40B4-BE49-F238E27FC236}">
                    <a16:creationId xmlns:a16="http://schemas.microsoft.com/office/drawing/2014/main" id="{02F0BB32-57AA-5EEB-1E29-0845DF6869B8}"/>
                  </a:ext>
                </a:extLst>
              </p:cNvPr>
              <p:cNvGrpSpPr>
                <a:grpSpLocks/>
              </p:cNvGrpSpPr>
              <p:nvPr/>
            </p:nvGrpSpPr>
            <p:grpSpPr bwMode="auto">
              <a:xfrm rot="-2907112">
                <a:off x="4032" y="3072"/>
                <a:ext cx="960" cy="1056"/>
                <a:chOff x="2352" y="2304"/>
                <a:chExt cx="960" cy="1056"/>
              </a:xfrm>
            </p:grpSpPr>
            <p:sp>
              <p:nvSpPr>
                <p:cNvPr id="46135" name="Rectangle 107">
                  <a:extLst>
                    <a:ext uri="{FF2B5EF4-FFF2-40B4-BE49-F238E27FC236}">
                      <a16:creationId xmlns:a16="http://schemas.microsoft.com/office/drawing/2014/main" id="{10E17132-7681-CB9A-C8B5-916AC3C00334}"/>
                    </a:ext>
                  </a:extLst>
                </p:cNvPr>
                <p:cNvSpPr>
                  <a:spLocks noChangeArrowheads="1"/>
                </p:cNvSpPr>
                <p:nvPr/>
              </p:nvSpPr>
              <p:spPr bwMode="auto">
                <a:xfrm>
                  <a:off x="2352" y="244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36" name="Rectangle 108">
                  <a:extLst>
                    <a:ext uri="{FF2B5EF4-FFF2-40B4-BE49-F238E27FC236}">
                      <a16:creationId xmlns:a16="http://schemas.microsoft.com/office/drawing/2014/main" id="{37870781-928C-98A0-9B2A-03AFBB5DFC5C}"/>
                    </a:ext>
                  </a:extLst>
                </p:cNvPr>
                <p:cNvSpPr>
                  <a:spLocks noChangeArrowheads="1"/>
                </p:cNvSpPr>
                <p:nvPr/>
              </p:nvSpPr>
              <p:spPr bwMode="auto">
                <a:xfrm>
                  <a:off x="2448" y="230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37" name="Rectangle 109">
                  <a:extLst>
                    <a:ext uri="{FF2B5EF4-FFF2-40B4-BE49-F238E27FC236}">
                      <a16:creationId xmlns:a16="http://schemas.microsoft.com/office/drawing/2014/main" id="{E226C402-9EFB-1511-DF4A-12B2269BABC1}"/>
                    </a:ext>
                  </a:extLst>
                </p:cNvPr>
                <p:cNvSpPr>
                  <a:spLocks noChangeArrowheads="1"/>
                </p:cNvSpPr>
                <p:nvPr/>
              </p:nvSpPr>
              <p:spPr bwMode="auto">
                <a:xfrm>
                  <a:off x="2544" y="2640"/>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38" name="Rectangle 110">
                  <a:extLst>
                    <a:ext uri="{FF2B5EF4-FFF2-40B4-BE49-F238E27FC236}">
                      <a16:creationId xmlns:a16="http://schemas.microsoft.com/office/drawing/2014/main" id="{88F34E50-5983-CC9C-0237-8C3846A78634}"/>
                    </a:ext>
                  </a:extLst>
                </p:cNvPr>
                <p:cNvSpPr>
                  <a:spLocks noChangeArrowheads="1"/>
                </p:cNvSpPr>
                <p:nvPr/>
              </p:nvSpPr>
              <p:spPr bwMode="auto">
                <a:xfrm>
                  <a:off x="2736" y="244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39" name="Rectangle 111">
                  <a:extLst>
                    <a:ext uri="{FF2B5EF4-FFF2-40B4-BE49-F238E27FC236}">
                      <a16:creationId xmlns:a16="http://schemas.microsoft.com/office/drawing/2014/main" id="{98F77DFA-4688-EFE5-AF3C-30500E87AEB7}"/>
                    </a:ext>
                  </a:extLst>
                </p:cNvPr>
                <p:cNvSpPr>
                  <a:spLocks noChangeArrowheads="1"/>
                </p:cNvSpPr>
                <p:nvPr/>
              </p:nvSpPr>
              <p:spPr bwMode="auto">
                <a:xfrm>
                  <a:off x="2736" y="302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40" name="Rectangle 112">
                  <a:extLst>
                    <a:ext uri="{FF2B5EF4-FFF2-40B4-BE49-F238E27FC236}">
                      <a16:creationId xmlns:a16="http://schemas.microsoft.com/office/drawing/2014/main" id="{4E8D5189-17AC-3861-F4B4-DC5687739162}"/>
                    </a:ext>
                  </a:extLst>
                </p:cNvPr>
                <p:cNvSpPr>
                  <a:spLocks noChangeArrowheads="1"/>
                </p:cNvSpPr>
                <p:nvPr/>
              </p:nvSpPr>
              <p:spPr bwMode="auto">
                <a:xfrm>
                  <a:off x="2496" y="244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41" name="Rectangle 113">
                  <a:extLst>
                    <a:ext uri="{FF2B5EF4-FFF2-40B4-BE49-F238E27FC236}">
                      <a16:creationId xmlns:a16="http://schemas.microsoft.com/office/drawing/2014/main" id="{8B650BE9-9DFD-E0A2-50A8-FA1E34CF16D5}"/>
                    </a:ext>
                  </a:extLst>
                </p:cNvPr>
                <p:cNvSpPr>
                  <a:spLocks noChangeArrowheads="1"/>
                </p:cNvSpPr>
                <p:nvPr/>
              </p:nvSpPr>
              <p:spPr bwMode="auto">
                <a:xfrm>
                  <a:off x="2640" y="2496"/>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42" name="Rectangle 114">
                  <a:extLst>
                    <a:ext uri="{FF2B5EF4-FFF2-40B4-BE49-F238E27FC236}">
                      <a16:creationId xmlns:a16="http://schemas.microsoft.com/office/drawing/2014/main" id="{57F1B18A-2B0E-53E6-322C-EB1B16BC12F5}"/>
                    </a:ext>
                  </a:extLst>
                </p:cNvPr>
                <p:cNvSpPr>
                  <a:spLocks noChangeArrowheads="1"/>
                </p:cNvSpPr>
                <p:nvPr/>
              </p:nvSpPr>
              <p:spPr bwMode="auto">
                <a:xfrm>
                  <a:off x="2448" y="254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43" name="Rectangle 115">
                  <a:extLst>
                    <a:ext uri="{FF2B5EF4-FFF2-40B4-BE49-F238E27FC236}">
                      <a16:creationId xmlns:a16="http://schemas.microsoft.com/office/drawing/2014/main" id="{6735A098-73B7-335E-D5E3-724171ABA583}"/>
                    </a:ext>
                  </a:extLst>
                </p:cNvPr>
                <p:cNvSpPr>
                  <a:spLocks noChangeArrowheads="1"/>
                </p:cNvSpPr>
                <p:nvPr/>
              </p:nvSpPr>
              <p:spPr bwMode="auto">
                <a:xfrm>
                  <a:off x="2640" y="2736"/>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44" name="Rectangle 116">
                  <a:extLst>
                    <a:ext uri="{FF2B5EF4-FFF2-40B4-BE49-F238E27FC236}">
                      <a16:creationId xmlns:a16="http://schemas.microsoft.com/office/drawing/2014/main" id="{61485EC3-8A76-B8D4-CA23-AE1A3DC88872}"/>
                    </a:ext>
                  </a:extLst>
                </p:cNvPr>
                <p:cNvSpPr>
                  <a:spLocks noChangeArrowheads="1"/>
                </p:cNvSpPr>
                <p:nvPr/>
              </p:nvSpPr>
              <p:spPr bwMode="auto">
                <a:xfrm>
                  <a:off x="2928" y="278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45" name="Rectangle 117">
                  <a:extLst>
                    <a:ext uri="{FF2B5EF4-FFF2-40B4-BE49-F238E27FC236}">
                      <a16:creationId xmlns:a16="http://schemas.microsoft.com/office/drawing/2014/main" id="{35C34A22-2108-B97F-B54B-D184BF7BCDD9}"/>
                    </a:ext>
                  </a:extLst>
                </p:cNvPr>
                <p:cNvSpPr>
                  <a:spLocks noChangeArrowheads="1"/>
                </p:cNvSpPr>
                <p:nvPr/>
              </p:nvSpPr>
              <p:spPr bwMode="auto">
                <a:xfrm>
                  <a:off x="2688" y="292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46" name="Rectangle 118">
                  <a:extLst>
                    <a:ext uri="{FF2B5EF4-FFF2-40B4-BE49-F238E27FC236}">
                      <a16:creationId xmlns:a16="http://schemas.microsoft.com/office/drawing/2014/main" id="{17EEFA66-D16E-CF8D-151E-CD699E9499CB}"/>
                    </a:ext>
                  </a:extLst>
                </p:cNvPr>
                <p:cNvSpPr>
                  <a:spLocks noChangeArrowheads="1"/>
                </p:cNvSpPr>
                <p:nvPr/>
              </p:nvSpPr>
              <p:spPr bwMode="auto">
                <a:xfrm>
                  <a:off x="2784" y="278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47" name="Rectangle 119">
                  <a:extLst>
                    <a:ext uri="{FF2B5EF4-FFF2-40B4-BE49-F238E27FC236}">
                      <a16:creationId xmlns:a16="http://schemas.microsoft.com/office/drawing/2014/main" id="{3395B1E9-5392-168C-4788-1D353353E8F2}"/>
                    </a:ext>
                  </a:extLst>
                </p:cNvPr>
                <p:cNvSpPr>
                  <a:spLocks noChangeArrowheads="1"/>
                </p:cNvSpPr>
                <p:nvPr/>
              </p:nvSpPr>
              <p:spPr bwMode="auto">
                <a:xfrm>
                  <a:off x="2880" y="3120"/>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48" name="Rectangle 120">
                  <a:extLst>
                    <a:ext uri="{FF2B5EF4-FFF2-40B4-BE49-F238E27FC236}">
                      <a16:creationId xmlns:a16="http://schemas.microsoft.com/office/drawing/2014/main" id="{6492B66B-B148-EC4C-7B90-54B1C0DAC780}"/>
                    </a:ext>
                  </a:extLst>
                </p:cNvPr>
                <p:cNvSpPr>
                  <a:spLocks noChangeArrowheads="1"/>
                </p:cNvSpPr>
                <p:nvPr/>
              </p:nvSpPr>
              <p:spPr bwMode="auto">
                <a:xfrm>
                  <a:off x="3072" y="2976"/>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49" name="Rectangle 121">
                  <a:extLst>
                    <a:ext uri="{FF2B5EF4-FFF2-40B4-BE49-F238E27FC236}">
                      <a16:creationId xmlns:a16="http://schemas.microsoft.com/office/drawing/2014/main" id="{67273A83-E761-792A-2478-BD90296F03E1}"/>
                    </a:ext>
                  </a:extLst>
                </p:cNvPr>
                <p:cNvSpPr>
                  <a:spLocks noChangeArrowheads="1"/>
                </p:cNvSpPr>
                <p:nvPr/>
              </p:nvSpPr>
              <p:spPr bwMode="auto">
                <a:xfrm>
                  <a:off x="3072" y="331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50" name="Rectangle 122">
                  <a:extLst>
                    <a:ext uri="{FF2B5EF4-FFF2-40B4-BE49-F238E27FC236}">
                      <a16:creationId xmlns:a16="http://schemas.microsoft.com/office/drawing/2014/main" id="{94CDC0AE-7E03-C8C4-B493-5A0A4AC79E64}"/>
                    </a:ext>
                  </a:extLst>
                </p:cNvPr>
                <p:cNvSpPr>
                  <a:spLocks noChangeArrowheads="1"/>
                </p:cNvSpPr>
                <p:nvPr/>
              </p:nvSpPr>
              <p:spPr bwMode="auto">
                <a:xfrm>
                  <a:off x="2880" y="2880"/>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51" name="Rectangle 123">
                  <a:extLst>
                    <a:ext uri="{FF2B5EF4-FFF2-40B4-BE49-F238E27FC236}">
                      <a16:creationId xmlns:a16="http://schemas.microsoft.com/office/drawing/2014/main" id="{C0BF8488-5E64-1BD6-7912-09194D598C56}"/>
                    </a:ext>
                  </a:extLst>
                </p:cNvPr>
                <p:cNvSpPr>
                  <a:spLocks noChangeArrowheads="1"/>
                </p:cNvSpPr>
                <p:nvPr/>
              </p:nvSpPr>
              <p:spPr bwMode="auto">
                <a:xfrm>
                  <a:off x="2976" y="2976"/>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52" name="Rectangle 124">
                  <a:extLst>
                    <a:ext uri="{FF2B5EF4-FFF2-40B4-BE49-F238E27FC236}">
                      <a16:creationId xmlns:a16="http://schemas.microsoft.com/office/drawing/2014/main" id="{882B2060-F3D9-A135-AFC3-AA01BC7CF7C6}"/>
                    </a:ext>
                  </a:extLst>
                </p:cNvPr>
                <p:cNvSpPr>
                  <a:spLocks noChangeArrowheads="1"/>
                </p:cNvSpPr>
                <p:nvPr/>
              </p:nvSpPr>
              <p:spPr bwMode="auto">
                <a:xfrm>
                  <a:off x="2880" y="326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53" name="Rectangle 125">
                  <a:extLst>
                    <a:ext uri="{FF2B5EF4-FFF2-40B4-BE49-F238E27FC236}">
                      <a16:creationId xmlns:a16="http://schemas.microsoft.com/office/drawing/2014/main" id="{B6E5EC61-9B9B-CAF9-C31D-BB5B2E2A97E2}"/>
                    </a:ext>
                  </a:extLst>
                </p:cNvPr>
                <p:cNvSpPr>
                  <a:spLocks noChangeArrowheads="1"/>
                </p:cNvSpPr>
                <p:nvPr/>
              </p:nvSpPr>
              <p:spPr bwMode="auto">
                <a:xfrm>
                  <a:off x="3168" y="316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54" name="Rectangle 126">
                  <a:extLst>
                    <a:ext uri="{FF2B5EF4-FFF2-40B4-BE49-F238E27FC236}">
                      <a16:creationId xmlns:a16="http://schemas.microsoft.com/office/drawing/2014/main" id="{E23DAF2B-E532-F790-1CB6-898809880A6C}"/>
                    </a:ext>
                  </a:extLst>
                </p:cNvPr>
                <p:cNvSpPr>
                  <a:spLocks noChangeArrowheads="1"/>
                </p:cNvSpPr>
                <p:nvPr/>
              </p:nvSpPr>
              <p:spPr bwMode="auto">
                <a:xfrm>
                  <a:off x="3264" y="326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grpSp>
          <p:nvGrpSpPr>
            <p:cNvPr id="46108" name="Group 127">
              <a:extLst>
                <a:ext uri="{FF2B5EF4-FFF2-40B4-BE49-F238E27FC236}">
                  <a16:creationId xmlns:a16="http://schemas.microsoft.com/office/drawing/2014/main" id="{F2476D66-0E3B-E280-C37A-75A359C71FB5}"/>
                </a:ext>
              </a:extLst>
            </p:cNvPr>
            <p:cNvGrpSpPr>
              <a:grpSpLocks/>
            </p:cNvGrpSpPr>
            <p:nvPr/>
          </p:nvGrpSpPr>
          <p:grpSpPr bwMode="auto">
            <a:xfrm>
              <a:off x="2562" y="2724"/>
              <a:ext cx="2182" cy="768"/>
              <a:chOff x="276" y="3216"/>
              <a:chExt cx="2182" cy="768"/>
            </a:xfrm>
          </p:grpSpPr>
          <p:sp>
            <p:nvSpPr>
              <p:cNvPr id="46109" name="Rectangle 128">
                <a:extLst>
                  <a:ext uri="{FF2B5EF4-FFF2-40B4-BE49-F238E27FC236}">
                    <a16:creationId xmlns:a16="http://schemas.microsoft.com/office/drawing/2014/main" id="{ADBC6CA9-0E32-E2D3-E951-FFD8771DAF68}"/>
                  </a:ext>
                </a:extLst>
              </p:cNvPr>
              <p:cNvSpPr>
                <a:spLocks noChangeArrowheads="1"/>
              </p:cNvSpPr>
              <p:nvPr/>
            </p:nvSpPr>
            <p:spPr bwMode="auto">
              <a:xfrm rot="-2907112">
                <a:off x="490" y="364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10" name="Rectangle 129">
                <a:extLst>
                  <a:ext uri="{FF2B5EF4-FFF2-40B4-BE49-F238E27FC236}">
                    <a16:creationId xmlns:a16="http://schemas.microsoft.com/office/drawing/2014/main" id="{5D684C7F-C0C7-032B-FF12-DFF5DF4965E3}"/>
                  </a:ext>
                </a:extLst>
              </p:cNvPr>
              <p:cNvSpPr>
                <a:spLocks noChangeArrowheads="1"/>
              </p:cNvSpPr>
              <p:nvPr/>
            </p:nvSpPr>
            <p:spPr bwMode="auto">
              <a:xfrm rot="-2907112">
                <a:off x="391" y="3475"/>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11" name="Rectangle 130">
                <a:extLst>
                  <a:ext uri="{FF2B5EF4-FFF2-40B4-BE49-F238E27FC236}">
                    <a16:creationId xmlns:a16="http://schemas.microsoft.com/office/drawing/2014/main" id="{C4D76784-2E64-87F2-5F5C-E206393D014D}"/>
                  </a:ext>
                </a:extLst>
              </p:cNvPr>
              <p:cNvSpPr>
                <a:spLocks noChangeArrowheads="1"/>
              </p:cNvSpPr>
              <p:nvPr/>
            </p:nvSpPr>
            <p:spPr bwMode="auto">
              <a:xfrm rot="-2907112">
                <a:off x="989" y="3662"/>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12" name="Rectangle 131">
                <a:extLst>
                  <a:ext uri="{FF2B5EF4-FFF2-40B4-BE49-F238E27FC236}">
                    <a16:creationId xmlns:a16="http://schemas.microsoft.com/office/drawing/2014/main" id="{41A63CBE-CDB1-3442-29EF-88BF487F2D16}"/>
                  </a:ext>
                </a:extLst>
              </p:cNvPr>
              <p:cNvSpPr>
                <a:spLocks noChangeArrowheads="1"/>
              </p:cNvSpPr>
              <p:nvPr/>
            </p:nvSpPr>
            <p:spPr bwMode="auto">
              <a:xfrm rot="-2907112">
                <a:off x="889" y="3355"/>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13" name="Rectangle 132">
                <a:extLst>
                  <a:ext uri="{FF2B5EF4-FFF2-40B4-BE49-F238E27FC236}">
                    <a16:creationId xmlns:a16="http://schemas.microsoft.com/office/drawing/2014/main" id="{F476BCA0-2686-0E1F-63A9-AC1A95054A22}"/>
                  </a:ext>
                </a:extLst>
              </p:cNvPr>
              <p:cNvSpPr>
                <a:spLocks noChangeArrowheads="1"/>
              </p:cNvSpPr>
              <p:nvPr/>
            </p:nvSpPr>
            <p:spPr bwMode="auto">
              <a:xfrm rot="-2907112">
                <a:off x="1587" y="377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14" name="Rectangle 133">
                <a:extLst>
                  <a:ext uri="{FF2B5EF4-FFF2-40B4-BE49-F238E27FC236}">
                    <a16:creationId xmlns:a16="http://schemas.microsoft.com/office/drawing/2014/main" id="{CF75BFBF-219A-96A8-FB01-7213325389D1}"/>
                  </a:ext>
                </a:extLst>
              </p:cNvPr>
              <p:cNvSpPr>
                <a:spLocks noChangeArrowheads="1"/>
              </p:cNvSpPr>
              <p:nvPr/>
            </p:nvSpPr>
            <p:spPr bwMode="auto">
              <a:xfrm rot="-2907112">
                <a:off x="590" y="353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15" name="Rectangle 134">
                <a:extLst>
                  <a:ext uri="{FF2B5EF4-FFF2-40B4-BE49-F238E27FC236}">
                    <a16:creationId xmlns:a16="http://schemas.microsoft.com/office/drawing/2014/main" id="{5A4B616C-03B4-8256-29C7-785B36B85B99}"/>
                  </a:ext>
                </a:extLst>
              </p:cNvPr>
              <p:cNvSpPr>
                <a:spLocks noChangeArrowheads="1"/>
              </p:cNvSpPr>
              <p:nvPr/>
            </p:nvSpPr>
            <p:spPr bwMode="auto">
              <a:xfrm rot="-2907112">
                <a:off x="789" y="345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16" name="Rectangle 135">
                <a:extLst>
                  <a:ext uri="{FF2B5EF4-FFF2-40B4-BE49-F238E27FC236}">
                    <a16:creationId xmlns:a16="http://schemas.microsoft.com/office/drawing/2014/main" id="{32B5C7AA-0E8D-D3A8-1120-E4DCD77DF360}"/>
                  </a:ext>
                </a:extLst>
              </p:cNvPr>
              <p:cNvSpPr>
                <a:spLocks noChangeArrowheads="1"/>
              </p:cNvSpPr>
              <p:nvPr/>
            </p:nvSpPr>
            <p:spPr bwMode="auto">
              <a:xfrm rot="-2907112">
                <a:off x="690" y="3634"/>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17" name="Rectangle 136">
                <a:extLst>
                  <a:ext uri="{FF2B5EF4-FFF2-40B4-BE49-F238E27FC236}">
                    <a16:creationId xmlns:a16="http://schemas.microsoft.com/office/drawing/2014/main" id="{12055640-568C-FB19-D7CC-60841A631F81}"/>
                  </a:ext>
                </a:extLst>
              </p:cNvPr>
              <p:cNvSpPr>
                <a:spLocks noChangeArrowheads="1"/>
              </p:cNvSpPr>
              <p:nvPr/>
            </p:nvSpPr>
            <p:spPr bwMode="auto">
              <a:xfrm rot="-2907112">
                <a:off x="1089" y="365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18" name="Rectangle 137">
                <a:extLst>
                  <a:ext uri="{FF2B5EF4-FFF2-40B4-BE49-F238E27FC236}">
                    <a16:creationId xmlns:a16="http://schemas.microsoft.com/office/drawing/2014/main" id="{7EE1CBD4-117D-1B85-A811-8C0C930219C3}"/>
                  </a:ext>
                </a:extLst>
              </p:cNvPr>
              <p:cNvSpPr>
                <a:spLocks noChangeArrowheads="1"/>
              </p:cNvSpPr>
              <p:nvPr/>
            </p:nvSpPr>
            <p:spPr bwMode="auto">
              <a:xfrm rot="-2907112">
                <a:off x="1388" y="3470"/>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19" name="Rectangle 138">
                <a:extLst>
                  <a:ext uri="{FF2B5EF4-FFF2-40B4-BE49-F238E27FC236}">
                    <a16:creationId xmlns:a16="http://schemas.microsoft.com/office/drawing/2014/main" id="{24E41E91-41DB-337E-9002-F5DFBCE7307B}"/>
                  </a:ext>
                </a:extLst>
              </p:cNvPr>
              <p:cNvSpPr>
                <a:spLocks noChangeArrowheads="1"/>
              </p:cNvSpPr>
              <p:nvPr/>
            </p:nvSpPr>
            <p:spPr bwMode="auto">
              <a:xfrm rot="-2907112">
                <a:off x="1288" y="3745"/>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20" name="Rectangle 139">
                <a:extLst>
                  <a:ext uri="{FF2B5EF4-FFF2-40B4-BE49-F238E27FC236}">
                    <a16:creationId xmlns:a16="http://schemas.microsoft.com/office/drawing/2014/main" id="{C8FAEA8F-6D98-21A0-DB9B-757AF29DE1EB}"/>
                  </a:ext>
                </a:extLst>
              </p:cNvPr>
              <p:cNvSpPr>
                <a:spLocks noChangeArrowheads="1"/>
              </p:cNvSpPr>
              <p:nvPr/>
            </p:nvSpPr>
            <p:spPr bwMode="auto">
              <a:xfrm rot="-2907112">
                <a:off x="1188" y="357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21" name="Rectangle 140">
                <a:extLst>
                  <a:ext uri="{FF2B5EF4-FFF2-40B4-BE49-F238E27FC236}">
                    <a16:creationId xmlns:a16="http://schemas.microsoft.com/office/drawing/2014/main" id="{8C0B440C-D86C-C721-CA44-20212CB09E5C}"/>
                  </a:ext>
                </a:extLst>
              </p:cNvPr>
              <p:cNvSpPr>
                <a:spLocks noChangeArrowheads="1"/>
              </p:cNvSpPr>
              <p:nvPr/>
            </p:nvSpPr>
            <p:spPr bwMode="auto">
              <a:xfrm rot="-2907112">
                <a:off x="1787" y="3729"/>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22" name="Rectangle 141">
                <a:extLst>
                  <a:ext uri="{FF2B5EF4-FFF2-40B4-BE49-F238E27FC236}">
                    <a16:creationId xmlns:a16="http://schemas.microsoft.com/office/drawing/2014/main" id="{3A260DD9-8686-5576-0C94-5D803D372D45}"/>
                  </a:ext>
                </a:extLst>
              </p:cNvPr>
              <p:cNvSpPr>
                <a:spLocks noChangeArrowheads="1"/>
              </p:cNvSpPr>
              <p:nvPr/>
            </p:nvSpPr>
            <p:spPr bwMode="auto">
              <a:xfrm rot="-2907112">
                <a:off x="1887" y="3489"/>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23" name="Rectangle 142">
                <a:extLst>
                  <a:ext uri="{FF2B5EF4-FFF2-40B4-BE49-F238E27FC236}">
                    <a16:creationId xmlns:a16="http://schemas.microsoft.com/office/drawing/2014/main" id="{88B6FC06-C245-2535-A416-04B2A4A31307}"/>
                  </a:ext>
                </a:extLst>
              </p:cNvPr>
              <p:cNvSpPr>
                <a:spLocks noChangeArrowheads="1"/>
              </p:cNvSpPr>
              <p:nvPr/>
            </p:nvSpPr>
            <p:spPr bwMode="auto">
              <a:xfrm rot="-2907112">
                <a:off x="2186" y="3718"/>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24" name="Rectangle 143">
                <a:extLst>
                  <a:ext uri="{FF2B5EF4-FFF2-40B4-BE49-F238E27FC236}">
                    <a16:creationId xmlns:a16="http://schemas.microsoft.com/office/drawing/2014/main" id="{5D67CCE5-D169-3BD4-C77F-886CD01A4369}"/>
                  </a:ext>
                </a:extLst>
              </p:cNvPr>
              <p:cNvSpPr>
                <a:spLocks noChangeArrowheads="1"/>
              </p:cNvSpPr>
              <p:nvPr/>
            </p:nvSpPr>
            <p:spPr bwMode="auto">
              <a:xfrm rot="-2907112">
                <a:off x="1488" y="3569"/>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25" name="Rectangle 144">
                <a:extLst>
                  <a:ext uri="{FF2B5EF4-FFF2-40B4-BE49-F238E27FC236}">
                    <a16:creationId xmlns:a16="http://schemas.microsoft.com/office/drawing/2014/main" id="{11EFB5ED-DA36-8713-B30A-D2FAF095ACDC}"/>
                  </a:ext>
                </a:extLst>
              </p:cNvPr>
              <p:cNvSpPr>
                <a:spLocks noChangeArrowheads="1"/>
              </p:cNvSpPr>
              <p:nvPr/>
            </p:nvSpPr>
            <p:spPr bwMode="auto">
              <a:xfrm rot="-2907112">
                <a:off x="1687" y="3561"/>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26" name="Rectangle 145">
                <a:extLst>
                  <a:ext uri="{FF2B5EF4-FFF2-40B4-BE49-F238E27FC236}">
                    <a16:creationId xmlns:a16="http://schemas.microsoft.com/office/drawing/2014/main" id="{39F10376-2A58-45E1-C402-CF74B6FF3E2F}"/>
                  </a:ext>
                </a:extLst>
              </p:cNvPr>
              <p:cNvSpPr>
                <a:spLocks noChangeArrowheads="1"/>
              </p:cNvSpPr>
              <p:nvPr/>
            </p:nvSpPr>
            <p:spPr bwMode="auto">
              <a:xfrm rot="-2907112">
                <a:off x="1986" y="3830"/>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27" name="Rectangle 146">
                <a:extLst>
                  <a:ext uri="{FF2B5EF4-FFF2-40B4-BE49-F238E27FC236}">
                    <a16:creationId xmlns:a16="http://schemas.microsoft.com/office/drawing/2014/main" id="{1C250A32-5902-DCEC-F02D-FD480D5B2D96}"/>
                  </a:ext>
                </a:extLst>
              </p:cNvPr>
              <p:cNvSpPr>
                <a:spLocks noChangeArrowheads="1"/>
              </p:cNvSpPr>
              <p:nvPr/>
            </p:nvSpPr>
            <p:spPr bwMode="auto">
              <a:xfrm rot="-2907112">
                <a:off x="2086" y="3551"/>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28" name="Rectangle 147">
                <a:extLst>
                  <a:ext uri="{FF2B5EF4-FFF2-40B4-BE49-F238E27FC236}">
                    <a16:creationId xmlns:a16="http://schemas.microsoft.com/office/drawing/2014/main" id="{A93A4EF2-188B-F203-616E-663618F8F29C}"/>
                  </a:ext>
                </a:extLst>
              </p:cNvPr>
              <p:cNvSpPr>
                <a:spLocks noChangeArrowheads="1"/>
              </p:cNvSpPr>
              <p:nvPr/>
            </p:nvSpPr>
            <p:spPr bwMode="auto">
              <a:xfrm rot="-2907112">
                <a:off x="2286" y="3543"/>
                <a:ext cx="48"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nvGrpSpPr>
              <p:cNvPr id="46129" name="Group 148">
                <a:extLst>
                  <a:ext uri="{FF2B5EF4-FFF2-40B4-BE49-F238E27FC236}">
                    <a16:creationId xmlns:a16="http://schemas.microsoft.com/office/drawing/2014/main" id="{579AEF6D-9E7E-E00B-078E-A39AD788ED4B}"/>
                  </a:ext>
                </a:extLst>
              </p:cNvPr>
              <p:cNvGrpSpPr>
                <a:grpSpLocks/>
              </p:cNvGrpSpPr>
              <p:nvPr/>
            </p:nvGrpSpPr>
            <p:grpSpPr bwMode="auto">
              <a:xfrm>
                <a:off x="276" y="3216"/>
                <a:ext cx="2182" cy="768"/>
                <a:chOff x="3120" y="2352"/>
                <a:chExt cx="1152" cy="1200"/>
              </a:xfrm>
            </p:grpSpPr>
            <p:sp>
              <p:nvSpPr>
                <p:cNvPr id="46130" name="Oval 149">
                  <a:extLst>
                    <a:ext uri="{FF2B5EF4-FFF2-40B4-BE49-F238E27FC236}">
                      <a16:creationId xmlns:a16="http://schemas.microsoft.com/office/drawing/2014/main" id="{9646C9EC-02EC-85F9-E6FA-509975570A34}"/>
                    </a:ext>
                  </a:extLst>
                </p:cNvPr>
                <p:cNvSpPr>
                  <a:spLocks noChangeArrowheads="1"/>
                </p:cNvSpPr>
                <p:nvPr/>
              </p:nvSpPr>
              <p:spPr bwMode="auto">
                <a:xfrm>
                  <a:off x="3120" y="2352"/>
                  <a:ext cx="1152" cy="1200"/>
                </a:xfrm>
                <a:prstGeom prst="ellipse">
                  <a:avLst/>
                </a:pr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31" name="Oval 150">
                  <a:extLst>
                    <a:ext uri="{FF2B5EF4-FFF2-40B4-BE49-F238E27FC236}">
                      <a16:creationId xmlns:a16="http://schemas.microsoft.com/office/drawing/2014/main" id="{C71ED30B-8B0F-CF25-DF3D-C87820B956E9}"/>
                    </a:ext>
                  </a:extLst>
                </p:cNvPr>
                <p:cNvSpPr>
                  <a:spLocks noChangeArrowheads="1"/>
                </p:cNvSpPr>
                <p:nvPr/>
              </p:nvSpPr>
              <p:spPr bwMode="auto">
                <a:xfrm>
                  <a:off x="3408" y="2640"/>
                  <a:ext cx="576" cy="624"/>
                </a:xfrm>
                <a:prstGeom prst="ellipse">
                  <a:avLst/>
                </a:pr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6132" name="Oval 151">
                  <a:extLst>
                    <a:ext uri="{FF2B5EF4-FFF2-40B4-BE49-F238E27FC236}">
                      <a16:creationId xmlns:a16="http://schemas.microsoft.com/office/drawing/2014/main" id="{805F3F93-2492-8439-8C34-BFF0010C2D7B}"/>
                    </a:ext>
                  </a:extLst>
                </p:cNvPr>
                <p:cNvSpPr>
                  <a:spLocks noChangeArrowheads="1"/>
                </p:cNvSpPr>
                <p:nvPr/>
              </p:nvSpPr>
              <p:spPr bwMode="auto">
                <a:xfrm>
                  <a:off x="3552" y="2784"/>
                  <a:ext cx="310" cy="336"/>
                </a:xfrm>
                <a:prstGeom prst="ellipse">
                  <a:avLst/>
                </a:pr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7106" name="Picture 2">
            <a:extLst>
              <a:ext uri="{FF2B5EF4-FFF2-40B4-BE49-F238E27FC236}">
                <a16:creationId xmlns:a16="http://schemas.microsoft.com/office/drawing/2014/main" id="{96B1B6E6-22DC-94C9-586A-3516080D47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457200"/>
            <a:ext cx="5962650" cy="621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107" name="Picture 3">
            <a:extLst>
              <a:ext uri="{FF2B5EF4-FFF2-40B4-BE49-F238E27FC236}">
                <a16:creationId xmlns:a16="http://schemas.microsoft.com/office/drawing/2014/main" id="{68B30EBE-4361-09B6-C17D-FBE058CEDE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7838" y="614363"/>
            <a:ext cx="5648325" cy="562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8130" name="Picture 2">
            <a:extLst>
              <a:ext uri="{FF2B5EF4-FFF2-40B4-BE49-F238E27FC236}">
                <a16:creationId xmlns:a16="http://schemas.microsoft.com/office/drawing/2014/main" id="{943467D1-21E1-AC27-CE46-B0FFACB59C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14325"/>
            <a:ext cx="5943600" cy="622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131" name="Text Box 3">
            <a:extLst>
              <a:ext uri="{FF2B5EF4-FFF2-40B4-BE49-F238E27FC236}">
                <a16:creationId xmlns:a16="http://schemas.microsoft.com/office/drawing/2014/main" id="{0E6D5BC5-28B0-A080-4493-B523AFD75435}"/>
              </a:ext>
            </a:extLst>
          </p:cNvPr>
          <p:cNvSpPr txBox="1">
            <a:spLocks noChangeArrowheads="1"/>
          </p:cNvSpPr>
          <p:nvPr/>
        </p:nvSpPr>
        <p:spPr bwMode="auto">
          <a:xfrm>
            <a:off x="152400" y="3200400"/>
            <a:ext cx="14478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Iteration 1</a:t>
            </a:r>
          </a:p>
          <a:p>
            <a:pPr algn="l" eaLnBrk="1" hangingPunct="1"/>
            <a:endParaRPr lang="en-US" altLang="en-US"/>
          </a:p>
          <a:p>
            <a:pPr algn="l" eaLnBrk="1" hangingPunct="1"/>
            <a:r>
              <a:rPr lang="en-US" altLang="en-US" sz="1800"/>
              <a:t>The cluster means are randomly assigned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9154" name="Picture 2">
            <a:extLst>
              <a:ext uri="{FF2B5EF4-FFF2-40B4-BE49-F238E27FC236}">
                <a16:creationId xmlns:a16="http://schemas.microsoft.com/office/drawing/2014/main" id="{9B6F6A77-FFFE-FA6F-CE6D-F01B49210D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3050" y="285750"/>
            <a:ext cx="6057900" cy="628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55" name="Text Box 3">
            <a:extLst>
              <a:ext uri="{FF2B5EF4-FFF2-40B4-BE49-F238E27FC236}">
                <a16:creationId xmlns:a16="http://schemas.microsoft.com/office/drawing/2014/main" id="{E5DDB44E-7AB0-B6EF-EE12-4E3B27F3D63F}"/>
              </a:ext>
            </a:extLst>
          </p:cNvPr>
          <p:cNvSpPr txBox="1">
            <a:spLocks noChangeArrowheads="1"/>
          </p:cNvSpPr>
          <p:nvPr/>
        </p:nvSpPr>
        <p:spPr bwMode="auto">
          <a:xfrm>
            <a:off x="152400" y="3200400"/>
            <a:ext cx="1443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Iteration 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0178" name="Picture 2">
            <a:extLst>
              <a:ext uri="{FF2B5EF4-FFF2-40B4-BE49-F238E27FC236}">
                <a16:creationId xmlns:a16="http://schemas.microsoft.com/office/drawing/2014/main" id="{972623FA-F3CB-94D9-6FA7-0018B23335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228600"/>
            <a:ext cx="634365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179" name="Text Box 3">
            <a:extLst>
              <a:ext uri="{FF2B5EF4-FFF2-40B4-BE49-F238E27FC236}">
                <a16:creationId xmlns:a16="http://schemas.microsoft.com/office/drawing/2014/main" id="{0676B962-35DD-3B24-B03B-AC4298F8FB96}"/>
              </a:ext>
            </a:extLst>
          </p:cNvPr>
          <p:cNvSpPr txBox="1">
            <a:spLocks noChangeArrowheads="1"/>
          </p:cNvSpPr>
          <p:nvPr/>
        </p:nvSpPr>
        <p:spPr bwMode="auto">
          <a:xfrm>
            <a:off x="152400" y="3200400"/>
            <a:ext cx="1443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Iteration 5</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1202" name="Picture 2">
            <a:extLst>
              <a:ext uri="{FF2B5EF4-FFF2-40B4-BE49-F238E27FC236}">
                <a16:creationId xmlns:a16="http://schemas.microsoft.com/office/drawing/2014/main" id="{92DEAE0C-9279-48DA-47AB-1989E8B6EE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25"/>
            <a:ext cx="6096000" cy="638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03" name="Text Box 3">
            <a:extLst>
              <a:ext uri="{FF2B5EF4-FFF2-40B4-BE49-F238E27FC236}">
                <a16:creationId xmlns:a16="http://schemas.microsoft.com/office/drawing/2014/main" id="{F7B9558D-5DE8-CC5D-15FA-31331A08596E}"/>
              </a:ext>
            </a:extLst>
          </p:cNvPr>
          <p:cNvSpPr txBox="1">
            <a:spLocks noChangeArrowheads="1"/>
          </p:cNvSpPr>
          <p:nvPr/>
        </p:nvSpPr>
        <p:spPr bwMode="auto">
          <a:xfrm>
            <a:off x="0" y="3200400"/>
            <a:ext cx="1595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Iteration 25</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8050" name="Rectangle 2">
            <a:extLst>
              <a:ext uri="{FF2B5EF4-FFF2-40B4-BE49-F238E27FC236}">
                <a16:creationId xmlns:a16="http://schemas.microsoft.com/office/drawing/2014/main" id="{04132C35-03CE-E03C-A94A-D6D60FE139FA}"/>
              </a:ext>
            </a:extLst>
          </p:cNvPr>
          <p:cNvSpPr>
            <a:spLocks noChangeArrowheads="1"/>
          </p:cNvSpPr>
          <p:nvPr/>
        </p:nvSpPr>
        <p:spPr bwMode="auto">
          <a:xfrm>
            <a:off x="609600" y="1143000"/>
            <a:ext cx="7772400" cy="1219200"/>
          </a:xfrm>
          <a:prstGeom prst="rect">
            <a:avLst/>
          </a:prstGeom>
          <a:noFill/>
          <a:ln>
            <a:noFill/>
          </a:ln>
          <a:effectLst/>
        </p:spPr>
        <p:txBody>
          <a:bodyPr lIns="92075" tIns="46038" rIns="92075" bIns="46038" anchor="ctr"/>
          <a:lstStyle>
            <a:lvl1pPr algn="l" eaLnBrk="0" hangingPunct="0">
              <a:defRPr sz="2400">
                <a:solidFill>
                  <a:schemeClr val="tx1"/>
                </a:solidFill>
                <a:latin typeface="Times New Roman" panose="02020603050405020304" pitchFamily="18" charset="0"/>
              </a:defRPr>
            </a:lvl1pPr>
            <a:lvl2pPr algn="l" eaLnBrk="0" hangingPunct="0">
              <a:defRPr sz="2400">
                <a:solidFill>
                  <a:schemeClr val="tx1"/>
                </a:solidFill>
                <a:latin typeface="Times New Roman" panose="02020603050405020304" pitchFamily="18" charset="0"/>
              </a:defRPr>
            </a:lvl2pPr>
            <a:lvl3pPr algn="l" eaLnBrk="0" hangingPunct="0">
              <a:defRPr sz="2400">
                <a:solidFill>
                  <a:schemeClr val="tx1"/>
                </a:solidFill>
                <a:latin typeface="Times New Roman" panose="02020603050405020304" pitchFamily="18" charset="0"/>
              </a:defRPr>
            </a:lvl3pPr>
            <a:lvl4pPr algn="l" eaLnBrk="0" hangingPunct="0">
              <a:defRPr sz="2400">
                <a:solidFill>
                  <a:schemeClr val="tx1"/>
                </a:solidFill>
                <a:latin typeface="Times New Roman" panose="02020603050405020304" pitchFamily="18" charset="0"/>
              </a:defRPr>
            </a:lvl4pPr>
            <a:lvl5pPr algn="l" eaLnBrk="0" hangingPunct="0">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altLang="en-US" sz="4400">
                <a:solidFill>
                  <a:schemeClr val="tx2"/>
                </a:solidFill>
                <a:effectLst>
                  <a:outerShdw blurRad="38100" dist="38100" dir="2700000" algn="tl">
                    <a:srgbClr val="C0C0C0"/>
                  </a:outerShdw>
                </a:effectLst>
              </a:rPr>
              <a:t>Nearest Neighbor Clustering</a:t>
            </a:r>
          </a:p>
          <a:p>
            <a:pPr algn="ctr" eaLnBrk="1" hangingPunct="1">
              <a:defRPr/>
            </a:pPr>
            <a:r>
              <a:rPr lang="en-US" altLang="en-US" sz="1800">
                <a:solidFill>
                  <a:schemeClr val="tx2"/>
                </a:solidFill>
                <a:effectLst>
                  <a:outerShdw blurRad="38100" dist="38100" dir="2700000" algn="tl">
                    <a:srgbClr val="C0C0C0"/>
                  </a:outerShdw>
                </a:effectLst>
              </a:rPr>
              <a:t>Not to be confused with Nearest Neighbor </a:t>
            </a:r>
            <a:r>
              <a:rPr lang="en-US" altLang="en-US" sz="1800" b="1">
                <a:solidFill>
                  <a:schemeClr val="tx2"/>
                </a:solidFill>
                <a:effectLst>
                  <a:outerShdw blurRad="38100" dist="38100" dir="2700000" algn="tl">
                    <a:srgbClr val="C0C0C0"/>
                  </a:outerShdw>
                </a:effectLst>
              </a:rPr>
              <a:t>Classification</a:t>
            </a:r>
          </a:p>
        </p:txBody>
      </p:sp>
      <p:sp>
        <p:nvSpPr>
          <p:cNvPr id="52227" name="Rectangle 3">
            <a:extLst>
              <a:ext uri="{FF2B5EF4-FFF2-40B4-BE49-F238E27FC236}">
                <a16:creationId xmlns:a16="http://schemas.microsoft.com/office/drawing/2014/main" id="{8204E437-A7EE-C88D-97F0-7D17C616EA38}"/>
              </a:ext>
            </a:extLst>
          </p:cNvPr>
          <p:cNvSpPr>
            <a:spLocks noChangeArrowheads="1"/>
          </p:cNvSpPr>
          <p:nvPr/>
        </p:nvSpPr>
        <p:spPr bwMode="auto">
          <a:xfrm>
            <a:off x="514350" y="2965450"/>
            <a:ext cx="7772400" cy="332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r>
              <a:rPr lang="en-US" altLang="en-US"/>
              <a:t>Items are iteratively merged into the existing clusters that are closest.</a:t>
            </a:r>
          </a:p>
          <a:p>
            <a:pPr eaLnBrk="1" hangingPunct="1"/>
            <a:r>
              <a:rPr lang="en-US" altLang="en-US"/>
              <a:t>Incremental</a:t>
            </a:r>
          </a:p>
          <a:p>
            <a:pPr eaLnBrk="1" hangingPunct="1"/>
            <a:r>
              <a:rPr lang="en-US" altLang="en-US"/>
              <a:t>Threshold, t, used to determine if items are added to existing clusters or a new cluster is created.</a:t>
            </a:r>
          </a:p>
        </p:txBody>
      </p:sp>
      <p:sp>
        <p:nvSpPr>
          <p:cNvPr id="52228" name="Text Box 5">
            <a:extLst>
              <a:ext uri="{FF2B5EF4-FFF2-40B4-BE49-F238E27FC236}">
                <a16:creationId xmlns:a16="http://schemas.microsoft.com/office/drawing/2014/main" id="{1781DBEE-C6FB-54C9-BE2D-1E21CBA8B6F4}"/>
              </a:ext>
            </a:extLst>
          </p:cNvPr>
          <p:cNvSpPr txBox="1">
            <a:spLocks noChangeArrowheads="1"/>
          </p:cNvSpPr>
          <p:nvPr/>
        </p:nvSpPr>
        <p:spPr bwMode="auto">
          <a:xfrm>
            <a:off x="1828800" y="228600"/>
            <a:ext cx="50704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solidFill>
                  <a:schemeClr val="bg2"/>
                </a:solidFill>
              </a:rPr>
              <a:t>What happens if the data is streaming…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C0192018-2753-065A-CCD7-F0DB0E0FD627}"/>
              </a:ext>
            </a:extLst>
          </p:cNvPr>
          <p:cNvSpPr>
            <a:spLocks noChangeArrowheads="1"/>
          </p:cNvSpPr>
          <p:nvPr/>
        </p:nvSpPr>
        <p:spPr bwMode="auto">
          <a:xfrm>
            <a:off x="4343400" y="0"/>
            <a:ext cx="4662488" cy="4559300"/>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51" name="Rectangle 3">
            <a:extLst>
              <a:ext uri="{FF2B5EF4-FFF2-40B4-BE49-F238E27FC236}">
                <a16:creationId xmlns:a16="http://schemas.microsoft.com/office/drawing/2014/main" id="{028954FF-34D0-62E6-94D7-825CD8EB2CAC}"/>
              </a:ext>
            </a:extLst>
          </p:cNvPr>
          <p:cNvSpPr>
            <a:spLocks noChangeArrowheads="1"/>
          </p:cNvSpPr>
          <p:nvPr/>
        </p:nvSpPr>
        <p:spPr bwMode="auto">
          <a:xfrm>
            <a:off x="4441825" y="66675"/>
            <a:ext cx="493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52" name="Rectangle 4">
            <a:extLst>
              <a:ext uri="{FF2B5EF4-FFF2-40B4-BE49-F238E27FC236}">
                <a16:creationId xmlns:a16="http://schemas.microsoft.com/office/drawing/2014/main" id="{0D7CE89C-4D3B-F1D6-DCF6-1FC163FAB837}"/>
              </a:ext>
            </a:extLst>
          </p:cNvPr>
          <p:cNvSpPr>
            <a:spLocks noChangeArrowheads="1"/>
          </p:cNvSpPr>
          <p:nvPr/>
        </p:nvSpPr>
        <p:spPr bwMode="auto">
          <a:xfrm>
            <a:off x="4535488" y="136525"/>
            <a:ext cx="2286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10</a:t>
            </a:r>
            <a:endParaRPr lang="en-US" altLang="en-US"/>
          </a:p>
        </p:txBody>
      </p:sp>
      <p:grpSp>
        <p:nvGrpSpPr>
          <p:cNvPr id="53253" name="Group 5">
            <a:extLst>
              <a:ext uri="{FF2B5EF4-FFF2-40B4-BE49-F238E27FC236}">
                <a16:creationId xmlns:a16="http://schemas.microsoft.com/office/drawing/2014/main" id="{5D6400C2-3E01-D5BA-9C13-CEF38E33B9EE}"/>
              </a:ext>
            </a:extLst>
          </p:cNvPr>
          <p:cNvGrpSpPr>
            <a:grpSpLocks/>
          </p:cNvGrpSpPr>
          <p:nvPr/>
        </p:nvGrpSpPr>
        <p:grpSpPr bwMode="auto">
          <a:xfrm>
            <a:off x="4519613" y="298450"/>
            <a:ext cx="4476750" cy="4291013"/>
            <a:chOff x="3413" y="1695"/>
            <a:chExt cx="2074" cy="1988"/>
          </a:xfrm>
        </p:grpSpPr>
        <p:sp>
          <p:nvSpPr>
            <p:cNvPr id="53265" name="Rectangle 6">
              <a:extLst>
                <a:ext uri="{FF2B5EF4-FFF2-40B4-BE49-F238E27FC236}">
                  <a16:creationId xmlns:a16="http://schemas.microsoft.com/office/drawing/2014/main" id="{18A0B326-E83A-C2EE-898D-4331800E3191}"/>
                </a:ext>
              </a:extLst>
            </p:cNvPr>
            <p:cNvSpPr>
              <a:spLocks noChangeArrowheads="1"/>
            </p:cNvSpPr>
            <p:nvPr/>
          </p:nvSpPr>
          <p:spPr bwMode="auto">
            <a:xfrm>
              <a:off x="3590"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66" name="Rectangle 7">
              <a:extLst>
                <a:ext uri="{FF2B5EF4-FFF2-40B4-BE49-F238E27FC236}">
                  <a16:creationId xmlns:a16="http://schemas.microsoft.com/office/drawing/2014/main" id="{0F360751-8948-C2D9-0753-E9CF13F4A0B2}"/>
                </a:ext>
              </a:extLst>
            </p:cNvPr>
            <p:cNvSpPr>
              <a:spLocks noChangeArrowheads="1"/>
            </p:cNvSpPr>
            <p:nvPr/>
          </p:nvSpPr>
          <p:spPr bwMode="auto">
            <a:xfrm>
              <a:off x="3768"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67" name="Rectangle 8">
              <a:extLst>
                <a:ext uri="{FF2B5EF4-FFF2-40B4-BE49-F238E27FC236}">
                  <a16:creationId xmlns:a16="http://schemas.microsoft.com/office/drawing/2014/main" id="{9F47C6F8-B03F-D270-334D-F9079230BE83}"/>
                </a:ext>
              </a:extLst>
            </p:cNvPr>
            <p:cNvSpPr>
              <a:spLocks noChangeArrowheads="1"/>
            </p:cNvSpPr>
            <p:nvPr/>
          </p:nvSpPr>
          <p:spPr bwMode="auto">
            <a:xfrm>
              <a:off x="3945"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68" name="Rectangle 9">
              <a:extLst>
                <a:ext uri="{FF2B5EF4-FFF2-40B4-BE49-F238E27FC236}">
                  <a16:creationId xmlns:a16="http://schemas.microsoft.com/office/drawing/2014/main" id="{7DF52A30-B885-99F3-B7B7-6635A1EFB63A}"/>
                </a:ext>
              </a:extLst>
            </p:cNvPr>
            <p:cNvSpPr>
              <a:spLocks noChangeArrowheads="1"/>
            </p:cNvSpPr>
            <p:nvPr/>
          </p:nvSpPr>
          <p:spPr bwMode="auto">
            <a:xfrm>
              <a:off x="4123"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69" name="Rectangle 10">
              <a:extLst>
                <a:ext uri="{FF2B5EF4-FFF2-40B4-BE49-F238E27FC236}">
                  <a16:creationId xmlns:a16="http://schemas.microsoft.com/office/drawing/2014/main" id="{D3583F84-DC30-6176-46E5-ACC7F697E035}"/>
                </a:ext>
              </a:extLst>
            </p:cNvPr>
            <p:cNvSpPr>
              <a:spLocks noChangeArrowheads="1"/>
            </p:cNvSpPr>
            <p:nvPr/>
          </p:nvSpPr>
          <p:spPr bwMode="auto">
            <a:xfrm>
              <a:off x="4300"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70" name="Rectangle 11">
              <a:extLst>
                <a:ext uri="{FF2B5EF4-FFF2-40B4-BE49-F238E27FC236}">
                  <a16:creationId xmlns:a16="http://schemas.microsoft.com/office/drawing/2014/main" id="{5B3C07A2-A834-53A9-19AD-3E4F606FBC58}"/>
                </a:ext>
              </a:extLst>
            </p:cNvPr>
            <p:cNvSpPr>
              <a:spLocks noChangeArrowheads="1"/>
            </p:cNvSpPr>
            <p:nvPr/>
          </p:nvSpPr>
          <p:spPr bwMode="auto">
            <a:xfrm>
              <a:off x="4478"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71" name="Rectangle 12">
              <a:extLst>
                <a:ext uri="{FF2B5EF4-FFF2-40B4-BE49-F238E27FC236}">
                  <a16:creationId xmlns:a16="http://schemas.microsoft.com/office/drawing/2014/main" id="{089547CD-3783-7BF5-0F8C-C584C4F5932C}"/>
                </a:ext>
              </a:extLst>
            </p:cNvPr>
            <p:cNvSpPr>
              <a:spLocks noChangeArrowheads="1"/>
            </p:cNvSpPr>
            <p:nvPr/>
          </p:nvSpPr>
          <p:spPr bwMode="auto">
            <a:xfrm>
              <a:off x="4655"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72" name="Rectangle 13">
              <a:extLst>
                <a:ext uri="{FF2B5EF4-FFF2-40B4-BE49-F238E27FC236}">
                  <a16:creationId xmlns:a16="http://schemas.microsoft.com/office/drawing/2014/main" id="{05B426B5-7814-FD3D-E165-776CE895C522}"/>
                </a:ext>
              </a:extLst>
            </p:cNvPr>
            <p:cNvSpPr>
              <a:spLocks noChangeArrowheads="1"/>
            </p:cNvSpPr>
            <p:nvPr/>
          </p:nvSpPr>
          <p:spPr bwMode="auto">
            <a:xfrm>
              <a:off x="4833"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73" name="Rectangle 14">
              <a:extLst>
                <a:ext uri="{FF2B5EF4-FFF2-40B4-BE49-F238E27FC236}">
                  <a16:creationId xmlns:a16="http://schemas.microsoft.com/office/drawing/2014/main" id="{26A5E7FE-A526-8600-DB2B-844829BD796E}"/>
                </a:ext>
              </a:extLst>
            </p:cNvPr>
            <p:cNvSpPr>
              <a:spLocks noChangeArrowheads="1"/>
            </p:cNvSpPr>
            <p:nvPr/>
          </p:nvSpPr>
          <p:spPr bwMode="auto">
            <a:xfrm>
              <a:off x="5010"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74" name="Rectangle 15">
              <a:extLst>
                <a:ext uri="{FF2B5EF4-FFF2-40B4-BE49-F238E27FC236}">
                  <a16:creationId xmlns:a16="http://schemas.microsoft.com/office/drawing/2014/main" id="{901A446E-16BF-BBA2-DD5B-034FA967DDD2}"/>
                </a:ext>
              </a:extLst>
            </p:cNvPr>
            <p:cNvSpPr>
              <a:spLocks noChangeArrowheads="1"/>
            </p:cNvSpPr>
            <p:nvPr/>
          </p:nvSpPr>
          <p:spPr bwMode="auto">
            <a:xfrm>
              <a:off x="5188"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75" name="Rectangle 16">
              <a:extLst>
                <a:ext uri="{FF2B5EF4-FFF2-40B4-BE49-F238E27FC236}">
                  <a16:creationId xmlns:a16="http://schemas.microsoft.com/office/drawing/2014/main" id="{31AAEF0B-4A52-61C3-2DF7-FA6785EC407C}"/>
                </a:ext>
              </a:extLst>
            </p:cNvPr>
            <p:cNvSpPr>
              <a:spLocks noChangeArrowheads="1"/>
            </p:cNvSpPr>
            <p:nvPr/>
          </p:nvSpPr>
          <p:spPr bwMode="auto">
            <a:xfrm>
              <a:off x="3590"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76" name="Rectangle 17">
              <a:extLst>
                <a:ext uri="{FF2B5EF4-FFF2-40B4-BE49-F238E27FC236}">
                  <a16:creationId xmlns:a16="http://schemas.microsoft.com/office/drawing/2014/main" id="{D70909AD-A175-0DAE-C071-BA3E9B82940A}"/>
                </a:ext>
              </a:extLst>
            </p:cNvPr>
            <p:cNvSpPr>
              <a:spLocks noChangeArrowheads="1"/>
            </p:cNvSpPr>
            <p:nvPr/>
          </p:nvSpPr>
          <p:spPr bwMode="auto">
            <a:xfrm>
              <a:off x="3768"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77" name="Rectangle 18">
              <a:extLst>
                <a:ext uri="{FF2B5EF4-FFF2-40B4-BE49-F238E27FC236}">
                  <a16:creationId xmlns:a16="http://schemas.microsoft.com/office/drawing/2014/main" id="{05A9BA4A-627A-92C9-C8A6-19233F0EE4AE}"/>
                </a:ext>
              </a:extLst>
            </p:cNvPr>
            <p:cNvSpPr>
              <a:spLocks noChangeArrowheads="1"/>
            </p:cNvSpPr>
            <p:nvPr/>
          </p:nvSpPr>
          <p:spPr bwMode="auto">
            <a:xfrm>
              <a:off x="3945"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78" name="Rectangle 19">
              <a:extLst>
                <a:ext uri="{FF2B5EF4-FFF2-40B4-BE49-F238E27FC236}">
                  <a16:creationId xmlns:a16="http://schemas.microsoft.com/office/drawing/2014/main" id="{6A6312B9-FACE-6199-A65F-3D16B1363193}"/>
                </a:ext>
              </a:extLst>
            </p:cNvPr>
            <p:cNvSpPr>
              <a:spLocks noChangeArrowheads="1"/>
            </p:cNvSpPr>
            <p:nvPr/>
          </p:nvSpPr>
          <p:spPr bwMode="auto">
            <a:xfrm>
              <a:off x="4123"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79" name="Rectangle 20">
              <a:extLst>
                <a:ext uri="{FF2B5EF4-FFF2-40B4-BE49-F238E27FC236}">
                  <a16:creationId xmlns:a16="http://schemas.microsoft.com/office/drawing/2014/main" id="{CE601D78-E640-A783-ECA9-A14753D708B2}"/>
                </a:ext>
              </a:extLst>
            </p:cNvPr>
            <p:cNvSpPr>
              <a:spLocks noChangeArrowheads="1"/>
            </p:cNvSpPr>
            <p:nvPr/>
          </p:nvSpPr>
          <p:spPr bwMode="auto">
            <a:xfrm>
              <a:off x="4300"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80" name="Rectangle 21">
              <a:extLst>
                <a:ext uri="{FF2B5EF4-FFF2-40B4-BE49-F238E27FC236}">
                  <a16:creationId xmlns:a16="http://schemas.microsoft.com/office/drawing/2014/main" id="{F5B8141C-4F01-2831-B4AE-42A6425A5C31}"/>
                </a:ext>
              </a:extLst>
            </p:cNvPr>
            <p:cNvSpPr>
              <a:spLocks noChangeArrowheads="1"/>
            </p:cNvSpPr>
            <p:nvPr/>
          </p:nvSpPr>
          <p:spPr bwMode="auto">
            <a:xfrm>
              <a:off x="4478"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81" name="Rectangle 22">
              <a:extLst>
                <a:ext uri="{FF2B5EF4-FFF2-40B4-BE49-F238E27FC236}">
                  <a16:creationId xmlns:a16="http://schemas.microsoft.com/office/drawing/2014/main" id="{18B405C0-2F02-2F5E-5EC5-D18F0D501D6A}"/>
                </a:ext>
              </a:extLst>
            </p:cNvPr>
            <p:cNvSpPr>
              <a:spLocks noChangeArrowheads="1"/>
            </p:cNvSpPr>
            <p:nvPr/>
          </p:nvSpPr>
          <p:spPr bwMode="auto">
            <a:xfrm>
              <a:off x="4655"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82" name="Rectangle 23">
              <a:extLst>
                <a:ext uri="{FF2B5EF4-FFF2-40B4-BE49-F238E27FC236}">
                  <a16:creationId xmlns:a16="http://schemas.microsoft.com/office/drawing/2014/main" id="{5D25EA21-E55F-C091-15F8-7CBE324247E1}"/>
                </a:ext>
              </a:extLst>
            </p:cNvPr>
            <p:cNvSpPr>
              <a:spLocks noChangeArrowheads="1"/>
            </p:cNvSpPr>
            <p:nvPr/>
          </p:nvSpPr>
          <p:spPr bwMode="auto">
            <a:xfrm>
              <a:off x="4833"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83" name="Rectangle 24">
              <a:extLst>
                <a:ext uri="{FF2B5EF4-FFF2-40B4-BE49-F238E27FC236}">
                  <a16:creationId xmlns:a16="http://schemas.microsoft.com/office/drawing/2014/main" id="{DAFED48D-5875-95AC-3A4F-880A3DEF91D7}"/>
                </a:ext>
              </a:extLst>
            </p:cNvPr>
            <p:cNvSpPr>
              <a:spLocks noChangeArrowheads="1"/>
            </p:cNvSpPr>
            <p:nvPr/>
          </p:nvSpPr>
          <p:spPr bwMode="auto">
            <a:xfrm>
              <a:off x="5010"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84" name="Rectangle 25">
              <a:extLst>
                <a:ext uri="{FF2B5EF4-FFF2-40B4-BE49-F238E27FC236}">
                  <a16:creationId xmlns:a16="http://schemas.microsoft.com/office/drawing/2014/main" id="{CCD23445-D05F-2E23-7994-B708B05C3189}"/>
                </a:ext>
              </a:extLst>
            </p:cNvPr>
            <p:cNvSpPr>
              <a:spLocks noChangeArrowheads="1"/>
            </p:cNvSpPr>
            <p:nvPr/>
          </p:nvSpPr>
          <p:spPr bwMode="auto">
            <a:xfrm>
              <a:off x="5188"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85" name="Rectangle 26">
              <a:extLst>
                <a:ext uri="{FF2B5EF4-FFF2-40B4-BE49-F238E27FC236}">
                  <a16:creationId xmlns:a16="http://schemas.microsoft.com/office/drawing/2014/main" id="{CE54E4BE-41F7-1267-8ADA-3F86B79DAE89}"/>
                </a:ext>
              </a:extLst>
            </p:cNvPr>
            <p:cNvSpPr>
              <a:spLocks noChangeArrowheads="1"/>
            </p:cNvSpPr>
            <p:nvPr/>
          </p:nvSpPr>
          <p:spPr bwMode="auto">
            <a:xfrm>
              <a:off x="3590"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86" name="Rectangle 27">
              <a:extLst>
                <a:ext uri="{FF2B5EF4-FFF2-40B4-BE49-F238E27FC236}">
                  <a16:creationId xmlns:a16="http://schemas.microsoft.com/office/drawing/2014/main" id="{35C0CE66-BEAD-E3C3-DC21-FB7BB076DB3B}"/>
                </a:ext>
              </a:extLst>
            </p:cNvPr>
            <p:cNvSpPr>
              <a:spLocks noChangeArrowheads="1"/>
            </p:cNvSpPr>
            <p:nvPr/>
          </p:nvSpPr>
          <p:spPr bwMode="auto">
            <a:xfrm>
              <a:off x="3768"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87" name="Rectangle 28">
              <a:extLst>
                <a:ext uri="{FF2B5EF4-FFF2-40B4-BE49-F238E27FC236}">
                  <a16:creationId xmlns:a16="http://schemas.microsoft.com/office/drawing/2014/main" id="{85A66510-DDB0-E166-D68F-A77C7C522DEA}"/>
                </a:ext>
              </a:extLst>
            </p:cNvPr>
            <p:cNvSpPr>
              <a:spLocks noChangeArrowheads="1"/>
            </p:cNvSpPr>
            <p:nvPr/>
          </p:nvSpPr>
          <p:spPr bwMode="auto">
            <a:xfrm>
              <a:off x="3945"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88" name="Rectangle 29">
              <a:extLst>
                <a:ext uri="{FF2B5EF4-FFF2-40B4-BE49-F238E27FC236}">
                  <a16:creationId xmlns:a16="http://schemas.microsoft.com/office/drawing/2014/main" id="{9999613B-E840-C8EB-DDFE-2A64E41B1831}"/>
                </a:ext>
              </a:extLst>
            </p:cNvPr>
            <p:cNvSpPr>
              <a:spLocks noChangeArrowheads="1"/>
            </p:cNvSpPr>
            <p:nvPr/>
          </p:nvSpPr>
          <p:spPr bwMode="auto">
            <a:xfrm>
              <a:off x="4123"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89" name="Rectangle 30">
              <a:extLst>
                <a:ext uri="{FF2B5EF4-FFF2-40B4-BE49-F238E27FC236}">
                  <a16:creationId xmlns:a16="http://schemas.microsoft.com/office/drawing/2014/main" id="{AA7768BC-D2B7-C9E9-482C-133128921985}"/>
                </a:ext>
              </a:extLst>
            </p:cNvPr>
            <p:cNvSpPr>
              <a:spLocks noChangeArrowheads="1"/>
            </p:cNvSpPr>
            <p:nvPr/>
          </p:nvSpPr>
          <p:spPr bwMode="auto">
            <a:xfrm>
              <a:off x="4300"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90" name="Rectangle 31">
              <a:extLst>
                <a:ext uri="{FF2B5EF4-FFF2-40B4-BE49-F238E27FC236}">
                  <a16:creationId xmlns:a16="http://schemas.microsoft.com/office/drawing/2014/main" id="{F5697107-E706-AA99-7A59-69CC61F02272}"/>
                </a:ext>
              </a:extLst>
            </p:cNvPr>
            <p:cNvSpPr>
              <a:spLocks noChangeArrowheads="1"/>
            </p:cNvSpPr>
            <p:nvPr/>
          </p:nvSpPr>
          <p:spPr bwMode="auto">
            <a:xfrm>
              <a:off x="4478"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91" name="Rectangle 32">
              <a:extLst>
                <a:ext uri="{FF2B5EF4-FFF2-40B4-BE49-F238E27FC236}">
                  <a16:creationId xmlns:a16="http://schemas.microsoft.com/office/drawing/2014/main" id="{8D9A1901-67D1-86BF-6E89-A9AC2CD05809}"/>
                </a:ext>
              </a:extLst>
            </p:cNvPr>
            <p:cNvSpPr>
              <a:spLocks noChangeArrowheads="1"/>
            </p:cNvSpPr>
            <p:nvPr/>
          </p:nvSpPr>
          <p:spPr bwMode="auto">
            <a:xfrm>
              <a:off x="4655"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92" name="Rectangle 33">
              <a:extLst>
                <a:ext uri="{FF2B5EF4-FFF2-40B4-BE49-F238E27FC236}">
                  <a16:creationId xmlns:a16="http://schemas.microsoft.com/office/drawing/2014/main" id="{2784D44B-E290-5AE3-83DE-FBFDD8354CCF}"/>
                </a:ext>
              </a:extLst>
            </p:cNvPr>
            <p:cNvSpPr>
              <a:spLocks noChangeArrowheads="1"/>
            </p:cNvSpPr>
            <p:nvPr/>
          </p:nvSpPr>
          <p:spPr bwMode="auto">
            <a:xfrm>
              <a:off x="4833"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93" name="Rectangle 34">
              <a:extLst>
                <a:ext uri="{FF2B5EF4-FFF2-40B4-BE49-F238E27FC236}">
                  <a16:creationId xmlns:a16="http://schemas.microsoft.com/office/drawing/2014/main" id="{247A5B1E-26E8-3667-5CEE-74933EB07754}"/>
                </a:ext>
              </a:extLst>
            </p:cNvPr>
            <p:cNvSpPr>
              <a:spLocks noChangeArrowheads="1"/>
            </p:cNvSpPr>
            <p:nvPr/>
          </p:nvSpPr>
          <p:spPr bwMode="auto">
            <a:xfrm>
              <a:off x="5010"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94" name="Rectangle 35">
              <a:extLst>
                <a:ext uri="{FF2B5EF4-FFF2-40B4-BE49-F238E27FC236}">
                  <a16:creationId xmlns:a16="http://schemas.microsoft.com/office/drawing/2014/main" id="{4E7550B2-396B-B968-3D38-F17E2F2805BB}"/>
                </a:ext>
              </a:extLst>
            </p:cNvPr>
            <p:cNvSpPr>
              <a:spLocks noChangeArrowheads="1"/>
            </p:cNvSpPr>
            <p:nvPr/>
          </p:nvSpPr>
          <p:spPr bwMode="auto">
            <a:xfrm>
              <a:off x="5188"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95" name="Rectangle 36">
              <a:extLst>
                <a:ext uri="{FF2B5EF4-FFF2-40B4-BE49-F238E27FC236}">
                  <a16:creationId xmlns:a16="http://schemas.microsoft.com/office/drawing/2014/main" id="{9E965810-3568-F8CD-74D3-5A866A0A841E}"/>
                </a:ext>
              </a:extLst>
            </p:cNvPr>
            <p:cNvSpPr>
              <a:spLocks noChangeArrowheads="1"/>
            </p:cNvSpPr>
            <p:nvPr/>
          </p:nvSpPr>
          <p:spPr bwMode="auto">
            <a:xfrm>
              <a:off x="3590"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96" name="Rectangle 37">
              <a:extLst>
                <a:ext uri="{FF2B5EF4-FFF2-40B4-BE49-F238E27FC236}">
                  <a16:creationId xmlns:a16="http://schemas.microsoft.com/office/drawing/2014/main" id="{F0C04E9A-CB22-486B-FF6F-B4293CB0463C}"/>
                </a:ext>
              </a:extLst>
            </p:cNvPr>
            <p:cNvSpPr>
              <a:spLocks noChangeArrowheads="1"/>
            </p:cNvSpPr>
            <p:nvPr/>
          </p:nvSpPr>
          <p:spPr bwMode="auto">
            <a:xfrm>
              <a:off x="3768"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97" name="Rectangle 38">
              <a:extLst>
                <a:ext uri="{FF2B5EF4-FFF2-40B4-BE49-F238E27FC236}">
                  <a16:creationId xmlns:a16="http://schemas.microsoft.com/office/drawing/2014/main" id="{66E45822-5789-6FF9-9F44-C1DC8675B01D}"/>
                </a:ext>
              </a:extLst>
            </p:cNvPr>
            <p:cNvSpPr>
              <a:spLocks noChangeArrowheads="1"/>
            </p:cNvSpPr>
            <p:nvPr/>
          </p:nvSpPr>
          <p:spPr bwMode="auto">
            <a:xfrm>
              <a:off x="3945"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98" name="Rectangle 39">
              <a:extLst>
                <a:ext uri="{FF2B5EF4-FFF2-40B4-BE49-F238E27FC236}">
                  <a16:creationId xmlns:a16="http://schemas.microsoft.com/office/drawing/2014/main" id="{A5A5B764-2489-CF1D-A36F-064F486A3213}"/>
                </a:ext>
              </a:extLst>
            </p:cNvPr>
            <p:cNvSpPr>
              <a:spLocks noChangeArrowheads="1"/>
            </p:cNvSpPr>
            <p:nvPr/>
          </p:nvSpPr>
          <p:spPr bwMode="auto">
            <a:xfrm>
              <a:off x="4123"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99" name="Rectangle 40">
              <a:extLst>
                <a:ext uri="{FF2B5EF4-FFF2-40B4-BE49-F238E27FC236}">
                  <a16:creationId xmlns:a16="http://schemas.microsoft.com/office/drawing/2014/main" id="{2E651BEC-72C0-94C6-9BD8-F90AA321F2DE}"/>
                </a:ext>
              </a:extLst>
            </p:cNvPr>
            <p:cNvSpPr>
              <a:spLocks noChangeArrowheads="1"/>
            </p:cNvSpPr>
            <p:nvPr/>
          </p:nvSpPr>
          <p:spPr bwMode="auto">
            <a:xfrm>
              <a:off x="4300"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00" name="Rectangle 41">
              <a:extLst>
                <a:ext uri="{FF2B5EF4-FFF2-40B4-BE49-F238E27FC236}">
                  <a16:creationId xmlns:a16="http://schemas.microsoft.com/office/drawing/2014/main" id="{44018619-82DD-5531-CCD2-AF4A093C8326}"/>
                </a:ext>
              </a:extLst>
            </p:cNvPr>
            <p:cNvSpPr>
              <a:spLocks noChangeArrowheads="1"/>
            </p:cNvSpPr>
            <p:nvPr/>
          </p:nvSpPr>
          <p:spPr bwMode="auto">
            <a:xfrm>
              <a:off x="4478"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01" name="Rectangle 42">
              <a:extLst>
                <a:ext uri="{FF2B5EF4-FFF2-40B4-BE49-F238E27FC236}">
                  <a16:creationId xmlns:a16="http://schemas.microsoft.com/office/drawing/2014/main" id="{F6C5F931-3661-99FA-9881-8180AC229C99}"/>
                </a:ext>
              </a:extLst>
            </p:cNvPr>
            <p:cNvSpPr>
              <a:spLocks noChangeArrowheads="1"/>
            </p:cNvSpPr>
            <p:nvPr/>
          </p:nvSpPr>
          <p:spPr bwMode="auto">
            <a:xfrm>
              <a:off x="4655"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02" name="Rectangle 43">
              <a:extLst>
                <a:ext uri="{FF2B5EF4-FFF2-40B4-BE49-F238E27FC236}">
                  <a16:creationId xmlns:a16="http://schemas.microsoft.com/office/drawing/2014/main" id="{972BA1CC-EF38-9F6B-6EA7-C7B47CAD3146}"/>
                </a:ext>
              </a:extLst>
            </p:cNvPr>
            <p:cNvSpPr>
              <a:spLocks noChangeArrowheads="1"/>
            </p:cNvSpPr>
            <p:nvPr/>
          </p:nvSpPr>
          <p:spPr bwMode="auto">
            <a:xfrm>
              <a:off x="4833"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03" name="Rectangle 44">
              <a:extLst>
                <a:ext uri="{FF2B5EF4-FFF2-40B4-BE49-F238E27FC236}">
                  <a16:creationId xmlns:a16="http://schemas.microsoft.com/office/drawing/2014/main" id="{157D5D00-532F-BE72-74AC-82D8BAD19AA0}"/>
                </a:ext>
              </a:extLst>
            </p:cNvPr>
            <p:cNvSpPr>
              <a:spLocks noChangeArrowheads="1"/>
            </p:cNvSpPr>
            <p:nvPr/>
          </p:nvSpPr>
          <p:spPr bwMode="auto">
            <a:xfrm>
              <a:off x="5010"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04" name="Rectangle 45">
              <a:extLst>
                <a:ext uri="{FF2B5EF4-FFF2-40B4-BE49-F238E27FC236}">
                  <a16:creationId xmlns:a16="http://schemas.microsoft.com/office/drawing/2014/main" id="{13FD48CC-9356-3BCA-1949-7729235E6755}"/>
                </a:ext>
              </a:extLst>
            </p:cNvPr>
            <p:cNvSpPr>
              <a:spLocks noChangeArrowheads="1"/>
            </p:cNvSpPr>
            <p:nvPr/>
          </p:nvSpPr>
          <p:spPr bwMode="auto">
            <a:xfrm>
              <a:off x="5188"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05" name="Rectangle 46">
              <a:extLst>
                <a:ext uri="{FF2B5EF4-FFF2-40B4-BE49-F238E27FC236}">
                  <a16:creationId xmlns:a16="http://schemas.microsoft.com/office/drawing/2014/main" id="{75038556-86F1-79E7-7E43-68861CA863DE}"/>
                </a:ext>
              </a:extLst>
            </p:cNvPr>
            <p:cNvSpPr>
              <a:spLocks noChangeArrowheads="1"/>
            </p:cNvSpPr>
            <p:nvPr/>
          </p:nvSpPr>
          <p:spPr bwMode="auto">
            <a:xfrm>
              <a:off x="3590"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06" name="Rectangle 47">
              <a:extLst>
                <a:ext uri="{FF2B5EF4-FFF2-40B4-BE49-F238E27FC236}">
                  <a16:creationId xmlns:a16="http://schemas.microsoft.com/office/drawing/2014/main" id="{46885451-3ACD-29F6-E79C-8E96873753FA}"/>
                </a:ext>
              </a:extLst>
            </p:cNvPr>
            <p:cNvSpPr>
              <a:spLocks noChangeArrowheads="1"/>
            </p:cNvSpPr>
            <p:nvPr/>
          </p:nvSpPr>
          <p:spPr bwMode="auto">
            <a:xfrm>
              <a:off x="3768"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07" name="Rectangle 48">
              <a:extLst>
                <a:ext uri="{FF2B5EF4-FFF2-40B4-BE49-F238E27FC236}">
                  <a16:creationId xmlns:a16="http://schemas.microsoft.com/office/drawing/2014/main" id="{5B46D65B-9376-77A6-C56C-F0C74BC65F00}"/>
                </a:ext>
              </a:extLst>
            </p:cNvPr>
            <p:cNvSpPr>
              <a:spLocks noChangeArrowheads="1"/>
            </p:cNvSpPr>
            <p:nvPr/>
          </p:nvSpPr>
          <p:spPr bwMode="auto">
            <a:xfrm>
              <a:off x="3945"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08" name="Rectangle 49">
              <a:extLst>
                <a:ext uri="{FF2B5EF4-FFF2-40B4-BE49-F238E27FC236}">
                  <a16:creationId xmlns:a16="http://schemas.microsoft.com/office/drawing/2014/main" id="{FE10B416-16CC-83C2-D95F-92A9400120FB}"/>
                </a:ext>
              </a:extLst>
            </p:cNvPr>
            <p:cNvSpPr>
              <a:spLocks noChangeArrowheads="1"/>
            </p:cNvSpPr>
            <p:nvPr/>
          </p:nvSpPr>
          <p:spPr bwMode="auto">
            <a:xfrm>
              <a:off x="4123"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09" name="Rectangle 50">
              <a:extLst>
                <a:ext uri="{FF2B5EF4-FFF2-40B4-BE49-F238E27FC236}">
                  <a16:creationId xmlns:a16="http://schemas.microsoft.com/office/drawing/2014/main" id="{F9967C09-F884-8811-EF6C-B80FBA0D559F}"/>
                </a:ext>
              </a:extLst>
            </p:cNvPr>
            <p:cNvSpPr>
              <a:spLocks noChangeArrowheads="1"/>
            </p:cNvSpPr>
            <p:nvPr/>
          </p:nvSpPr>
          <p:spPr bwMode="auto">
            <a:xfrm>
              <a:off x="4300"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10" name="Rectangle 51">
              <a:extLst>
                <a:ext uri="{FF2B5EF4-FFF2-40B4-BE49-F238E27FC236}">
                  <a16:creationId xmlns:a16="http://schemas.microsoft.com/office/drawing/2014/main" id="{6378E7AE-4CA5-0063-2575-7AB21AA0520F}"/>
                </a:ext>
              </a:extLst>
            </p:cNvPr>
            <p:cNvSpPr>
              <a:spLocks noChangeArrowheads="1"/>
            </p:cNvSpPr>
            <p:nvPr/>
          </p:nvSpPr>
          <p:spPr bwMode="auto">
            <a:xfrm>
              <a:off x="4478"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11" name="Rectangle 52">
              <a:extLst>
                <a:ext uri="{FF2B5EF4-FFF2-40B4-BE49-F238E27FC236}">
                  <a16:creationId xmlns:a16="http://schemas.microsoft.com/office/drawing/2014/main" id="{A167BBE5-A84F-10A9-38D1-30FC478594AC}"/>
                </a:ext>
              </a:extLst>
            </p:cNvPr>
            <p:cNvSpPr>
              <a:spLocks noChangeArrowheads="1"/>
            </p:cNvSpPr>
            <p:nvPr/>
          </p:nvSpPr>
          <p:spPr bwMode="auto">
            <a:xfrm>
              <a:off x="4655"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12" name="Rectangle 53">
              <a:extLst>
                <a:ext uri="{FF2B5EF4-FFF2-40B4-BE49-F238E27FC236}">
                  <a16:creationId xmlns:a16="http://schemas.microsoft.com/office/drawing/2014/main" id="{383C6E17-FC37-1C9F-77FE-B132A8B8482D}"/>
                </a:ext>
              </a:extLst>
            </p:cNvPr>
            <p:cNvSpPr>
              <a:spLocks noChangeArrowheads="1"/>
            </p:cNvSpPr>
            <p:nvPr/>
          </p:nvSpPr>
          <p:spPr bwMode="auto">
            <a:xfrm>
              <a:off x="4833"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13" name="Rectangle 54">
              <a:extLst>
                <a:ext uri="{FF2B5EF4-FFF2-40B4-BE49-F238E27FC236}">
                  <a16:creationId xmlns:a16="http://schemas.microsoft.com/office/drawing/2014/main" id="{187FC45F-C0EE-E42E-3B80-89F339576839}"/>
                </a:ext>
              </a:extLst>
            </p:cNvPr>
            <p:cNvSpPr>
              <a:spLocks noChangeArrowheads="1"/>
            </p:cNvSpPr>
            <p:nvPr/>
          </p:nvSpPr>
          <p:spPr bwMode="auto">
            <a:xfrm>
              <a:off x="5010"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14" name="Rectangle 55">
              <a:extLst>
                <a:ext uri="{FF2B5EF4-FFF2-40B4-BE49-F238E27FC236}">
                  <a16:creationId xmlns:a16="http://schemas.microsoft.com/office/drawing/2014/main" id="{4AFF624A-422A-8646-E4F1-F575934DA1E3}"/>
                </a:ext>
              </a:extLst>
            </p:cNvPr>
            <p:cNvSpPr>
              <a:spLocks noChangeArrowheads="1"/>
            </p:cNvSpPr>
            <p:nvPr/>
          </p:nvSpPr>
          <p:spPr bwMode="auto">
            <a:xfrm>
              <a:off x="5188"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15" name="Rectangle 56">
              <a:extLst>
                <a:ext uri="{FF2B5EF4-FFF2-40B4-BE49-F238E27FC236}">
                  <a16:creationId xmlns:a16="http://schemas.microsoft.com/office/drawing/2014/main" id="{8CCCB6B3-74CA-4FD1-E3B0-5B60D0C55602}"/>
                </a:ext>
              </a:extLst>
            </p:cNvPr>
            <p:cNvSpPr>
              <a:spLocks noChangeArrowheads="1"/>
            </p:cNvSpPr>
            <p:nvPr/>
          </p:nvSpPr>
          <p:spPr bwMode="auto">
            <a:xfrm>
              <a:off x="3590"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16" name="Rectangle 57">
              <a:extLst>
                <a:ext uri="{FF2B5EF4-FFF2-40B4-BE49-F238E27FC236}">
                  <a16:creationId xmlns:a16="http://schemas.microsoft.com/office/drawing/2014/main" id="{35CD27C7-D403-E991-EA0E-631558C51CD6}"/>
                </a:ext>
              </a:extLst>
            </p:cNvPr>
            <p:cNvSpPr>
              <a:spLocks noChangeArrowheads="1"/>
            </p:cNvSpPr>
            <p:nvPr/>
          </p:nvSpPr>
          <p:spPr bwMode="auto">
            <a:xfrm>
              <a:off x="3768"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17" name="Rectangle 58">
              <a:extLst>
                <a:ext uri="{FF2B5EF4-FFF2-40B4-BE49-F238E27FC236}">
                  <a16:creationId xmlns:a16="http://schemas.microsoft.com/office/drawing/2014/main" id="{737FD4ED-4D49-B2C5-C963-C25E5386286C}"/>
                </a:ext>
              </a:extLst>
            </p:cNvPr>
            <p:cNvSpPr>
              <a:spLocks noChangeArrowheads="1"/>
            </p:cNvSpPr>
            <p:nvPr/>
          </p:nvSpPr>
          <p:spPr bwMode="auto">
            <a:xfrm>
              <a:off x="3945"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18" name="Rectangle 59">
              <a:extLst>
                <a:ext uri="{FF2B5EF4-FFF2-40B4-BE49-F238E27FC236}">
                  <a16:creationId xmlns:a16="http://schemas.microsoft.com/office/drawing/2014/main" id="{1360200B-F5BF-A3BE-2980-341D4D6CD96E}"/>
                </a:ext>
              </a:extLst>
            </p:cNvPr>
            <p:cNvSpPr>
              <a:spLocks noChangeArrowheads="1"/>
            </p:cNvSpPr>
            <p:nvPr/>
          </p:nvSpPr>
          <p:spPr bwMode="auto">
            <a:xfrm>
              <a:off x="4123"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19" name="Rectangle 60">
              <a:extLst>
                <a:ext uri="{FF2B5EF4-FFF2-40B4-BE49-F238E27FC236}">
                  <a16:creationId xmlns:a16="http://schemas.microsoft.com/office/drawing/2014/main" id="{3C5E96E7-938D-ED7C-0A87-2D56C71A169D}"/>
                </a:ext>
              </a:extLst>
            </p:cNvPr>
            <p:cNvSpPr>
              <a:spLocks noChangeArrowheads="1"/>
            </p:cNvSpPr>
            <p:nvPr/>
          </p:nvSpPr>
          <p:spPr bwMode="auto">
            <a:xfrm>
              <a:off x="4300"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20" name="Rectangle 61">
              <a:extLst>
                <a:ext uri="{FF2B5EF4-FFF2-40B4-BE49-F238E27FC236}">
                  <a16:creationId xmlns:a16="http://schemas.microsoft.com/office/drawing/2014/main" id="{A9826E1E-0B2A-AC2D-E2C5-C86ECA707C82}"/>
                </a:ext>
              </a:extLst>
            </p:cNvPr>
            <p:cNvSpPr>
              <a:spLocks noChangeArrowheads="1"/>
            </p:cNvSpPr>
            <p:nvPr/>
          </p:nvSpPr>
          <p:spPr bwMode="auto">
            <a:xfrm>
              <a:off x="4478"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21" name="Rectangle 62">
              <a:extLst>
                <a:ext uri="{FF2B5EF4-FFF2-40B4-BE49-F238E27FC236}">
                  <a16:creationId xmlns:a16="http://schemas.microsoft.com/office/drawing/2014/main" id="{54082E2E-E438-FB5D-B51A-0E777208FBA1}"/>
                </a:ext>
              </a:extLst>
            </p:cNvPr>
            <p:cNvSpPr>
              <a:spLocks noChangeArrowheads="1"/>
            </p:cNvSpPr>
            <p:nvPr/>
          </p:nvSpPr>
          <p:spPr bwMode="auto">
            <a:xfrm>
              <a:off x="4655"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22" name="Rectangle 63">
              <a:extLst>
                <a:ext uri="{FF2B5EF4-FFF2-40B4-BE49-F238E27FC236}">
                  <a16:creationId xmlns:a16="http://schemas.microsoft.com/office/drawing/2014/main" id="{2D9C8B5A-971C-F028-EF63-94C9FBA9AAAC}"/>
                </a:ext>
              </a:extLst>
            </p:cNvPr>
            <p:cNvSpPr>
              <a:spLocks noChangeArrowheads="1"/>
            </p:cNvSpPr>
            <p:nvPr/>
          </p:nvSpPr>
          <p:spPr bwMode="auto">
            <a:xfrm>
              <a:off x="4833"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23" name="Rectangle 64">
              <a:extLst>
                <a:ext uri="{FF2B5EF4-FFF2-40B4-BE49-F238E27FC236}">
                  <a16:creationId xmlns:a16="http://schemas.microsoft.com/office/drawing/2014/main" id="{B154E0CE-FF39-B5AD-291E-573C942BB1A8}"/>
                </a:ext>
              </a:extLst>
            </p:cNvPr>
            <p:cNvSpPr>
              <a:spLocks noChangeArrowheads="1"/>
            </p:cNvSpPr>
            <p:nvPr/>
          </p:nvSpPr>
          <p:spPr bwMode="auto">
            <a:xfrm>
              <a:off x="5010"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24" name="Rectangle 65">
              <a:extLst>
                <a:ext uri="{FF2B5EF4-FFF2-40B4-BE49-F238E27FC236}">
                  <a16:creationId xmlns:a16="http://schemas.microsoft.com/office/drawing/2014/main" id="{2B3B0EDF-CED6-111A-9A32-2E36642EA2F8}"/>
                </a:ext>
              </a:extLst>
            </p:cNvPr>
            <p:cNvSpPr>
              <a:spLocks noChangeArrowheads="1"/>
            </p:cNvSpPr>
            <p:nvPr/>
          </p:nvSpPr>
          <p:spPr bwMode="auto">
            <a:xfrm>
              <a:off x="5188"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25" name="Rectangle 66">
              <a:extLst>
                <a:ext uri="{FF2B5EF4-FFF2-40B4-BE49-F238E27FC236}">
                  <a16:creationId xmlns:a16="http://schemas.microsoft.com/office/drawing/2014/main" id="{6495B238-53C5-41DA-6B76-DD8438BD0587}"/>
                </a:ext>
              </a:extLst>
            </p:cNvPr>
            <p:cNvSpPr>
              <a:spLocks noChangeArrowheads="1"/>
            </p:cNvSpPr>
            <p:nvPr/>
          </p:nvSpPr>
          <p:spPr bwMode="auto">
            <a:xfrm>
              <a:off x="3590"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26" name="Rectangle 67">
              <a:extLst>
                <a:ext uri="{FF2B5EF4-FFF2-40B4-BE49-F238E27FC236}">
                  <a16:creationId xmlns:a16="http://schemas.microsoft.com/office/drawing/2014/main" id="{3E61C3BC-7B34-EB02-2F9F-657DF53DA7D9}"/>
                </a:ext>
              </a:extLst>
            </p:cNvPr>
            <p:cNvSpPr>
              <a:spLocks noChangeArrowheads="1"/>
            </p:cNvSpPr>
            <p:nvPr/>
          </p:nvSpPr>
          <p:spPr bwMode="auto">
            <a:xfrm>
              <a:off x="3768"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27" name="Rectangle 68">
              <a:extLst>
                <a:ext uri="{FF2B5EF4-FFF2-40B4-BE49-F238E27FC236}">
                  <a16:creationId xmlns:a16="http://schemas.microsoft.com/office/drawing/2014/main" id="{08E75C85-F924-AC26-3E23-91C6D7FD1371}"/>
                </a:ext>
              </a:extLst>
            </p:cNvPr>
            <p:cNvSpPr>
              <a:spLocks noChangeArrowheads="1"/>
            </p:cNvSpPr>
            <p:nvPr/>
          </p:nvSpPr>
          <p:spPr bwMode="auto">
            <a:xfrm>
              <a:off x="3945"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28" name="Rectangle 69">
              <a:extLst>
                <a:ext uri="{FF2B5EF4-FFF2-40B4-BE49-F238E27FC236}">
                  <a16:creationId xmlns:a16="http://schemas.microsoft.com/office/drawing/2014/main" id="{4158CF96-9390-4888-D3D5-284BE5BDDED8}"/>
                </a:ext>
              </a:extLst>
            </p:cNvPr>
            <p:cNvSpPr>
              <a:spLocks noChangeArrowheads="1"/>
            </p:cNvSpPr>
            <p:nvPr/>
          </p:nvSpPr>
          <p:spPr bwMode="auto">
            <a:xfrm>
              <a:off x="4123"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29" name="Rectangle 70">
              <a:extLst>
                <a:ext uri="{FF2B5EF4-FFF2-40B4-BE49-F238E27FC236}">
                  <a16:creationId xmlns:a16="http://schemas.microsoft.com/office/drawing/2014/main" id="{D838A39F-722B-FAC8-F8BA-73D9BBCD459A}"/>
                </a:ext>
              </a:extLst>
            </p:cNvPr>
            <p:cNvSpPr>
              <a:spLocks noChangeArrowheads="1"/>
            </p:cNvSpPr>
            <p:nvPr/>
          </p:nvSpPr>
          <p:spPr bwMode="auto">
            <a:xfrm>
              <a:off x="4300"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30" name="Rectangle 71">
              <a:extLst>
                <a:ext uri="{FF2B5EF4-FFF2-40B4-BE49-F238E27FC236}">
                  <a16:creationId xmlns:a16="http://schemas.microsoft.com/office/drawing/2014/main" id="{ADAF4FD6-C7AE-2E81-58CD-FD84B74D7C80}"/>
                </a:ext>
              </a:extLst>
            </p:cNvPr>
            <p:cNvSpPr>
              <a:spLocks noChangeArrowheads="1"/>
            </p:cNvSpPr>
            <p:nvPr/>
          </p:nvSpPr>
          <p:spPr bwMode="auto">
            <a:xfrm>
              <a:off x="4478"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31" name="Rectangle 72">
              <a:extLst>
                <a:ext uri="{FF2B5EF4-FFF2-40B4-BE49-F238E27FC236}">
                  <a16:creationId xmlns:a16="http://schemas.microsoft.com/office/drawing/2014/main" id="{30E9E39A-4610-EF15-39A5-CF2FE78A5C1F}"/>
                </a:ext>
              </a:extLst>
            </p:cNvPr>
            <p:cNvSpPr>
              <a:spLocks noChangeArrowheads="1"/>
            </p:cNvSpPr>
            <p:nvPr/>
          </p:nvSpPr>
          <p:spPr bwMode="auto">
            <a:xfrm>
              <a:off x="4655"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32" name="Rectangle 73">
              <a:extLst>
                <a:ext uri="{FF2B5EF4-FFF2-40B4-BE49-F238E27FC236}">
                  <a16:creationId xmlns:a16="http://schemas.microsoft.com/office/drawing/2014/main" id="{F646DA78-6F2E-4FA7-84F5-EA125EFCD563}"/>
                </a:ext>
              </a:extLst>
            </p:cNvPr>
            <p:cNvSpPr>
              <a:spLocks noChangeArrowheads="1"/>
            </p:cNvSpPr>
            <p:nvPr/>
          </p:nvSpPr>
          <p:spPr bwMode="auto">
            <a:xfrm>
              <a:off x="4833"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33" name="Rectangle 74">
              <a:extLst>
                <a:ext uri="{FF2B5EF4-FFF2-40B4-BE49-F238E27FC236}">
                  <a16:creationId xmlns:a16="http://schemas.microsoft.com/office/drawing/2014/main" id="{309183AE-AD47-954A-90D5-A2EF78091898}"/>
                </a:ext>
              </a:extLst>
            </p:cNvPr>
            <p:cNvSpPr>
              <a:spLocks noChangeArrowheads="1"/>
            </p:cNvSpPr>
            <p:nvPr/>
          </p:nvSpPr>
          <p:spPr bwMode="auto">
            <a:xfrm>
              <a:off x="5010"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34" name="Rectangle 75">
              <a:extLst>
                <a:ext uri="{FF2B5EF4-FFF2-40B4-BE49-F238E27FC236}">
                  <a16:creationId xmlns:a16="http://schemas.microsoft.com/office/drawing/2014/main" id="{E6D319F8-653E-282C-64FB-52204754E655}"/>
                </a:ext>
              </a:extLst>
            </p:cNvPr>
            <p:cNvSpPr>
              <a:spLocks noChangeArrowheads="1"/>
            </p:cNvSpPr>
            <p:nvPr/>
          </p:nvSpPr>
          <p:spPr bwMode="auto">
            <a:xfrm>
              <a:off x="5188"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35" name="Rectangle 76">
              <a:extLst>
                <a:ext uri="{FF2B5EF4-FFF2-40B4-BE49-F238E27FC236}">
                  <a16:creationId xmlns:a16="http://schemas.microsoft.com/office/drawing/2014/main" id="{A8220F33-D9FC-8894-55E4-3770918315DE}"/>
                </a:ext>
              </a:extLst>
            </p:cNvPr>
            <p:cNvSpPr>
              <a:spLocks noChangeArrowheads="1"/>
            </p:cNvSpPr>
            <p:nvPr/>
          </p:nvSpPr>
          <p:spPr bwMode="auto">
            <a:xfrm>
              <a:off x="3590"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36" name="Rectangle 77">
              <a:extLst>
                <a:ext uri="{FF2B5EF4-FFF2-40B4-BE49-F238E27FC236}">
                  <a16:creationId xmlns:a16="http://schemas.microsoft.com/office/drawing/2014/main" id="{3F391453-BF0C-D3F4-BECD-1AA6D7901D05}"/>
                </a:ext>
              </a:extLst>
            </p:cNvPr>
            <p:cNvSpPr>
              <a:spLocks noChangeArrowheads="1"/>
            </p:cNvSpPr>
            <p:nvPr/>
          </p:nvSpPr>
          <p:spPr bwMode="auto">
            <a:xfrm>
              <a:off x="3768"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37" name="Rectangle 78">
              <a:extLst>
                <a:ext uri="{FF2B5EF4-FFF2-40B4-BE49-F238E27FC236}">
                  <a16:creationId xmlns:a16="http://schemas.microsoft.com/office/drawing/2014/main" id="{A9248B48-252C-5985-DD60-BD2E1D96DFA3}"/>
                </a:ext>
              </a:extLst>
            </p:cNvPr>
            <p:cNvSpPr>
              <a:spLocks noChangeArrowheads="1"/>
            </p:cNvSpPr>
            <p:nvPr/>
          </p:nvSpPr>
          <p:spPr bwMode="auto">
            <a:xfrm>
              <a:off x="3945"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38" name="Rectangle 79">
              <a:extLst>
                <a:ext uri="{FF2B5EF4-FFF2-40B4-BE49-F238E27FC236}">
                  <a16:creationId xmlns:a16="http://schemas.microsoft.com/office/drawing/2014/main" id="{11E290E7-2838-B7A1-8392-B70DF82FAA5C}"/>
                </a:ext>
              </a:extLst>
            </p:cNvPr>
            <p:cNvSpPr>
              <a:spLocks noChangeArrowheads="1"/>
            </p:cNvSpPr>
            <p:nvPr/>
          </p:nvSpPr>
          <p:spPr bwMode="auto">
            <a:xfrm>
              <a:off x="4123"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39" name="Rectangle 80">
              <a:extLst>
                <a:ext uri="{FF2B5EF4-FFF2-40B4-BE49-F238E27FC236}">
                  <a16:creationId xmlns:a16="http://schemas.microsoft.com/office/drawing/2014/main" id="{77194FA0-7176-921E-D0AC-A9155E8567D0}"/>
                </a:ext>
              </a:extLst>
            </p:cNvPr>
            <p:cNvSpPr>
              <a:spLocks noChangeArrowheads="1"/>
            </p:cNvSpPr>
            <p:nvPr/>
          </p:nvSpPr>
          <p:spPr bwMode="auto">
            <a:xfrm>
              <a:off x="4300"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40" name="Rectangle 81">
              <a:extLst>
                <a:ext uri="{FF2B5EF4-FFF2-40B4-BE49-F238E27FC236}">
                  <a16:creationId xmlns:a16="http://schemas.microsoft.com/office/drawing/2014/main" id="{B07E9A8B-64B4-E0A0-47C1-75E55CC6D6F6}"/>
                </a:ext>
              </a:extLst>
            </p:cNvPr>
            <p:cNvSpPr>
              <a:spLocks noChangeArrowheads="1"/>
            </p:cNvSpPr>
            <p:nvPr/>
          </p:nvSpPr>
          <p:spPr bwMode="auto">
            <a:xfrm>
              <a:off x="4478"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41" name="Rectangle 82">
              <a:extLst>
                <a:ext uri="{FF2B5EF4-FFF2-40B4-BE49-F238E27FC236}">
                  <a16:creationId xmlns:a16="http://schemas.microsoft.com/office/drawing/2014/main" id="{8F38CCED-5769-A2A7-4D6D-18022FC579D0}"/>
                </a:ext>
              </a:extLst>
            </p:cNvPr>
            <p:cNvSpPr>
              <a:spLocks noChangeArrowheads="1"/>
            </p:cNvSpPr>
            <p:nvPr/>
          </p:nvSpPr>
          <p:spPr bwMode="auto">
            <a:xfrm>
              <a:off x="4655"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42" name="Rectangle 83">
              <a:extLst>
                <a:ext uri="{FF2B5EF4-FFF2-40B4-BE49-F238E27FC236}">
                  <a16:creationId xmlns:a16="http://schemas.microsoft.com/office/drawing/2014/main" id="{FAC042E7-CCDA-73EB-7625-99CFFD616950}"/>
                </a:ext>
              </a:extLst>
            </p:cNvPr>
            <p:cNvSpPr>
              <a:spLocks noChangeArrowheads="1"/>
            </p:cNvSpPr>
            <p:nvPr/>
          </p:nvSpPr>
          <p:spPr bwMode="auto">
            <a:xfrm>
              <a:off x="4833"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43" name="Rectangle 84">
              <a:extLst>
                <a:ext uri="{FF2B5EF4-FFF2-40B4-BE49-F238E27FC236}">
                  <a16:creationId xmlns:a16="http://schemas.microsoft.com/office/drawing/2014/main" id="{E680197C-A270-26E9-D33B-0C0A326F2D26}"/>
                </a:ext>
              </a:extLst>
            </p:cNvPr>
            <p:cNvSpPr>
              <a:spLocks noChangeArrowheads="1"/>
            </p:cNvSpPr>
            <p:nvPr/>
          </p:nvSpPr>
          <p:spPr bwMode="auto">
            <a:xfrm>
              <a:off x="5010"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44" name="Rectangle 85">
              <a:extLst>
                <a:ext uri="{FF2B5EF4-FFF2-40B4-BE49-F238E27FC236}">
                  <a16:creationId xmlns:a16="http://schemas.microsoft.com/office/drawing/2014/main" id="{2D01F638-C557-C63C-2686-32FE6867DAED}"/>
                </a:ext>
              </a:extLst>
            </p:cNvPr>
            <p:cNvSpPr>
              <a:spLocks noChangeArrowheads="1"/>
            </p:cNvSpPr>
            <p:nvPr/>
          </p:nvSpPr>
          <p:spPr bwMode="auto">
            <a:xfrm>
              <a:off x="5188"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45" name="Rectangle 86">
              <a:extLst>
                <a:ext uri="{FF2B5EF4-FFF2-40B4-BE49-F238E27FC236}">
                  <a16:creationId xmlns:a16="http://schemas.microsoft.com/office/drawing/2014/main" id="{96807BFA-711D-07FE-7D12-EE1F55B6E8F6}"/>
                </a:ext>
              </a:extLst>
            </p:cNvPr>
            <p:cNvSpPr>
              <a:spLocks noChangeArrowheads="1"/>
            </p:cNvSpPr>
            <p:nvPr/>
          </p:nvSpPr>
          <p:spPr bwMode="auto">
            <a:xfrm>
              <a:off x="3590"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46" name="Rectangle 87">
              <a:extLst>
                <a:ext uri="{FF2B5EF4-FFF2-40B4-BE49-F238E27FC236}">
                  <a16:creationId xmlns:a16="http://schemas.microsoft.com/office/drawing/2014/main" id="{0F688E04-904D-84CA-7C89-CBB93575DD5E}"/>
                </a:ext>
              </a:extLst>
            </p:cNvPr>
            <p:cNvSpPr>
              <a:spLocks noChangeArrowheads="1"/>
            </p:cNvSpPr>
            <p:nvPr/>
          </p:nvSpPr>
          <p:spPr bwMode="auto">
            <a:xfrm>
              <a:off x="3768"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47" name="Rectangle 88">
              <a:extLst>
                <a:ext uri="{FF2B5EF4-FFF2-40B4-BE49-F238E27FC236}">
                  <a16:creationId xmlns:a16="http://schemas.microsoft.com/office/drawing/2014/main" id="{B7DA37F1-4398-075D-7D27-0AD0D8B1841D}"/>
                </a:ext>
              </a:extLst>
            </p:cNvPr>
            <p:cNvSpPr>
              <a:spLocks noChangeArrowheads="1"/>
            </p:cNvSpPr>
            <p:nvPr/>
          </p:nvSpPr>
          <p:spPr bwMode="auto">
            <a:xfrm>
              <a:off x="3945"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48" name="Rectangle 89">
              <a:extLst>
                <a:ext uri="{FF2B5EF4-FFF2-40B4-BE49-F238E27FC236}">
                  <a16:creationId xmlns:a16="http://schemas.microsoft.com/office/drawing/2014/main" id="{B4AC467C-E16F-9B1C-EB05-89C46753888A}"/>
                </a:ext>
              </a:extLst>
            </p:cNvPr>
            <p:cNvSpPr>
              <a:spLocks noChangeArrowheads="1"/>
            </p:cNvSpPr>
            <p:nvPr/>
          </p:nvSpPr>
          <p:spPr bwMode="auto">
            <a:xfrm>
              <a:off x="4123"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49" name="Rectangle 90">
              <a:extLst>
                <a:ext uri="{FF2B5EF4-FFF2-40B4-BE49-F238E27FC236}">
                  <a16:creationId xmlns:a16="http://schemas.microsoft.com/office/drawing/2014/main" id="{9775A14A-54BF-E481-3C1E-7DDB73AAA64C}"/>
                </a:ext>
              </a:extLst>
            </p:cNvPr>
            <p:cNvSpPr>
              <a:spLocks noChangeArrowheads="1"/>
            </p:cNvSpPr>
            <p:nvPr/>
          </p:nvSpPr>
          <p:spPr bwMode="auto">
            <a:xfrm>
              <a:off x="4300"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50" name="Rectangle 91">
              <a:extLst>
                <a:ext uri="{FF2B5EF4-FFF2-40B4-BE49-F238E27FC236}">
                  <a16:creationId xmlns:a16="http://schemas.microsoft.com/office/drawing/2014/main" id="{171A84B5-17A5-F0C1-5B0F-7291EAAC7F8D}"/>
                </a:ext>
              </a:extLst>
            </p:cNvPr>
            <p:cNvSpPr>
              <a:spLocks noChangeArrowheads="1"/>
            </p:cNvSpPr>
            <p:nvPr/>
          </p:nvSpPr>
          <p:spPr bwMode="auto">
            <a:xfrm>
              <a:off x="4478"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51" name="Rectangle 92">
              <a:extLst>
                <a:ext uri="{FF2B5EF4-FFF2-40B4-BE49-F238E27FC236}">
                  <a16:creationId xmlns:a16="http://schemas.microsoft.com/office/drawing/2014/main" id="{40DEEE4F-C76E-622A-B698-6F07B6EE933F}"/>
                </a:ext>
              </a:extLst>
            </p:cNvPr>
            <p:cNvSpPr>
              <a:spLocks noChangeArrowheads="1"/>
            </p:cNvSpPr>
            <p:nvPr/>
          </p:nvSpPr>
          <p:spPr bwMode="auto">
            <a:xfrm>
              <a:off x="4655"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52" name="Rectangle 93">
              <a:extLst>
                <a:ext uri="{FF2B5EF4-FFF2-40B4-BE49-F238E27FC236}">
                  <a16:creationId xmlns:a16="http://schemas.microsoft.com/office/drawing/2014/main" id="{82B9A33F-6AB4-D212-65DD-A85DF1CD467E}"/>
                </a:ext>
              </a:extLst>
            </p:cNvPr>
            <p:cNvSpPr>
              <a:spLocks noChangeArrowheads="1"/>
            </p:cNvSpPr>
            <p:nvPr/>
          </p:nvSpPr>
          <p:spPr bwMode="auto">
            <a:xfrm>
              <a:off x="4833"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53" name="Rectangle 94">
              <a:extLst>
                <a:ext uri="{FF2B5EF4-FFF2-40B4-BE49-F238E27FC236}">
                  <a16:creationId xmlns:a16="http://schemas.microsoft.com/office/drawing/2014/main" id="{FF3A5DE6-27DD-CAEE-210A-587C185B4FE7}"/>
                </a:ext>
              </a:extLst>
            </p:cNvPr>
            <p:cNvSpPr>
              <a:spLocks noChangeArrowheads="1"/>
            </p:cNvSpPr>
            <p:nvPr/>
          </p:nvSpPr>
          <p:spPr bwMode="auto">
            <a:xfrm>
              <a:off x="5010"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54" name="Rectangle 95">
              <a:extLst>
                <a:ext uri="{FF2B5EF4-FFF2-40B4-BE49-F238E27FC236}">
                  <a16:creationId xmlns:a16="http://schemas.microsoft.com/office/drawing/2014/main" id="{7DC37914-2C57-44D1-B6ED-2FD278277DDA}"/>
                </a:ext>
              </a:extLst>
            </p:cNvPr>
            <p:cNvSpPr>
              <a:spLocks noChangeArrowheads="1"/>
            </p:cNvSpPr>
            <p:nvPr/>
          </p:nvSpPr>
          <p:spPr bwMode="auto">
            <a:xfrm>
              <a:off x="5188"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55" name="Rectangle 96">
              <a:extLst>
                <a:ext uri="{FF2B5EF4-FFF2-40B4-BE49-F238E27FC236}">
                  <a16:creationId xmlns:a16="http://schemas.microsoft.com/office/drawing/2014/main" id="{5C9B4FEE-87B7-0A72-D9E3-6350B809AA9F}"/>
                </a:ext>
              </a:extLst>
            </p:cNvPr>
            <p:cNvSpPr>
              <a:spLocks noChangeArrowheads="1"/>
            </p:cNvSpPr>
            <p:nvPr/>
          </p:nvSpPr>
          <p:spPr bwMode="auto">
            <a:xfrm>
              <a:off x="3590"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56" name="Rectangle 97">
              <a:extLst>
                <a:ext uri="{FF2B5EF4-FFF2-40B4-BE49-F238E27FC236}">
                  <a16:creationId xmlns:a16="http://schemas.microsoft.com/office/drawing/2014/main" id="{28C44FAE-C1AB-8257-59AF-C4822E32A90C}"/>
                </a:ext>
              </a:extLst>
            </p:cNvPr>
            <p:cNvSpPr>
              <a:spLocks noChangeArrowheads="1"/>
            </p:cNvSpPr>
            <p:nvPr/>
          </p:nvSpPr>
          <p:spPr bwMode="auto">
            <a:xfrm>
              <a:off x="3768"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57" name="Rectangle 98">
              <a:extLst>
                <a:ext uri="{FF2B5EF4-FFF2-40B4-BE49-F238E27FC236}">
                  <a16:creationId xmlns:a16="http://schemas.microsoft.com/office/drawing/2014/main" id="{A7BF6500-0246-FF5C-362E-A4C00C9CED04}"/>
                </a:ext>
              </a:extLst>
            </p:cNvPr>
            <p:cNvSpPr>
              <a:spLocks noChangeArrowheads="1"/>
            </p:cNvSpPr>
            <p:nvPr/>
          </p:nvSpPr>
          <p:spPr bwMode="auto">
            <a:xfrm>
              <a:off x="3945"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58" name="Rectangle 99">
              <a:extLst>
                <a:ext uri="{FF2B5EF4-FFF2-40B4-BE49-F238E27FC236}">
                  <a16:creationId xmlns:a16="http://schemas.microsoft.com/office/drawing/2014/main" id="{0DB09B40-C899-069F-8407-A9DA6EA7BE9B}"/>
                </a:ext>
              </a:extLst>
            </p:cNvPr>
            <p:cNvSpPr>
              <a:spLocks noChangeArrowheads="1"/>
            </p:cNvSpPr>
            <p:nvPr/>
          </p:nvSpPr>
          <p:spPr bwMode="auto">
            <a:xfrm>
              <a:off x="4123"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59" name="Rectangle 100">
              <a:extLst>
                <a:ext uri="{FF2B5EF4-FFF2-40B4-BE49-F238E27FC236}">
                  <a16:creationId xmlns:a16="http://schemas.microsoft.com/office/drawing/2014/main" id="{1BF8F8BB-45D8-A896-A615-6B960E97DBEF}"/>
                </a:ext>
              </a:extLst>
            </p:cNvPr>
            <p:cNvSpPr>
              <a:spLocks noChangeArrowheads="1"/>
            </p:cNvSpPr>
            <p:nvPr/>
          </p:nvSpPr>
          <p:spPr bwMode="auto">
            <a:xfrm>
              <a:off x="4300"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60" name="Rectangle 101">
              <a:extLst>
                <a:ext uri="{FF2B5EF4-FFF2-40B4-BE49-F238E27FC236}">
                  <a16:creationId xmlns:a16="http://schemas.microsoft.com/office/drawing/2014/main" id="{1177C1E2-0380-3346-2A65-78A719510384}"/>
                </a:ext>
              </a:extLst>
            </p:cNvPr>
            <p:cNvSpPr>
              <a:spLocks noChangeArrowheads="1"/>
            </p:cNvSpPr>
            <p:nvPr/>
          </p:nvSpPr>
          <p:spPr bwMode="auto">
            <a:xfrm>
              <a:off x="4478"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61" name="Rectangle 102">
              <a:extLst>
                <a:ext uri="{FF2B5EF4-FFF2-40B4-BE49-F238E27FC236}">
                  <a16:creationId xmlns:a16="http://schemas.microsoft.com/office/drawing/2014/main" id="{B7A11B65-EE4D-4FB1-7403-3E9788F03279}"/>
                </a:ext>
              </a:extLst>
            </p:cNvPr>
            <p:cNvSpPr>
              <a:spLocks noChangeArrowheads="1"/>
            </p:cNvSpPr>
            <p:nvPr/>
          </p:nvSpPr>
          <p:spPr bwMode="auto">
            <a:xfrm>
              <a:off x="4655"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62" name="Rectangle 103">
              <a:extLst>
                <a:ext uri="{FF2B5EF4-FFF2-40B4-BE49-F238E27FC236}">
                  <a16:creationId xmlns:a16="http://schemas.microsoft.com/office/drawing/2014/main" id="{EF729467-C7A7-64AA-94FA-357D6EE61599}"/>
                </a:ext>
              </a:extLst>
            </p:cNvPr>
            <p:cNvSpPr>
              <a:spLocks noChangeArrowheads="1"/>
            </p:cNvSpPr>
            <p:nvPr/>
          </p:nvSpPr>
          <p:spPr bwMode="auto">
            <a:xfrm>
              <a:off x="4833"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63" name="Rectangle 104">
              <a:extLst>
                <a:ext uri="{FF2B5EF4-FFF2-40B4-BE49-F238E27FC236}">
                  <a16:creationId xmlns:a16="http://schemas.microsoft.com/office/drawing/2014/main" id="{F8C6F911-F74C-3E18-91CD-B454C1DDD162}"/>
                </a:ext>
              </a:extLst>
            </p:cNvPr>
            <p:cNvSpPr>
              <a:spLocks noChangeArrowheads="1"/>
            </p:cNvSpPr>
            <p:nvPr/>
          </p:nvSpPr>
          <p:spPr bwMode="auto">
            <a:xfrm>
              <a:off x="5010"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64" name="Rectangle 105">
              <a:extLst>
                <a:ext uri="{FF2B5EF4-FFF2-40B4-BE49-F238E27FC236}">
                  <a16:creationId xmlns:a16="http://schemas.microsoft.com/office/drawing/2014/main" id="{1D0CD477-6F39-1D14-2FF8-52C4DE1B3D5A}"/>
                </a:ext>
              </a:extLst>
            </p:cNvPr>
            <p:cNvSpPr>
              <a:spLocks noChangeArrowheads="1"/>
            </p:cNvSpPr>
            <p:nvPr/>
          </p:nvSpPr>
          <p:spPr bwMode="auto">
            <a:xfrm>
              <a:off x="5188"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65" name="Rectangle 106">
              <a:extLst>
                <a:ext uri="{FF2B5EF4-FFF2-40B4-BE49-F238E27FC236}">
                  <a16:creationId xmlns:a16="http://schemas.microsoft.com/office/drawing/2014/main" id="{32D117DB-1CC5-3BA1-564C-3B3B67A076C8}"/>
                </a:ext>
              </a:extLst>
            </p:cNvPr>
            <p:cNvSpPr>
              <a:spLocks noChangeArrowheads="1"/>
            </p:cNvSpPr>
            <p:nvPr/>
          </p:nvSpPr>
          <p:spPr bwMode="auto">
            <a:xfrm>
              <a:off x="3697"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66" name="Rectangle 107">
              <a:extLst>
                <a:ext uri="{FF2B5EF4-FFF2-40B4-BE49-F238E27FC236}">
                  <a16:creationId xmlns:a16="http://schemas.microsoft.com/office/drawing/2014/main" id="{12613B57-D57D-6B3C-C1B6-852E6CE317C3}"/>
                </a:ext>
              </a:extLst>
            </p:cNvPr>
            <p:cNvSpPr>
              <a:spLocks noChangeArrowheads="1"/>
            </p:cNvSpPr>
            <p:nvPr/>
          </p:nvSpPr>
          <p:spPr bwMode="auto">
            <a:xfrm>
              <a:off x="3740"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a:t>
              </a:r>
              <a:endParaRPr lang="en-US" altLang="en-US"/>
            </a:p>
          </p:txBody>
        </p:sp>
        <p:sp>
          <p:nvSpPr>
            <p:cNvPr id="53367" name="Rectangle 108">
              <a:extLst>
                <a:ext uri="{FF2B5EF4-FFF2-40B4-BE49-F238E27FC236}">
                  <a16:creationId xmlns:a16="http://schemas.microsoft.com/office/drawing/2014/main" id="{79C83E23-AECA-869E-5C09-F8E399E7D1F1}"/>
                </a:ext>
              </a:extLst>
            </p:cNvPr>
            <p:cNvSpPr>
              <a:spLocks noChangeArrowheads="1"/>
            </p:cNvSpPr>
            <p:nvPr/>
          </p:nvSpPr>
          <p:spPr bwMode="auto">
            <a:xfrm>
              <a:off x="3874"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68" name="Rectangle 109">
              <a:extLst>
                <a:ext uri="{FF2B5EF4-FFF2-40B4-BE49-F238E27FC236}">
                  <a16:creationId xmlns:a16="http://schemas.microsoft.com/office/drawing/2014/main" id="{498F203D-A177-A8E1-AC01-18C6D63BEBA6}"/>
                </a:ext>
              </a:extLst>
            </p:cNvPr>
            <p:cNvSpPr>
              <a:spLocks noChangeArrowheads="1"/>
            </p:cNvSpPr>
            <p:nvPr/>
          </p:nvSpPr>
          <p:spPr bwMode="auto">
            <a:xfrm>
              <a:off x="3917"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2</a:t>
              </a:r>
              <a:endParaRPr lang="en-US" altLang="en-US"/>
            </a:p>
          </p:txBody>
        </p:sp>
        <p:sp>
          <p:nvSpPr>
            <p:cNvPr id="53369" name="Rectangle 110">
              <a:extLst>
                <a:ext uri="{FF2B5EF4-FFF2-40B4-BE49-F238E27FC236}">
                  <a16:creationId xmlns:a16="http://schemas.microsoft.com/office/drawing/2014/main" id="{8E646D16-3033-8AD1-7893-4B02DDAEB3FF}"/>
                </a:ext>
              </a:extLst>
            </p:cNvPr>
            <p:cNvSpPr>
              <a:spLocks noChangeArrowheads="1"/>
            </p:cNvSpPr>
            <p:nvPr/>
          </p:nvSpPr>
          <p:spPr bwMode="auto">
            <a:xfrm>
              <a:off x="4052"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70" name="Rectangle 111">
              <a:extLst>
                <a:ext uri="{FF2B5EF4-FFF2-40B4-BE49-F238E27FC236}">
                  <a16:creationId xmlns:a16="http://schemas.microsoft.com/office/drawing/2014/main" id="{1D404D65-8FBF-5D70-75A5-3EDB319BBADF}"/>
                </a:ext>
              </a:extLst>
            </p:cNvPr>
            <p:cNvSpPr>
              <a:spLocks noChangeArrowheads="1"/>
            </p:cNvSpPr>
            <p:nvPr/>
          </p:nvSpPr>
          <p:spPr bwMode="auto">
            <a:xfrm>
              <a:off x="4095"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3</a:t>
              </a:r>
              <a:endParaRPr lang="en-US" altLang="en-US"/>
            </a:p>
          </p:txBody>
        </p:sp>
        <p:sp>
          <p:nvSpPr>
            <p:cNvPr id="53371" name="Rectangle 112">
              <a:extLst>
                <a:ext uri="{FF2B5EF4-FFF2-40B4-BE49-F238E27FC236}">
                  <a16:creationId xmlns:a16="http://schemas.microsoft.com/office/drawing/2014/main" id="{3674DC91-C0F7-1AFB-16E2-7A71CEF8DD26}"/>
                </a:ext>
              </a:extLst>
            </p:cNvPr>
            <p:cNvSpPr>
              <a:spLocks noChangeArrowheads="1"/>
            </p:cNvSpPr>
            <p:nvPr/>
          </p:nvSpPr>
          <p:spPr bwMode="auto">
            <a:xfrm>
              <a:off x="4229"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72" name="Rectangle 113">
              <a:extLst>
                <a:ext uri="{FF2B5EF4-FFF2-40B4-BE49-F238E27FC236}">
                  <a16:creationId xmlns:a16="http://schemas.microsoft.com/office/drawing/2014/main" id="{04442F5E-0062-653D-6ECE-D05BDF77FE1C}"/>
                </a:ext>
              </a:extLst>
            </p:cNvPr>
            <p:cNvSpPr>
              <a:spLocks noChangeArrowheads="1"/>
            </p:cNvSpPr>
            <p:nvPr/>
          </p:nvSpPr>
          <p:spPr bwMode="auto">
            <a:xfrm>
              <a:off x="4272"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4</a:t>
              </a:r>
              <a:endParaRPr lang="en-US" altLang="en-US"/>
            </a:p>
          </p:txBody>
        </p:sp>
        <p:sp>
          <p:nvSpPr>
            <p:cNvPr id="53373" name="Rectangle 114">
              <a:extLst>
                <a:ext uri="{FF2B5EF4-FFF2-40B4-BE49-F238E27FC236}">
                  <a16:creationId xmlns:a16="http://schemas.microsoft.com/office/drawing/2014/main" id="{DA610255-A964-A23B-89EE-C30C1AE92887}"/>
                </a:ext>
              </a:extLst>
            </p:cNvPr>
            <p:cNvSpPr>
              <a:spLocks noChangeArrowheads="1"/>
            </p:cNvSpPr>
            <p:nvPr/>
          </p:nvSpPr>
          <p:spPr bwMode="auto">
            <a:xfrm>
              <a:off x="4407"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74" name="Rectangle 115">
              <a:extLst>
                <a:ext uri="{FF2B5EF4-FFF2-40B4-BE49-F238E27FC236}">
                  <a16:creationId xmlns:a16="http://schemas.microsoft.com/office/drawing/2014/main" id="{BE9D7990-CD12-2BF8-632C-1563BEDFA95F}"/>
                </a:ext>
              </a:extLst>
            </p:cNvPr>
            <p:cNvSpPr>
              <a:spLocks noChangeArrowheads="1"/>
            </p:cNvSpPr>
            <p:nvPr/>
          </p:nvSpPr>
          <p:spPr bwMode="auto">
            <a:xfrm>
              <a:off x="4451"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5</a:t>
              </a:r>
              <a:endParaRPr lang="en-US" altLang="en-US"/>
            </a:p>
          </p:txBody>
        </p:sp>
        <p:sp>
          <p:nvSpPr>
            <p:cNvPr id="53375" name="Rectangle 116">
              <a:extLst>
                <a:ext uri="{FF2B5EF4-FFF2-40B4-BE49-F238E27FC236}">
                  <a16:creationId xmlns:a16="http://schemas.microsoft.com/office/drawing/2014/main" id="{11E4FCA8-428B-8DB3-99CB-5D49BA948F19}"/>
                </a:ext>
              </a:extLst>
            </p:cNvPr>
            <p:cNvSpPr>
              <a:spLocks noChangeArrowheads="1"/>
            </p:cNvSpPr>
            <p:nvPr/>
          </p:nvSpPr>
          <p:spPr bwMode="auto">
            <a:xfrm>
              <a:off x="4584"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76" name="Rectangle 117">
              <a:extLst>
                <a:ext uri="{FF2B5EF4-FFF2-40B4-BE49-F238E27FC236}">
                  <a16:creationId xmlns:a16="http://schemas.microsoft.com/office/drawing/2014/main" id="{CD111BCF-B988-A104-D87B-502C575603F3}"/>
                </a:ext>
              </a:extLst>
            </p:cNvPr>
            <p:cNvSpPr>
              <a:spLocks noChangeArrowheads="1"/>
            </p:cNvSpPr>
            <p:nvPr/>
          </p:nvSpPr>
          <p:spPr bwMode="auto">
            <a:xfrm>
              <a:off x="4627"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6</a:t>
              </a:r>
              <a:endParaRPr lang="en-US" altLang="en-US"/>
            </a:p>
          </p:txBody>
        </p:sp>
        <p:sp>
          <p:nvSpPr>
            <p:cNvPr id="53377" name="Rectangle 118">
              <a:extLst>
                <a:ext uri="{FF2B5EF4-FFF2-40B4-BE49-F238E27FC236}">
                  <a16:creationId xmlns:a16="http://schemas.microsoft.com/office/drawing/2014/main" id="{60EA05AD-3078-ABF2-FD08-17D7C0232CC3}"/>
                </a:ext>
              </a:extLst>
            </p:cNvPr>
            <p:cNvSpPr>
              <a:spLocks noChangeArrowheads="1"/>
            </p:cNvSpPr>
            <p:nvPr/>
          </p:nvSpPr>
          <p:spPr bwMode="auto">
            <a:xfrm>
              <a:off x="4762"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78" name="Rectangle 119">
              <a:extLst>
                <a:ext uri="{FF2B5EF4-FFF2-40B4-BE49-F238E27FC236}">
                  <a16:creationId xmlns:a16="http://schemas.microsoft.com/office/drawing/2014/main" id="{6CABAB3E-C8DB-87BA-A698-DECBD6FF0691}"/>
                </a:ext>
              </a:extLst>
            </p:cNvPr>
            <p:cNvSpPr>
              <a:spLocks noChangeArrowheads="1"/>
            </p:cNvSpPr>
            <p:nvPr/>
          </p:nvSpPr>
          <p:spPr bwMode="auto">
            <a:xfrm>
              <a:off x="4805"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7</a:t>
              </a:r>
              <a:endParaRPr lang="en-US" altLang="en-US"/>
            </a:p>
          </p:txBody>
        </p:sp>
        <p:sp>
          <p:nvSpPr>
            <p:cNvPr id="53379" name="Rectangle 120">
              <a:extLst>
                <a:ext uri="{FF2B5EF4-FFF2-40B4-BE49-F238E27FC236}">
                  <a16:creationId xmlns:a16="http://schemas.microsoft.com/office/drawing/2014/main" id="{623CE8A3-39DD-47A8-D1DC-A7F52FA031AE}"/>
                </a:ext>
              </a:extLst>
            </p:cNvPr>
            <p:cNvSpPr>
              <a:spLocks noChangeArrowheads="1"/>
            </p:cNvSpPr>
            <p:nvPr/>
          </p:nvSpPr>
          <p:spPr bwMode="auto">
            <a:xfrm>
              <a:off x="4939"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80" name="Rectangle 121">
              <a:extLst>
                <a:ext uri="{FF2B5EF4-FFF2-40B4-BE49-F238E27FC236}">
                  <a16:creationId xmlns:a16="http://schemas.microsoft.com/office/drawing/2014/main" id="{B094C506-CEE3-F6A8-62EA-99C4E65C4387}"/>
                </a:ext>
              </a:extLst>
            </p:cNvPr>
            <p:cNvSpPr>
              <a:spLocks noChangeArrowheads="1"/>
            </p:cNvSpPr>
            <p:nvPr/>
          </p:nvSpPr>
          <p:spPr bwMode="auto">
            <a:xfrm>
              <a:off x="4982"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8</a:t>
              </a:r>
              <a:endParaRPr lang="en-US" altLang="en-US"/>
            </a:p>
          </p:txBody>
        </p:sp>
        <p:sp>
          <p:nvSpPr>
            <p:cNvPr id="53381" name="Rectangle 122">
              <a:extLst>
                <a:ext uri="{FF2B5EF4-FFF2-40B4-BE49-F238E27FC236}">
                  <a16:creationId xmlns:a16="http://schemas.microsoft.com/office/drawing/2014/main" id="{E7D9388C-4746-596E-9984-A4DA9201EE48}"/>
                </a:ext>
              </a:extLst>
            </p:cNvPr>
            <p:cNvSpPr>
              <a:spLocks noChangeArrowheads="1"/>
            </p:cNvSpPr>
            <p:nvPr/>
          </p:nvSpPr>
          <p:spPr bwMode="auto">
            <a:xfrm>
              <a:off x="5117"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82" name="Rectangle 123">
              <a:extLst>
                <a:ext uri="{FF2B5EF4-FFF2-40B4-BE49-F238E27FC236}">
                  <a16:creationId xmlns:a16="http://schemas.microsoft.com/office/drawing/2014/main" id="{BF7F1ADE-DB85-A32A-9F93-AFF56A194570}"/>
                </a:ext>
              </a:extLst>
            </p:cNvPr>
            <p:cNvSpPr>
              <a:spLocks noChangeArrowheads="1"/>
            </p:cNvSpPr>
            <p:nvPr/>
          </p:nvSpPr>
          <p:spPr bwMode="auto">
            <a:xfrm>
              <a:off x="5160"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9</a:t>
              </a:r>
              <a:endParaRPr lang="en-US" altLang="en-US"/>
            </a:p>
          </p:txBody>
        </p:sp>
        <p:sp>
          <p:nvSpPr>
            <p:cNvPr id="53383" name="Rectangle 124">
              <a:extLst>
                <a:ext uri="{FF2B5EF4-FFF2-40B4-BE49-F238E27FC236}">
                  <a16:creationId xmlns:a16="http://schemas.microsoft.com/office/drawing/2014/main" id="{4EBB00D7-6FAF-FA29-6551-EFEC90B46043}"/>
                </a:ext>
              </a:extLst>
            </p:cNvPr>
            <p:cNvSpPr>
              <a:spLocks noChangeArrowheads="1"/>
            </p:cNvSpPr>
            <p:nvPr/>
          </p:nvSpPr>
          <p:spPr bwMode="auto">
            <a:xfrm>
              <a:off x="5259" y="3470"/>
              <a:ext cx="22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84" name="Rectangle 125">
              <a:extLst>
                <a:ext uri="{FF2B5EF4-FFF2-40B4-BE49-F238E27FC236}">
                  <a16:creationId xmlns:a16="http://schemas.microsoft.com/office/drawing/2014/main" id="{ADE26C5B-A535-C170-A4DE-48E17F9461B2}"/>
                </a:ext>
              </a:extLst>
            </p:cNvPr>
            <p:cNvSpPr>
              <a:spLocks noChangeArrowheads="1"/>
            </p:cNvSpPr>
            <p:nvPr/>
          </p:nvSpPr>
          <p:spPr bwMode="auto">
            <a:xfrm>
              <a:off x="5302" y="3501"/>
              <a:ext cx="105"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10</a:t>
              </a:r>
              <a:endParaRPr lang="en-US" altLang="en-US"/>
            </a:p>
          </p:txBody>
        </p:sp>
        <p:sp>
          <p:nvSpPr>
            <p:cNvPr id="53385" name="Rectangle 126">
              <a:extLst>
                <a:ext uri="{FF2B5EF4-FFF2-40B4-BE49-F238E27FC236}">
                  <a16:creationId xmlns:a16="http://schemas.microsoft.com/office/drawing/2014/main" id="{6879E683-F901-F3BD-BD0D-C62D6477FE19}"/>
                </a:ext>
              </a:extLst>
            </p:cNvPr>
            <p:cNvSpPr>
              <a:spLocks noChangeArrowheads="1"/>
            </p:cNvSpPr>
            <p:nvPr/>
          </p:nvSpPr>
          <p:spPr bwMode="auto">
            <a:xfrm>
              <a:off x="3413" y="3186"/>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86" name="Rectangle 127">
              <a:extLst>
                <a:ext uri="{FF2B5EF4-FFF2-40B4-BE49-F238E27FC236}">
                  <a16:creationId xmlns:a16="http://schemas.microsoft.com/office/drawing/2014/main" id="{5BD6CE98-D989-D0C6-2039-CE35F48E33EE}"/>
                </a:ext>
              </a:extLst>
            </p:cNvPr>
            <p:cNvSpPr>
              <a:spLocks noChangeArrowheads="1"/>
            </p:cNvSpPr>
            <p:nvPr/>
          </p:nvSpPr>
          <p:spPr bwMode="auto">
            <a:xfrm>
              <a:off x="3456" y="3217"/>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a:t>
              </a:r>
              <a:endParaRPr lang="en-US" altLang="en-US"/>
            </a:p>
          </p:txBody>
        </p:sp>
        <p:sp>
          <p:nvSpPr>
            <p:cNvPr id="53387" name="Rectangle 128">
              <a:extLst>
                <a:ext uri="{FF2B5EF4-FFF2-40B4-BE49-F238E27FC236}">
                  <a16:creationId xmlns:a16="http://schemas.microsoft.com/office/drawing/2014/main" id="{DE9A0A15-1514-E12C-ED48-49B3B1BB236D}"/>
                </a:ext>
              </a:extLst>
            </p:cNvPr>
            <p:cNvSpPr>
              <a:spLocks noChangeArrowheads="1"/>
            </p:cNvSpPr>
            <p:nvPr/>
          </p:nvSpPr>
          <p:spPr bwMode="auto">
            <a:xfrm>
              <a:off x="3413" y="3008"/>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88" name="Rectangle 129">
              <a:extLst>
                <a:ext uri="{FF2B5EF4-FFF2-40B4-BE49-F238E27FC236}">
                  <a16:creationId xmlns:a16="http://schemas.microsoft.com/office/drawing/2014/main" id="{B125BC54-3E08-7FAA-2C1D-EA501103993A}"/>
                </a:ext>
              </a:extLst>
            </p:cNvPr>
            <p:cNvSpPr>
              <a:spLocks noChangeArrowheads="1"/>
            </p:cNvSpPr>
            <p:nvPr/>
          </p:nvSpPr>
          <p:spPr bwMode="auto">
            <a:xfrm>
              <a:off x="3456" y="3039"/>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2</a:t>
              </a:r>
              <a:endParaRPr lang="en-US" altLang="en-US"/>
            </a:p>
          </p:txBody>
        </p:sp>
        <p:sp>
          <p:nvSpPr>
            <p:cNvPr id="53389" name="Rectangle 130">
              <a:extLst>
                <a:ext uri="{FF2B5EF4-FFF2-40B4-BE49-F238E27FC236}">
                  <a16:creationId xmlns:a16="http://schemas.microsoft.com/office/drawing/2014/main" id="{1566BDDF-3D95-F0F9-34FD-14381BE4E5FA}"/>
                </a:ext>
              </a:extLst>
            </p:cNvPr>
            <p:cNvSpPr>
              <a:spLocks noChangeArrowheads="1"/>
            </p:cNvSpPr>
            <p:nvPr/>
          </p:nvSpPr>
          <p:spPr bwMode="auto">
            <a:xfrm>
              <a:off x="3413" y="2831"/>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90" name="Rectangle 131">
              <a:extLst>
                <a:ext uri="{FF2B5EF4-FFF2-40B4-BE49-F238E27FC236}">
                  <a16:creationId xmlns:a16="http://schemas.microsoft.com/office/drawing/2014/main" id="{350A477C-61FD-43D3-095B-2B2FDFC7223F}"/>
                </a:ext>
              </a:extLst>
            </p:cNvPr>
            <p:cNvSpPr>
              <a:spLocks noChangeArrowheads="1"/>
            </p:cNvSpPr>
            <p:nvPr/>
          </p:nvSpPr>
          <p:spPr bwMode="auto">
            <a:xfrm>
              <a:off x="3456" y="2862"/>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3</a:t>
              </a:r>
              <a:endParaRPr lang="en-US" altLang="en-US"/>
            </a:p>
          </p:txBody>
        </p:sp>
        <p:sp>
          <p:nvSpPr>
            <p:cNvPr id="53391" name="Rectangle 132">
              <a:extLst>
                <a:ext uri="{FF2B5EF4-FFF2-40B4-BE49-F238E27FC236}">
                  <a16:creationId xmlns:a16="http://schemas.microsoft.com/office/drawing/2014/main" id="{FEE208E6-49CB-F9C4-66D5-3757EA9753BC}"/>
                </a:ext>
              </a:extLst>
            </p:cNvPr>
            <p:cNvSpPr>
              <a:spLocks noChangeArrowheads="1"/>
            </p:cNvSpPr>
            <p:nvPr/>
          </p:nvSpPr>
          <p:spPr bwMode="auto">
            <a:xfrm>
              <a:off x="3413" y="2653"/>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92" name="Rectangle 133">
              <a:extLst>
                <a:ext uri="{FF2B5EF4-FFF2-40B4-BE49-F238E27FC236}">
                  <a16:creationId xmlns:a16="http://schemas.microsoft.com/office/drawing/2014/main" id="{C7C96C1A-415B-9136-EDEB-D4958DC26177}"/>
                </a:ext>
              </a:extLst>
            </p:cNvPr>
            <p:cNvSpPr>
              <a:spLocks noChangeArrowheads="1"/>
            </p:cNvSpPr>
            <p:nvPr/>
          </p:nvSpPr>
          <p:spPr bwMode="auto">
            <a:xfrm>
              <a:off x="3456" y="2684"/>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4</a:t>
              </a:r>
              <a:endParaRPr lang="en-US" altLang="en-US"/>
            </a:p>
          </p:txBody>
        </p:sp>
        <p:sp>
          <p:nvSpPr>
            <p:cNvPr id="53393" name="Rectangle 134">
              <a:extLst>
                <a:ext uri="{FF2B5EF4-FFF2-40B4-BE49-F238E27FC236}">
                  <a16:creationId xmlns:a16="http://schemas.microsoft.com/office/drawing/2014/main" id="{696EB563-CFE4-6457-203F-79433CF0587D}"/>
                </a:ext>
              </a:extLst>
            </p:cNvPr>
            <p:cNvSpPr>
              <a:spLocks noChangeArrowheads="1"/>
            </p:cNvSpPr>
            <p:nvPr/>
          </p:nvSpPr>
          <p:spPr bwMode="auto">
            <a:xfrm>
              <a:off x="3413" y="2476"/>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94" name="Rectangle 135">
              <a:extLst>
                <a:ext uri="{FF2B5EF4-FFF2-40B4-BE49-F238E27FC236}">
                  <a16:creationId xmlns:a16="http://schemas.microsoft.com/office/drawing/2014/main" id="{5ECB227A-21E9-5519-B5EE-416F1A452880}"/>
                </a:ext>
              </a:extLst>
            </p:cNvPr>
            <p:cNvSpPr>
              <a:spLocks noChangeArrowheads="1"/>
            </p:cNvSpPr>
            <p:nvPr/>
          </p:nvSpPr>
          <p:spPr bwMode="auto">
            <a:xfrm>
              <a:off x="3456" y="2508"/>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5</a:t>
              </a:r>
              <a:endParaRPr lang="en-US" altLang="en-US"/>
            </a:p>
          </p:txBody>
        </p:sp>
        <p:sp>
          <p:nvSpPr>
            <p:cNvPr id="53395" name="Rectangle 136">
              <a:extLst>
                <a:ext uri="{FF2B5EF4-FFF2-40B4-BE49-F238E27FC236}">
                  <a16:creationId xmlns:a16="http://schemas.microsoft.com/office/drawing/2014/main" id="{92BD7DD5-E89B-62BC-3818-9AD18EA39355}"/>
                </a:ext>
              </a:extLst>
            </p:cNvPr>
            <p:cNvSpPr>
              <a:spLocks noChangeArrowheads="1"/>
            </p:cNvSpPr>
            <p:nvPr/>
          </p:nvSpPr>
          <p:spPr bwMode="auto">
            <a:xfrm>
              <a:off x="3413" y="2298"/>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96" name="Rectangle 137">
              <a:extLst>
                <a:ext uri="{FF2B5EF4-FFF2-40B4-BE49-F238E27FC236}">
                  <a16:creationId xmlns:a16="http://schemas.microsoft.com/office/drawing/2014/main" id="{44603769-F1D2-5D15-F219-09F9BEBE3C2C}"/>
                </a:ext>
              </a:extLst>
            </p:cNvPr>
            <p:cNvSpPr>
              <a:spLocks noChangeArrowheads="1"/>
            </p:cNvSpPr>
            <p:nvPr/>
          </p:nvSpPr>
          <p:spPr bwMode="auto">
            <a:xfrm>
              <a:off x="3456" y="2330"/>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6</a:t>
              </a:r>
              <a:endParaRPr lang="en-US" altLang="en-US"/>
            </a:p>
          </p:txBody>
        </p:sp>
        <p:sp>
          <p:nvSpPr>
            <p:cNvPr id="53397" name="Rectangle 138">
              <a:extLst>
                <a:ext uri="{FF2B5EF4-FFF2-40B4-BE49-F238E27FC236}">
                  <a16:creationId xmlns:a16="http://schemas.microsoft.com/office/drawing/2014/main" id="{6E7AB27C-2544-D2FF-D4B5-CA9FD54591FB}"/>
                </a:ext>
              </a:extLst>
            </p:cNvPr>
            <p:cNvSpPr>
              <a:spLocks noChangeArrowheads="1"/>
            </p:cNvSpPr>
            <p:nvPr/>
          </p:nvSpPr>
          <p:spPr bwMode="auto">
            <a:xfrm>
              <a:off x="3413" y="2121"/>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398" name="Rectangle 139">
              <a:extLst>
                <a:ext uri="{FF2B5EF4-FFF2-40B4-BE49-F238E27FC236}">
                  <a16:creationId xmlns:a16="http://schemas.microsoft.com/office/drawing/2014/main" id="{5B3A2D8B-797B-8F9F-DD29-3A038A2C512E}"/>
                </a:ext>
              </a:extLst>
            </p:cNvPr>
            <p:cNvSpPr>
              <a:spLocks noChangeArrowheads="1"/>
            </p:cNvSpPr>
            <p:nvPr/>
          </p:nvSpPr>
          <p:spPr bwMode="auto">
            <a:xfrm>
              <a:off x="3456" y="2153"/>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7</a:t>
              </a:r>
              <a:endParaRPr lang="en-US" altLang="en-US"/>
            </a:p>
          </p:txBody>
        </p:sp>
        <p:sp>
          <p:nvSpPr>
            <p:cNvPr id="53399" name="Rectangle 140">
              <a:extLst>
                <a:ext uri="{FF2B5EF4-FFF2-40B4-BE49-F238E27FC236}">
                  <a16:creationId xmlns:a16="http://schemas.microsoft.com/office/drawing/2014/main" id="{1AF7CC1B-880E-8C3A-B0E5-5597B47E97DE}"/>
                </a:ext>
              </a:extLst>
            </p:cNvPr>
            <p:cNvSpPr>
              <a:spLocks noChangeArrowheads="1"/>
            </p:cNvSpPr>
            <p:nvPr/>
          </p:nvSpPr>
          <p:spPr bwMode="auto">
            <a:xfrm>
              <a:off x="3413" y="1943"/>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400" name="Rectangle 141">
              <a:extLst>
                <a:ext uri="{FF2B5EF4-FFF2-40B4-BE49-F238E27FC236}">
                  <a16:creationId xmlns:a16="http://schemas.microsoft.com/office/drawing/2014/main" id="{9C5474E6-FF08-940E-5F6F-78FABC0FEB7D}"/>
                </a:ext>
              </a:extLst>
            </p:cNvPr>
            <p:cNvSpPr>
              <a:spLocks noChangeArrowheads="1"/>
            </p:cNvSpPr>
            <p:nvPr/>
          </p:nvSpPr>
          <p:spPr bwMode="auto">
            <a:xfrm>
              <a:off x="3456" y="1975"/>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8</a:t>
              </a:r>
              <a:endParaRPr lang="en-US" altLang="en-US"/>
            </a:p>
          </p:txBody>
        </p:sp>
        <p:sp>
          <p:nvSpPr>
            <p:cNvPr id="53401" name="Rectangle 142">
              <a:extLst>
                <a:ext uri="{FF2B5EF4-FFF2-40B4-BE49-F238E27FC236}">
                  <a16:creationId xmlns:a16="http://schemas.microsoft.com/office/drawing/2014/main" id="{94AFA643-23E3-8B54-62A3-F76B0C83BC23}"/>
                </a:ext>
              </a:extLst>
            </p:cNvPr>
            <p:cNvSpPr>
              <a:spLocks noChangeArrowheads="1"/>
            </p:cNvSpPr>
            <p:nvPr/>
          </p:nvSpPr>
          <p:spPr bwMode="auto">
            <a:xfrm>
              <a:off x="3413" y="1766"/>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402" name="Rectangle 143">
              <a:extLst>
                <a:ext uri="{FF2B5EF4-FFF2-40B4-BE49-F238E27FC236}">
                  <a16:creationId xmlns:a16="http://schemas.microsoft.com/office/drawing/2014/main" id="{489EB3CE-8393-B9D3-8E39-41CEF8B9B232}"/>
                </a:ext>
              </a:extLst>
            </p:cNvPr>
            <p:cNvSpPr>
              <a:spLocks noChangeArrowheads="1"/>
            </p:cNvSpPr>
            <p:nvPr/>
          </p:nvSpPr>
          <p:spPr bwMode="auto">
            <a:xfrm>
              <a:off x="3456" y="1797"/>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9</a:t>
              </a:r>
              <a:endParaRPr lang="en-US" altLang="en-US"/>
            </a:p>
          </p:txBody>
        </p:sp>
        <p:sp>
          <p:nvSpPr>
            <p:cNvPr id="53403" name="Rectangle 144">
              <a:extLst>
                <a:ext uri="{FF2B5EF4-FFF2-40B4-BE49-F238E27FC236}">
                  <a16:creationId xmlns:a16="http://schemas.microsoft.com/office/drawing/2014/main" id="{7F2490DD-D258-D1BE-03A7-EB9469C7B223}"/>
                </a:ext>
              </a:extLst>
            </p:cNvPr>
            <p:cNvSpPr>
              <a:spLocks noChangeArrowheads="1"/>
            </p:cNvSpPr>
            <p:nvPr/>
          </p:nvSpPr>
          <p:spPr bwMode="auto">
            <a:xfrm>
              <a:off x="3590" y="3464"/>
              <a:ext cx="1775"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404" name="Rectangle 145">
              <a:extLst>
                <a:ext uri="{FF2B5EF4-FFF2-40B4-BE49-F238E27FC236}">
                  <a16:creationId xmlns:a16="http://schemas.microsoft.com/office/drawing/2014/main" id="{3D0C7CC6-0B1B-3405-F735-980F5C0868D1}"/>
                </a:ext>
              </a:extLst>
            </p:cNvPr>
            <p:cNvSpPr>
              <a:spLocks noChangeArrowheads="1"/>
            </p:cNvSpPr>
            <p:nvPr/>
          </p:nvSpPr>
          <p:spPr bwMode="auto">
            <a:xfrm>
              <a:off x="3585" y="1695"/>
              <a:ext cx="11" cy="17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nvGrpSpPr>
          <p:cNvPr id="53254" name="Group 148">
            <a:extLst>
              <a:ext uri="{FF2B5EF4-FFF2-40B4-BE49-F238E27FC236}">
                <a16:creationId xmlns:a16="http://schemas.microsoft.com/office/drawing/2014/main" id="{A98AFF8D-759F-D29D-58CA-FEC35D75328D}"/>
              </a:ext>
            </a:extLst>
          </p:cNvPr>
          <p:cNvGrpSpPr>
            <a:grpSpLocks/>
          </p:cNvGrpSpPr>
          <p:nvPr/>
        </p:nvGrpSpPr>
        <p:grpSpPr bwMode="auto">
          <a:xfrm>
            <a:off x="4686300" y="2743200"/>
            <a:ext cx="1457325" cy="1428750"/>
            <a:chOff x="1320" y="2616"/>
            <a:chExt cx="918" cy="900"/>
          </a:xfrm>
        </p:grpSpPr>
        <p:sp>
          <p:nvSpPr>
            <p:cNvPr id="53263" name="Oval 149">
              <a:extLst>
                <a:ext uri="{FF2B5EF4-FFF2-40B4-BE49-F238E27FC236}">
                  <a16:creationId xmlns:a16="http://schemas.microsoft.com/office/drawing/2014/main" id="{300DB6A0-3823-8048-7191-E6904F604E15}"/>
                </a:ext>
              </a:extLst>
            </p:cNvPr>
            <p:cNvSpPr>
              <a:spLocks noChangeArrowheads="1"/>
            </p:cNvSpPr>
            <p:nvPr/>
          </p:nvSpPr>
          <p:spPr bwMode="auto">
            <a:xfrm>
              <a:off x="1737" y="3024"/>
              <a:ext cx="84" cy="84"/>
            </a:xfrm>
            <a:prstGeom prst="ellipse">
              <a:avLst/>
            </a:prstGeom>
            <a:solidFill>
              <a:srgbClr val="FF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64" name="Oval 150">
              <a:extLst>
                <a:ext uri="{FF2B5EF4-FFF2-40B4-BE49-F238E27FC236}">
                  <a16:creationId xmlns:a16="http://schemas.microsoft.com/office/drawing/2014/main" id="{61995775-AEA8-A44B-8E0E-B02D45A75013}"/>
                </a:ext>
              </a:extLst>
            </p:cNvPr>
            <p:cNvSpPr>
              <a:spLocks noChangeArrowheads="1"/>
            </p:cNvSpPr>
            <p:nvPr/>
          </p:nvSpPr>
          <p:spPr bwMode="auto">
            <a:xfrm>
              <a:off x="1320" y="2616"/>
              <a:ext cx="918" cy="9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nvGrpSpPr>
          <p:cNvPr id="53255" name="Group 151">
            <a:extLst>
              <a:ext uri="{FF2B5EF4-FFF2-40B4-BE49-F238E27FC236}">
                <a16:creationId xmlns:a16="http://schemas.microsoft.com/office/drawing/2014/main" id="{FFCF5B09-1BB7-2B52-1873-4F183B6156A6}"/>
              </a:ext>
            </a:extLst>
          </p:cNvPr>
          <p:cNvGrpSpPr>
            <a:grpSpLocks/>
          </p:cNvGrpSpPr>
          <p:nvPr/>
        </p:nvGrpSpPr>
        <p:grpSpPr bwMode="auto">
          <a:xfrm>
            <a:off x="590550" y="2686050"/>
            <a:ext cx="1457325" cy="1428750"/>
            <a:chOff x="1320" y="2616"/>
            <a:chExt cx="918" cy="900"/>
          </a:xfrm>
        </p:grpSpPr>
        <p:sp>
          <p:nvSpPr>
            <p:cNvPr id="53261" name="Oval 152">
              <a:extLst>
                <a:ext uri="{FF2B5EF4-FFF2-40B4-BE49-F238E27FC236}">
                  <a16:creationId xmlns:a16="http://schemas.microsoft.com/office/drawing/2014/main" id="{71A354F3-6332-A0CA-4DD0-2E71C15C2EC5}"/>
                </a:ext>
              </a:extLst>
            </p:cNvPr>
            <p:cNvSpPr>
              <a:spLocks noChangeArrowheads="1"/>
            </p:cNvSpPr>
            <p:nvPr/>
          </p:nvSpPr>
          <p:spPr bwMode="auto">
            <a:xfrm>
              <a:off x="1737" y="3024"/>
              <a:ext cx="84" cy="84"/>
            </a:xfrm>
            <a:prstGeom prst="ellipse">
              <a:avLst/>
            </a:prstGeom>
            <a:solidFill>
              <a:srgbClr val="FF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262" name="Oval 153">
              <a:extLst>
                <a:ext uri="{FF2B5EF4-FFF2-40B4-BE49-F238E27FC236}">
                  <a16:creationId xmlns:a16="http://schemas.microsoft.com/office/drawing/2014/main" id="{E1F58072-E6D6-9756-08FC-D802DF981BF1}"/>
                </a:ext>
              </a:extLst>
            </p:cNvPr>
            <p:cNvSpPr>
              <a:spLocks noChangeArrowheads="1"/>
            </p:cNvSpPr>
            <p:nvPr/>
          </p:nvSpPr>
          <p:spPr bwMode="auto">
            <a:xfrm>
              <a:off x="1320" y="2616"/>
              <a:ext cx="918" cy="9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sp>
        <p:nvSpPr>
          <p:cNvPr id="53256" name="Line 154">
            <a:extLst>
              <a:ext uri="{FF2B5EF4-FFF2-40B4-BE49-F238E27FC236}">
                <a16:creationId xmlns:a16="http://schemas.microsoft.com/office/drawing/2014/main" id="{63784EDA-1554-BCA9-D918-24E918F2EC03}"/>
              </a:ext>
            </a:extLst>
          </p:cNvPr>
          <p:cNvSpPr>
            <a:spLocks noChangeShapeType="1"/>
          </p:cNvSpPr>
          <p:nvPr/>
        </p:nvSpPr>
        <p:spPr bwMode="auto">
          <a:xfrm>
            <a:off x="1381125" y="3400425"/>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7" name="Rectangle 155">
            <a:extLst>
              <a:ext uri="{FF2B5EF4-FFF2-40B4-BE49-F238E27FC236}">
                <a16:creationId xmlns:a16="http://schemas.microsoft.com/office/drawing/2014/main" id="{B1F04670-062B-F80C-D5F3-13E183C0BE57}"/>
              </a:ext>
            </a:extLst>
          </p:cNvPr>
          <p:cNvSpPr>
            <a:spLocks noChangeArrowheads="1"/>
          </p:cNvSpPr>
          <p:nvPr/>
        </p:nvSpPr>
        <p:spPr bwMode="auto">
          <a:xfrm>
            <a:off x="285750" y="1635125"/>
            <a:ext cx="2046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3200"/>
              <a:t>Threshold t</a:t>
            </a:r>
          </a:p>
        </p:txBody>
      </p:sp>
      <p:sp>
        <p:nvSpPr>
          <p:cNvPr id="53258" name="Text Box 156">
            <a:extLst>
              <a:ext uri="{FF2B5EF4-FFF2-40B4-BE49-F238E27FC236}">
                <a16:creationId xmlns:a16="http://schemas.microsoft.com/office/drawing/2014/main" id="{10729C54-775C-28B7-45E9-4E2214BCA40D}"/>
              </a:ext>
            </a:extLst>
          </p:cNvPr>
          <p:cNvSpPr txBox="1">
            <a:spLocks noChangeArrowheads="1"/>
          </p:cNvSpPr>
          <p:nvPr/>
        </p:nvSpPr>
        <p:spPr bwMode="auto">
          <a:xfrm>
            <a:off x="1498600" y="29749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t</a:t>
            </a:r>
          </a:p>
        </p:txBody>
      </p:sp>
      <p:sp>
        <p:nvSpPr>
          <p:cNvPr id="53259" name="Text Box 157">
            <a:extLst>
              <a:ext uri="{FF2B5EF4-FFF2-40B4-BE49-F238E27FC236}">
                <a16:creationId xmlns:a16="http://schemas.microsoft.com/office/drawing/2014/main" id="{0158C45F-3849-2EAF-34E4-71C3E3A8CA4B}"/>
              </a:ext>
            </a:extLst>
          </p:cNvPr>
          <p:cNvSpPr txBox="1">
            <a:spLocks noChangeArrowheads="1"/>
          </p:cNvSpPr>
          <p:nvPr/>
        </p:nvSpPr>
        <p:spPr bwMode="auto">
          <a:xfrm>
            <a:off x="5029200" y="2819400"/>
            <a:ext cx="336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solidFill>
                  <a:srgbClr val="0000FF"/>
                </a:solidFill>
              </a:rPr>
              <a:t>1</a:t>
            </a:r>
          </a:p>
        </p:txBody>
      </p:sp>
      <p:sp>
        <p:nvSpPr>
          <p:cNvPr id="53260" name="Text Box 158">
            <a:extLst>
              <a:ext uri="{FF2B5EF4-FFF2-40B4-BE49-F238E27FC236}">
                <a16:creationId xmlns:a16="http://schemas.microsoft.com/office/drawing/2014/main" id="{A2FDBFC6-389A-1EA8-CC24-7687EC38BD01}"/>
              </a:ext>
            </a:extLst>
          </p:cNvPr>
          <p:cNvSpPr txBox="1">
            <a:spLocks noChangeArrowheads="1"/>
          </p:cNvSpPr>
          <p:nvPr/>
        </p:nvSpPr>
        <p:spPr bwMode="auto">
          <a:xfrm>
            <a:off x="5486400" y="3581400"/>
            <a:ext cx="336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solidFill>
                  <a:srgbClr val="0000FF"/>
                </a:solidFill>
              </a:rPr>
              <a:t>2</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6D922373-08C4-5B24-E99A-ACF884DB6099}"/>
              </a:ext>
            </a:extLst>
          </p:cNvPr>
          <p:cNvSpPr>
            <a:spLocks noChangeArrowheads="1"/>
          </p:cNvSpPr>
          <p:nvPr/>
        </p:nvSpPr>
        <p:spPr bwMode="auto">
          <a:xfrm>
            <a:off x="4351338" y="0"/>
            <a:ext cx="4662487" cy="4559300"/>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75" name="Rectangle 3">
            <a:extLst>
              <a:ext uri="{FF2B5EF4-FFF2-40B4-BE49-F238E27FC236}">
                <a16:creationId xmlns:a16="http://schemas.microsoft.com/office/drawing/2014/main" id="{DDDBB1C3-DDB9-FF54-B614-B0AE42778315}"/>
              </a:ext>
            </a:extLst>
          </p:cNvPr>
          <p:cNvSpPr>
            <a:spLocks noChangeArrowheads="1"/>
          </p:cNvSpPr>
          <p:nvPr/>
        </p:nvSpPr>
        <p:spPr bwMode="auto">
          <a:xfrm>
            <a:off x="4441825" y="66675"/>
            <a:ext cx="493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76" name="Rectangle 4">
            <a:extLst>
              <a:ext uri="{FF2B5EF4-FFF2-40B4-BE49-F238E27FC236}">
                <a16:creationId xmlns:a16="http://schemas.microsoft.com/office/drawing/2014/main" id="{03E0A0B9-31CE-934E-DD3B-9C8527BE6A00}"/>
              </a:ext>
            </a:extLst>
          </p:cNvPr>
          <p:cNvSpPr>
            <a:spLocks noChangeArrowheads="1"/>
          </p:cNvSpPr>
          <p:nvPr/>
        </p:nvSpPr>
        <p:spPr bwMode="auto">
          <a:xfrm>
            <a:off x="4535488" y="136525"/>
            <a:ext cx="2286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10</a:t>
            </a:r>
            <a:endParaRPr lang="en-US" altLang="en-US"/>
          </a:p>
        </p:txBody>
      </p:sp>
      <p:grpSp>
        <p:nvGrpSpPr>
          <p:cNvPr id="54277" name="Group 5">
            <a:extLst>
              <a:ext uri="{FF2B5EF4-FFF2-40B4-BE49-F238E27FC236}">
                <a16:creationId xmlns:a16="http://schemas.microsoft.com/office/drawing/2014/main" id="{7C374FA6-DCA2-4A41-C025-EC16717A0D43}"/>
              </a:ext>
            </a:extLst>
          </p:cNvPr>
          <p:cNvGrpSpPr>
            <a:grpSpLocks/>
          </p:cNvGrpSpPr>
          <p:nvPr/>
        </p:nvGrpSpPr>
        <p:grpSpPr bwMode="auto">
          <a:xfrm>
            <a:off x="4519613" y="298450"/>
            <a:ext cx="4476750" cy="4291013"/>
            <a:chOff x="3413" y="1695"/>
            <a:chExt cx="2074" cy="1988"/>
          </a:xfrm>
        </p:grpSpPr>
        <p:sp>
          <p:nvSpPr>
            <p:cNvPr id="54285" name="Rectangle 6">
              <a:extLst>
                <a:ext uri="{FF2B5EF4-FFF2-40B4-BE49-F238E27FC236}">
                  <a16:creationId xmlns:a16="http://schemas.microsoft.com/office/drawing/2014/main" id="{85451C8A-4069-3AEE-F424-4C2466909F76}"/>
                </a:ext>
              </a:extLst>
            </p:cNvPr>
            <p:cNvSpPr>
              <a:spLocks noChangeArrowheads="1"/>
            </p:cNvSpPr>
            <p:nvPr/>
          </p:nvSpPr>
          <p:spPr bwMode="auto">
            <a:xfrm>
              <a:off x="3590"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86" name="Rectangle 7">
              <a:extLst>
                <a:ext uri="{FF2B5EF4-FFF2-40B4-BE49-F238E27FC236}">
                  <a16:creationId xmlns:a16="http://schemas.microsoft.com/office/drawing/2014/main" id="{393CCF57-C542-ACC3-82EF-BB992E1D0833}"/>
                </a:ext>
              </a:extLst>
            </p:cNvPr>
            <p:cNvSpPr>
              <a:spLocks noChangeArrowheads="1"/>
            </p:cNvSpPr>
            <p:nvPr/>
          </p:nvSpPr>
          <p:spPr bwMode="auto">
            <a:xfrm>
              <a:off x="3768"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87" name="Rectangle 8">
              <a:extLst>
                <a:ext uri="{FF2B5EF4-FFF2-40B4-BE49-F238E27FC236}">
                  <a16:creationId xmlns:a16="http://schemas.microsoft.com/office/drawing/2014/main" id="{760B3DD9-EFEF-9686-8CCB-E86D7C97C654}"/>
                </a:ext>
              </a:extLst>
            </p:cNvPr>
            <p:cNvSpPr>
              <a:spLocks noChangeArrowheads="1"/>
            </p:cNvSpPr>
            <p:nvPr/>
          </p:nvSpPr>
          <p:spPr bwMode="auto">
            <a:xfrm>
              <a:off x="3945"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88" name="Rectangle 9">
              <a:extLst>
                <a:ext uri="{FF2B5EF4-FFF2-40B4-BE49-F238E27FC236}">
                  <a16:creationId xmlns:a16="http://schemas.microsoft.com/office/drawing/2014/main" id="{CA1C6B99-5D18-D547-C460-265202886925}"/>
                </a:ext>
              </a:extLst>
            </p:cNvPr>
            <p:cNvSpPr>
              <a:spLocks noChangeArrowheads="1"/>
            </p:cNvSpPr>
            <p:nvPr/>
          </p:nvSpPr>
          <p:spPr bwMode="auto">
            <a:xfrm>
              <a:off x="4123"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89" name="Rectangle 10">
              <a:extLst>
                <a:ext uri="{FF2B5EF4-FFF2-40B4-BE49-F238E27FC236}">
                  <a16:creationId xmlns:a16="http://schemas.microsoft.com/office/drawing/2014/main" id="{7386A4F5-50AC-B71F-DB70-4ADA66C9FF3A}"/>
                </a:ext>
              </a:extLst>
            </p:cNvPr>
            <p:cNvSpPr>
              <a:spLocks noChangeArrowheads="1"/>
            </p:cNvSpPr>
            <p:nvPr/>
          </p:nvSpPr>
          <p:spPr bwMode="auto">
            <a:xfrm>
              <a:off x="4300"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90" name="Rectangle 11">
              <a:extLst>
                <a:ext uri="{FF2B5EF4-FFF2-40B4-BE49-F238E27FC236}">
                  <a16:creationId xmlns:a16="http://schemas.microsoft.com/office/drawing/2014/main" id="{0309DABC-156F-8DDE-BBAF-238363932B18}"/>
                </a:ext>
              </a:extLst>
            </p:cNvPr>
            <p:cNvSpPr>
              <a:spLocks noChangeArrowheads="1"/>
            </p:cNvSpPr>
            <p:nvPr/>
          </p:nvSpPr>
          <p:spPr bwMode="auto">
            <a:xfrm>
              <a:off x="4478"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91" name="Rectangle 12">
              <a:extLst>
                <a:ext uri="{FF2B5EF4-FFF2-40B4-BE49-F238E27FC236}">
                  <a16:creationId xmlns:a16="http://schemas.microsoft.com/office/drawing/2014/main" id="{76565FB1-390A-D1B1-623E-ED867C5C95B7}"/>
                </a:ext>
              </a:extLst>
            </p:cNvPr>
            <p:cNvSpPr>
              <a:spLocks noChangeArrowheads="1"/>
            </p:cNvSpPr>
            <p:nvPr/>
          </p:nvSpPr>
          <p:spPr bwMode="auto">
            <a:xfrm>
              <a:off x="4655"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92" name="Rectangle 13">
              <a:extLst>
                <a:ext uri="{FF2B5EF4-FFF2-40B4-BE49-F238E27FC236}">
                  <a16:creationId xmlns:a16="http://schemas.microsoft.com/office/drawing/2014/main" id="{F0CFF0D9-1B12-3EDC-3FA9-14FD140A264C}"/>
                </a:ext>
              </a:extLst>
            </p:cNvPr>
            <p:cNvSpPr>
              <a:spLocks noChangeArrowheads="1"/>
            </p:cNvSpPr>
            <p:nvPr/>
          </p:nvSpPr>
          <p:spPr bwMode="auto">
            <a:xfrm>
              <a:off x="4833"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93" name="Rectangle 14">
              <a:extLst>
                <a:ext uri="{FF2B5EF4-FFF2-40B4-BE49-F238E27FC236}">
                  <a16:creationId xmlns:a16="http://schemas.microsoft.com/office/drawing/2014/main" id="{98DD35F7-05D0-9842-022D-6A07CB94CA90}"/>
                </a:ext>
              </a:extLst>
            </p:cNvPr>
            <p:cNvSpPr>
              <a:spLocks noChangeArrowheads="1"/>
            </p:cNvSpPr>
            <p:nvPr/>
          </p:nvSpPr>
          <p:spPr bwMode="auto">
            <a:xfrm>
              <a:off x="5010"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94" name="Rectangle 15">
              <a:extLst>
                <a:ext uri="{FF2B5EF4-FFF2-40B4-BE49-F238E27FC236}">
                  <a16:creationId xmlns:a16="http://schemas.microsoft.com/office/drawing/2014/main" id="{100BA68C-32D6-7F47-0B42-9A0D0E9C3F6F}"/>
                </a:ext>
              </a:extLst>
            </p:cNvPr>
            <p:cNvSpPr>
              <a:spLocks noChangeArrowheads="1"/>
            </p:cNvSpPr>
            <p:nvPr/>
          </p:nvSpPr>
          <p:spPr bwMode="auto">
            <a:xfrm>
              <a:off x="5188"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95" name="Rectangle 16">
              <a:extLst>
                <a:ext uri="{FF2B5EF4-FFF2-40B4-BE49-F238E27FC236}">
                  <a16:creationId xmlns:a16="http://schemas.microsoft.com/office/drawing/2014/main" id="{080D5A56-1206-D3D6-7190-A1D85FF41C35}"/>
                </a:ext>
              </a:extLst>
            </p:cNvPr>
            <p:cNvSpPr>
              <a:spLocks noChangeArrowheads="1"/>
            </p:cNvSpPr>
            <p:nvPr/>
          </p:nvSpPr>
          <p:spPr bwMode="auto">
            <a:xfrm>
              <a:off x="3590"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96" name="Rectangle 17">
              <a:extLst>
                <a:ext uri="{FF2B5EF4-FFF2-40B4-BE49-F238E27FC236}">
                  <a16:creationId xmlns:a16="http://schemas.microsoft.com/office/drawing/2014/main" id="{D9718BF6-3E53-AC12-7AFF-C746DC428D5A}"/>
                </a:ext>
              </a:extLst>
            </p:cNvPr>
            <p:cNvSpPr>
              <a:spLocks noChangeArrowheads="1"/>
            </p:cNvSpPr>
            <p:nvPr/>
          </p:nvSpPr>
          <p:spPr bwMode="auto">
            <a:xfrm>
              <a:off x="3768"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97" name="Rectangle 18">
              <a:extLst>
                <a:ext uri="{FF2B5EF4-FFF2-40B4-BE49-F238E27FC236}">
                  <a16:creationId xmlns:a16="http://schemas.microsoft.com/office/drawing/2014/main" id="{EDF488BE-1952-BA2F-EB34-577E04F9E5E3}"/>
                </a:ext>
              </a:extLst>
            </p:cNvPr>
            <p:cNvSpPr>
              <a:spLocks noChangeArrowheads="1"/>
            </p:cNvSpPr>
            <p:nvPr/>
          </p:nvSpPr>
          <p:spPr bwMode="auto">
            <a:xfrm>
              <a:off x="3945"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98" name="Rectangle 19">
              <a:extLst>
                <a:ext uri="{FF2B5EF4-FFF2-40B4-BE49-F238E27FC236}">
                  <a16:creationId xmlns:a16="http://schemas.microsoft.com/office/drawing/2014/main" id="{BC394761-411C-CD12-8814-DC07A293F1A7}"/>
                </a:ext>
              </a:extLst>
            </p:cNvPr>
            <p:cNvSpPr>
              <a:spLocks noChangeArrowheads="1"/>
            </p:cNvSpPr>
            <p:nvPr/>
          </p:nvSpPr>
          <p:spPr bwMode="auto">
            <a:xfrm>
              <a:off x="4123"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99" name="Rectangle 20">
              <a:extLst>
                <a:ext uri="{FF2B5EF4-FFF2-40B4-BE49-F238E27FC236}">
                  <a16:creationId xmlns:a16="http://schemas.microsoft.com/office/drawing/2014/main" id="{26C78C37-A2FE-ED67-B62F-2624488A83F1}"/>
                </a:ext>
              </a:extLst>
            </p:cNvPr>
            <p:cNvSpPr>
              <a:spLocks noChangeArrowheads="1"/>
            </p:cNvSpPr>
            <p:nvPr/>
          </p:nvSpPr>
          <p:spPr bwMode="auto">
            <a:xfrm>
              <a:off x="4300"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00" name="Rectangle 21">
              <a:extLst>
                <a:ext uri="{FF2B5EF4-FFF2-40B4-BE49-F238E27FC236}">
                  <a16:creationId xmlns:a16="http://schemas.microsoft.com/office/drawing/2014/main" id="{F351B9CD-FF28-3910-7949-9625C1A5812B}"/>
                </a:ext>
              </a:extLst>
            </p:cNvPr>
            <p:cNvSpPr>
              <a:spLocks noChangeArrowheads="1"/>
            </p:cNvSpPr>
            <p:nvPr/>
          </p:nvSpPr>
          <p:spPr bwMode="auto">
            <a:xfrm>
              <a:off x="4478"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01" name="Rectangle 22">
              <a:extLst>
                <a:ext uri="{FF2B5EF4-FFF2-40B4-BE49-F238E27FC236}">
                  <a16:creationId xmlns:a16="http://schemas.microsoft.com/office/drawing/2014/main" id="{2A885157-E8D9-6345-8684-63C892FF4EC7}"/>
                </a:ext>
              </a:extLst>
            </p:cNvPr>
            <p:cNvSpPr>
              <a:spLocks noChangeArrowheads="1"/>
            </p:cNvSpPr>
            <p:nvPr/>
          </p:nvSpPr>
          <p:spPr bwMode="auto">
            <a:xfrm>
              <a:off x="4655"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02" name="Rectangle 23">
              <a:extLst>
                <a:ext uri="{FF2B5EF4-FFF2-40B4-BE49-F238E27FC236}">
                  <a16:creationId xmlns:a16="http://schemas.microsoft.com/office/drawing/2014/main" id="{84A75EEC-7EED-DE1B-3990-8B213DB4C2AD}"/>
                </a:ext>
              </a:extLst>
            </p:cNvPr>
            <p:cNvSpPr>
              <a:spLocks noChangeArrowheads="1"/>
            </p:cNvSpPr>
            <p:nvPr/>
          </p:nvSpPr>
          <p:spPr bwMode="auto">
            <a:xfrm>
              <a:off x="4833"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03" name="Rectangle 24">
              <a:extLst>
                <a:ext uri="{FF2B5EF4-FFF2-40B4-BE49-F238E27FC236}">
                  <a16:creationId xmlns:a16="http://schemas.microsoft.com/office/drawing/2014/main" id="{9E8D355B-64B2-FBF2-CAB4-45E6BEE64D4C}"/>
                </a:ext>
              </a:extLst>
            </p:cNvPr>
            <p:cNvSpPr>
              <a:spLocks noChangeArrowheads="1"/>
            </p:cNvSpPr>
            <p:nvPr/>
          </p:nvSpPr>
          <p:spPr bwMode="auto">
            <a:xfrm>
              <a:off x="5010"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04" name="Rectangle 25">
              <a:extLst>
                <a:ext uri="{FF2B5EF4-FFF2-40B4-BE49-F238E27FC236}">
                  <a16:creationId xmlns:a16="http://schemas.microsoft.com/office/drawing/2014/main" id="{5AFF5FC6-DC9C-0BC8-DC4B-91AE75625720}"/>
                </a:ext>
              </a:extLst>
            </p:cNvPr>
            <p:cNvSpPr>
              <a:spLocks noChangeArrowheads="1"/>
            </p:cNvSpPr>
            <p:nvPr/>
          </p:nvSpPr>
          <p:spPr bwMode="auto">
            <a:xfrm>
              <a:off x="5188"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05" name="Rectangle 26">
              <a:extLst>
                <a:ext uri="{FF2B5EF4-FFF2-40B4-BE49-F238E27FC236}">
                  <a16:creationId xmlns:a16="http://schemas.microsoft.com/office/drawing/2014/main" id="{6B0E0F48-EE3E-46EE-A31E-B424067E18CE}"/>
                </a:ext>
              </a:extLst>
            </p:cNvPr>
            <p:cNvSpPr>
              <a:spLocks noChangeArrowheads="1"/>
            </p:cNvSpPr>
            <p:nvPr/>
          </p:nvSpPr>
          <p:spPr bwMode="auto">
            <a:xfrm>
              <a:off x="3590"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06" name="Rectangle 27">
              <a:extLst>
                <a:ext uri="{FF2B5EF4-FFF2-40B4-BE49-F238E27FC236}">
                  <a16:creationId xmlns:a16="http://schemas.microsoft.com/office/drawing/2014/main" id="{B53EDEE6-F94E-2937-3C60-15FCFA250BB5}"/>
                </a:ext>
              </a:extLst>
            </p:cNvPr>
            <p:cNvSpPr>
              <a:spLocks noChangeArrowheads="1"/>
            </p:cNvSpPr>
            <p:nvPr/>
          </p:nvSpPr>
          <p:spPr bwMode="auto">
            <a:xfrm>
              <a:off x="3768"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07" name="Rectangle 28">
              <a:extLst>
                <a:ext uri="{FF2B5EF4-FFF2-40B4-BE49-F238E27FC236}">
                  <a16:creationId xmlns:a16="http://schemas.microsoft.com/office/drawing/2014/main" id="{22A1B763-ADA2-A118-0A24-CE4A15AC0DFB}"/>
                </a:ext>
              </a:extLst>
            </p:cNvPr>
            <p:cNvSpPr>
              <a:spLocks noChangeArrowheads="1"/>
            </p:cNvSpPr>
            <p:nvPr/>
          </p:nvSpPr>
          <p:spPr bwMode="auto">
            <a:xfrm>
              <a:off x="3945"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08" name="Rectangle 29">
              <a:extLst>
                <a:ext uri="{FF2B5EF4-FFF2-40B4-BE49-F238E27FC236}">
                  <a16:creationId xmlns:a16="http://schemas.microsoft.com/office/drawing/2014/main" id="{AB237C6C-47FC-5FF8-BCA0-DD8234D41341}"/>
                </a:ext>
              </a:extLst>
            </p:cNvPr>
            <p:cNvSpPr>
              <a:spLocks noChangeArrowheads="1"/>
            </p:cNvSpPr>
            <p:nvPr/>
          </p:nvSpPr>
          <p:spPr bwMode="auto">
            <a:xfrm>
              <a:off x="4123"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09" name="Rectangle 30">
              <a:extLst>
                <a:ext uri="{FF2B5EF4-FFF2-40B4-BE49-F238E27FC236}">
                  <a16:creationId xmlns:a16="http://schemas.microsoft.com/office/drawing/2014/main" id="{9D8F2F5F-B724-3A3D-0AF6-B866F1397956}"/>
                </a:ext>
              </a:extLst>
            </p:cNvPr>
            <p:cNvSpPr>
              <a:spLocks noChangeArrowheads="1"/>
            </p:cNvSpPr>
            <p:nvPr/>
          </p:nvSpPr>
          <p:spPr bwMode="auto">
            <a:xfrm>
              <a:off x="4300"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10" name="Rectangle 31">
              <a:extLst>
                <a:ext uri="{FF2B5EF4-FFF2-40B4-BE49-F238E27FC236}">
                  <a16:creationId xmlns:a16="http://schemas.microsoft.com/office/drawing/2014/main" id="{A78AC9CA-21C8-486F-E9BB-D716E1CFF286}"/>
                </a:ext>
              </a:extLst>
            </p:cNvPr>
            <p:cNvSpPr>
              <a:spLocks noChangeArrowheads="1"/>
            </p:cNvSpPr>
            <p:nvPr/>
          </p:nvSpPr>
          <p:spPr bwMode="auto">
            <a:xfrm>
              <a:off x="4478"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11" name="Rectangle 32">
              <a:extLst>
                <a:ext uri="{FF2B5EF4-FFF2-40B4-BE49-F238E27FC236}">
                  <a16:creationId xmlns:a16="http://schemas.microsoft.com/office/drawing/2014/main" id="{22DB16CF-A872-F59B-EFB2-A1B2EC0BAD77}"/>
                </a:ext>
              </a:extLst>
            </p:cNvPr>
            <p:cNvSpPr>
              <a:spLocks noChangeArrowheads="1"/>
            </p:cNvSpPr>
            <p:nvPr/>
          </p:nvSpPr>
          <p:spPr bwMode="auto">
            <a:xfrm>
              <a:off x="4655"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12" name="Rectangle 33">
              <a:extLst>
                <a:ext uri="{FF2B5EF4-FFF2-40B4-BE49-F238E27FC236}">
                  <a16:creationId xmlns:a16="http://schemas.microsoft.com/office/drawing/2014/main" id="{FCF50660-1E0A-7820-2A91-D4CC6DD8A30E}"/>
                </a:ext>
              </a:extLst>
            </p:cNvPr>
            <p:cNvSpPr>
              <a:spLocks noChangeArrowheads="1"/>
            </p:cNvSpPr>
            <p:nvPr/>
          </p:nvSpPr>
          <p:spPr bwMode="auto">
            <a:xfrm>
              <a:off x="4833"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13" name="Rectangle 34">
              <a:extLst>
                <a:ext uri="{FF2B5EF4-FFF2-40B4-BE49-F238E27FC236}">
                  <a16:creationId xmlns:a16="http://schemas.microsoft.com/office/drawing/2014/main" id="{2DA712D3-D8CE-0295-F0F5-2600731953CF}"/>
                </a:ext>
              </a:extLst>
            </p:cNvPr>
            <p:cNvSpPr>
              <a:spLocks noChangeArrowheads="1"/>
            </p:cNvSpPr>
            <p:nvPr/>
          </p:nvSpPr>
          <p:spPr bwMode="auto">
            <a:xfrm>
              <a:off x="5010"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14" name="Rectangle 35">
              <a:extLst>
                <a:ext uri="{FF2B5EF4-FFF2-40B4-BE49-F238E27FC236}">
                  <a16:creationId xmlns:a16="http://schemas.microsoft.com/office/drawing/2014/main" id="{1E2D913F-342F-6753-FEE9-C3BAD051ECC7}"/>
                </a:ext>
              </a:extLst>
            </p:cNvPr>
            <p:cNvSpPr>
              <a:spLocks noChangeArrowheads="1"/>
            </p:cNvSpPr>
            <p:nvPr/>
          </p:nvSpPr>
          <p:spPr bwMode="auto">
            <a:xfrm>
              <a:off x="5188"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15" name="Rectangle 36">
              <a:extLst>
                <a:ext uri="{FF2B5EF4-FFF2-40B4-BE49-F238E27FC236}">
                  <a16:creationId xmlns:a16="http://schemas.microsoft.com/office/drawing/2014/main" id="{84EDEC35-8D41-1B0E-21E3-0A0A6F086E5A}"/>
                </a:ext>
              </a:extLst>
            </p:cNvPr>
            <p:cNvSpPr>
              <a:spLocks noChangeArrowheads="1"/>
            </p:cNvSpPr>
            <p:nvPr/>
          </p:nvSpPr>
          <p:spPr bwMode="auto">
            <a:xfrm>
              <a:off x="3590"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16" name="Rectangle 37">
              <a:extLst>
                <a:ext uri="{FF2B5EF4-FFF2-40B4-BE49-F238E27FC236}">
                  <a16:creationId xmlns:a16="http://schemas.microsoft.com/office/drawing/2014/main" id="{78FF0FB7-5587-D799-1A53-4B2F82BB7926}"/>
                </a:ext>
              </a:extLst>
            </p:cNvPr>
            <p:cNvSpPr>
              <a:spLocks noChangeArrowheads="1"/>
            </p:cNvSpPr>
            <p:nvPr/>
          </p:nvSpPr>
          <p:spPr bwMode="auto">
            <a:xfrm>
              <a:off x="3768"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17" name="Rectangle 38">
              <a:extLst>
                <a:ext uri="{FF2B5EF4-FFF2-40B4-BE49-F238E27FC236}">
                  <a16:creationId xmlns:a16="http://schemas.microsoft.com/office/drawing/2014/main" id="{A22E8A17-A9E4-0F43-FDE7-5F89FE6AC29F}"/>
                </a:ext>
              </a:extLst>
            </p:cNvPr>
            <p:cNvSpPr>
              <a:spLocks noChangeArrowheads="1"/>
            </p:cNvSpPr>
            <p:nvPr/>
          </p:nvSpPr>
          <p:spPr bwMode="auto">
            <a:xfrm>
              <a:off x="3945"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18" name="Rectangle 39">
              <a:extLst>
                <a:ext uri="{FF2B5EF4-FFF2-40B4-BE49-F238E27FC236}">
                  <a16:creationId xmlns:a16="http://schemas.microsoft.com/office/drawing/2014/main" id="{38E58C9D-F193-1A4D-BC07-5913216869AA}"/>
                </a:ext>
              </a:extLst>
            </p:cNvPr>
            <p:cNvSpPr>
              <a:spLocks noChangeArrowheads="1"/>
            </p:cNvSpPr>
            <p:nvPr/>
          </p:nvSpPr>
          <p:spPr bwMode="auto">
            <a:xfrm>
              <a:off x="4123"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19" name="Rectangle 40">
              <a:extLst>
                <a:ext uri="{FF2B5EF4-FFF2-40B4-BE49-F238E27FC236}">
                  <a16:creationId xmlns:a16="http://schemas.microsoft.com/office/drawing/2014/main" id="{1DE087B6-8DB4-6B4B-1ACE-A9B7AE5447C2}"/>
                </a:ext>
              </a:extLst>
            </p:cNvPr>
            <p:cNvSpPr>
              <a:spLocks noChangeArrowheads="1"/>
            </p:cNvSpPr>
            <p:nvPr/>
          </p:nvSpPr>
          <p:spPr bwMode="auto">
            <a:xfrm>
              <a:off x="4300"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20" name="Rectangle 41">
              <a:extLst>
                <a:ext uri="{FF2B5EF4-FFF2-40B4-BE49-F238E27FC236}">
                  <a16:creationId xmlns:a16="http://schemas.microsoft.com/office/drawing/2014/main" id="{7FE9551C-5FA7-C745-6ED9-D04D28472220}"/>
                </a:ext>
              </a:extLst>
            </p:cNvPr>
            <p:cNvSpPr>
              <a:spLocks noChangeArrowheads="1"/>
            </p:cNvSpPr>
            <p:nvPr/>
          </p:nvSpPr>
          <p:spPr bwMode="auto">
            <a:xfrm>
              <a:off x="4478"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21" name="Rectangle 42">
              <a:extLst>
                <a:ext uri="{FF2B5EF4-FFF2-40B4-BE49-F238E27FC236}">
                  <a16:creationId xmlns:a16="http://schemas.microsoft.com/office/drawing/2014/main" id="{BD4E3805-5150-B529-CB52-184ADCE207BC}"/>
                </a:ext>
              </a:extLst>
            </p:cNvPr>
            <p:cNvSpPr>
              <a:spLocks noChangeArrowheads="1"/>
            </p:cNvSpPr>
            <p:nvPr/>
          </p:nvSpPr>
          <p:spPr bwMode="auto">
            <a:xfrm>
              <a:off x="4655"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22" name="Rectangle 43">
              <a:extLst>
                <a:ext uri="{FF2B5EF4-FFF2-40B4-BE49-F238E27FC236}">
                  <a16:creationId xmlns:a16="http://schemas.microsoft.com/office/drawing/2014/main" id="{DCC37E74-30AD-E3CF-A44F-DCE4D3E767AF}"/>
                </a:ext>
              </a:extLst>
            </p:cNvPr>
            <p:cNvSpPr>
              <a:spLocks noChangeArrowheads="1"/>
            </p:cNvSpPr>
            <p:nvPr/>
          </p:nvSpPr>
          <p:spPr bwMode="auto">
            <a:xfrm>
              <a:off x="4833"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23" name="Rectangle 44">
              <a:extLst>
                <a:ext uri="{FF2B5EF4-FFF2-40B4-BE49-F238E27FC236}">
                  <a16:creationId xmlns:a16="http://schemas.microsoft.com/office/drawing/2014/main" id="{38A3E479-EAC7-E9C2-3307-906AF928EE70}"/>
                </a:ext>
              </a:extLst>
            </p:cNvPr>
            <p:cNvSpPr>
              <a:spLocks noChangeArrowheads="1"/>
            </p:cNvSpPr>
            <p:nvPr/>
          </p:nvSpPr>
          <p:spPr bwMode="auto">
            <a:xfrm>
              <a:off x="5010"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24" name="Rectangle 45">
              <a:extLst>
                <a:ext uri="{FF2B5EF4-FFF2-40B4-BE49-F238E27FC236}">
                  <a16:creationId xmlns:a16="http://schemas.microsoft.com/office/drawing/2014/main" id="{E45E477F-3168-D3CD-7001-B18EE270D324}"/>
                </a:ext>
              </a:extLst>
            </p:cNvPr>
            <p:cNvSpPr>
              <a:spLocks noChangeArrowheads="1"/>
            </p:cNvSpPr>
            <p:nvPr/>
          </p:nvSpPr>
          <p:spPr bwMode="auto">
            <a:xfrm>
              <a:off x="5188"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25" name="Rectangle 46">
              <a:extLst>
                <a:ext uri="{FF2B5EF4-FFF2-40B4-BE49-F238E27FC236}">
                  <a16:creationId xmlns:a16="http://schemas.microsoft.com/office/drawing/2014/main" id="{0921C189-E957-11AF-A557-6CC1F6B5CEDB}"/>
                </a:ext>
              </a:extLst>
            </p:cNvPr>
            <p:cNvSpPr>
              <a:spLocks noChangeArrowheads="1"/>
            </p:cNvSpPr>
            <p:nvPr/>
          </p:nvSpPr>
          <p:spPr bwMode="auto">
            <a:xfrm>
              <a:off x="3590"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26" name="Rectangle 47">
              <a:extLst>
                <a:ext uri="{FF2B5EF4-FFF2-40B4-BE49-F238E27FC236}">
                  <a16:creationId xmlns:a16="http://schemas.microsoft.com/office/drawing/2014/main" id="{9BAC9380-A713-9AF7-48D8-76B85C9A0FBC}"/>
                </a:ext>
              </a:extLst>
            </p:cNvPr>
            <p:cNvSpPr>
              <a:spLocks noChangeArrowheads="1"/>
            </p:cNvSpPr>
            <p:nvPr/>
          </p:nvSpPr>
          <p:spPr bwMode="auto">
            <a:xfrm>
              <a:off x="3768"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27" name="Rectangle 48">
              <a:extLst>
                <a:ext uri="{FF2B5EF4-FFF2-40B4-BE49-F238E27FC236}">
                  <a16:creationId xmlns:a16="http://schemas.microsoft.com/office/drawing/2014/main" id="{74DF4A5A-C3E3-4350-DE76-FFD936E009E0}"/>
                </a:ext>
              </a:extLst>
            </p:cNvPr>
            <p:cNvSpPr>
              <a:spLocks noChangeArrowheads="1"/>
            </p:cNvSpPr>
            <p:nvPr/>
          </p:nvSpPr>
          <p:spPr bwMode="auto">
            <a:xfrm>
              <a:off x="3945"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28" name="Rectangle 49">
              <a:extLst>
                <a:ext uri="{FF2B5EF4-FFF2-40B4-BE49-F238E27FC236}">
                  <a16:creationId xmlns:a16="http://schemas.microsoft.com/office/drawing/2014/main" id="{2AEBBC53-B68D-3622-921D-BAC2C3FD934A}"/>
                </a:ext>
              </a:extLst>
            </p:cNvPr>
            <p:cNvSpPr>
              <a:spLocks noChangeArrowheads="1"/>
            </p:cNvSpPr>
            <p:nvPr/>
          </p:nvSpPr>
          <p:spPr bwMode="auto">
            <a:xfrm>
              <a:off x="4123"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29" name="Rectangle 50">
              <a:extLst>
                <a:ext uri="{FF2B5EF4-FFF2-40B4-BE49-F238E27FC236}">
                  <a16:creationId xmlns:a16="http://schemas.microsoft.com/office/drawing/2014/main" id="{4B36750B-1091-7A31-AF56-CB84A2CE486E}"/>
                </a:ext>
              </a:extLst>
            </p:cNvPr>
            <p:cNvSpPr>
              <a:spLocks noChangeArrowheads="1"/>
            </p:cNvSpPr>
            <p:nvPr/>
          </p:nvSpPr>
          <p:spPr bwMode="auto">
            <a:xfrm>
              <a:off x="4300"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30" name="Rectangle 51">
              <a:extLst>
                <a:ext uri="{FF2B5EF4-FFF2-40B4-BE49-F238E27FC236}">
                  <a16:creationId xmlns:a16="http://schemas.microsoft.com/office/drawing/2014/main" id="{6EDF9944-382F-5F87-82C4-CEA7CC129C50}"/>
                </a:ext>
              </a:extLst>
            </p:cNvPr>
            <p:cNvSpPr>
              <a:spLocks noChangeArrowheads="1"/>
            </p:cNvSpPr>
            <p:nvPr/>
          </p:nvSpPr>
          <p:spPr bwMode="auto">
            <a:xfrm>
              <a:off x="4478"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31" name="Rectangle 52">
              <a:extLst>
                <a:ext uri="{FF2B5EF4-FFF2-40B4-BE49-F238E27FC236}">
                  <a16:creationId xmlns:a16="http://schemas.microsoft.com/office/drawing/2014/main" id="{D77A8CA7-85C4-07B2-0AED-E7851D8BFCBD}"/>
                </a:ext>
              </a:extLst>
            </p:cNvPr>
            <p:cNvSpPr>
              <a:spLocks noChangeArrowheads="1"/>
            </p:cNvSpPr>
            <p:nvPr/>
          </p:nvSpPr>
          <p:spPr bwMode="auto">
            <a:xfrm>
              <a:off x="4655"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32" name="Rectangle 53">
              <a:extLst>
                <a:ext uri="{FF2B5EF4-FFF2-40B4-BE49-F238E27FC236}">
                  <a16:creationId xmlns:a16="http://schemas.microsoft.com/office/drawing/2014/main" id="{452F1A90-B7D9-46E7-DBEE-A94FBFCAF6B9}"/>
                </a:ext>
              </a:extLst>
            </p:cNvPr>
            <p:cNvSpPr>
              <a:spLocks noChangeArrowheads="1"/>
            </p:cNvSpPr>
            <p:nvPr/>
          </p:nvSpPr>
          <p:spPr bwMode="auto">
            <a:xfrm>
              <a:off x="4833"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33" name="Rectangle 54">
              <a:extLst>
                <a:ext uri="{FF2B5EF4-FFF2-40B4-BE49-F238E27FC236}">
                  <a16:creationId xmlns:a16="http://schemas.microsoft.com/office/drawing/2014/main" id="{8CED7616-4BEC-158C-C651-62AF4DB77D00}"/>
                </a:ext>
              </a:extLst>
            </p:cNvPr>
            <p:cNvSpPr>
              <a:spLocks noChangeArrowheads="1"/>
            </p:cNvSpPr>
            <p:nvPr/>
          </p:nvSpPr>
          <p:spPr bwMode="auto">
            <a:xfrm>
              <a:off x="5010"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34" name="Rectangle 55">
              <a:extLst>
                <a:ext uri="{FF2B5EF4-FFF2-40B4-BE49-F238E27FC236}">
                  <a16:creationId xmlns:a16="http://schemas.microsoft.com/office/drawing/2014/main" id="{79DB6F55-8A8D-327E-87D0-7F4D553D6827}"/>
                </a:ext>
              </a:extLst>
            </p:cNvPr>
            <p:cNvSpPr>
              <a:spLocks noChangeArrowheads="1"/>
            </p:cNvSpPr>
            <p:nvPr/>
          </p:nvSpPr>
          <p:spPr bwMode="auto">
            <a:xfrm>
              <a:off x="5188"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35" name="Rectangle 56">
              <a:extLst>
                <a:ext uri="{FF2B5EF4-FFF2-40B4-BE49-F238E27FC236}">
                  <a16:creationId xmlns:a16="http://schemas.microsoft.com/office/drawing/2014/main" id="{FE8F314A-33E4-F8B4-E794-67252947373F}"/>
                </a:ext>
              </a:extLst>
            </p:cNvPr>
            <p:cNvSpPr>
              <a:spLocks noChangeArrowheads="1"/>
            </p:cNvSpPr>
            <p:nvPr/>
          </p:nvSpPr>
          <p:spPr bwMode="auto">
            <a:xfrm>
              <a:off x="3590"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36" name="Rectangle 57">
              <a:extLst>
                <a:ext uri="{FF2B5EF4-FFF2-40B4-BE49-F238E27FC236}">
                  <a16:creationId xmlns:a16="http://schemas.microsoft.com/office/drawing/2014/main" id="{7CC94DB6-52E9-DD52-BFB9-445654F7A722}"/>
                </a:ext>
              </a:extLst>
            </p:cNvPr>
            <p:cNvSpPr>
              <a:spLocks noChangeArrowheads="1"/>
            </p:cNvSpPr>
            <p:nvPr/>
          </p:nvSpPr>
          <p:spPr bwMode="auto">
            <a:xfrm>
              <a:off x="3768"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37" name="Rectangle 58">
              <a:extLst>
                <a:ext uri="{FF2B5EF4-FFF2-40B4-BE49-F238E27FC236}">
                  <a16:creationId xmlns:a16="http://schemas.microsoft.com/office/drawing/2014/main" id="{EA301628-3C74-B88D-9F26-379A87F12F88}"/>
                </a:ext>
              </a:extLst>
            </p:cNvPr>
            <p:cNvSpPr>
              <a:spLocks noChangeArrowheads="1"/>
            </p:cNvSpPr>
            <p:nvPr/>
          </p:nvSpPr>
          <p:spPr bwMode="auto">
            <a:xfrm>
              <a:off x="3945"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38" name="Rectangle 59">
              <a:extLst>
                <a:ext uri="{FF2B5EF4-FFF2-40B4-BE49-F238E27FC236}">
                  <a16:creationId xmlns:a16="http://schemas.microsoft.com/office/drawing/2014/main" id="{6DCFA92E-E04F-AFB2-6F43-4C867B8668F4}"/>
                </a:ext>
              </a:extLst>
            </p:cNvPr>
            <p:cNvSpPr>
              <a:spLocks noChangeArrowheads="1"/>
            </p:cNvSpPr>
            <p:nvPr/>
          </p:nvSpPr>
          <p:spPr bwMode="auto">
            <a:xfrm>
              <a:off x="4123"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39" name="Rectangle 60">
              <a:extLst>
                <a:ext uri="{FF2B5EF4-FFF2-40B4-BE49-F238E27FC236}">
                  <a16:creationId xmlns:a16="http://schemas.microsoft.com/office/drawing/2014/main" id="{9182781E-1BFD-7820-1CE4-AC9DD956289E}"/>
                </a:ext>
              </a:extLst>
            </p:cNvPr>
            <p:cNvSpPr>
              <a:spLocks noChangeArrowheads="1"/>
            </p:cNvSpPr>
            <p:nvPr/>
          </p:nvSpPr>
          <p:spPr bwMode="auto">
            <a:xfrm>
              <a:off x="4300"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40" name="Rectangle 61">
              <a:extLst>
                <a:ext uri="{FF2B5EF4-FFF2-40B4-BE49-F238E27FC236}">
                  <a16:creationId xmlns:a16="http://schemas.microsoft.com/office/drawing/2014/main" id="{B2B53822-E24A-33C6-5B03-AE007C20C44C}"/>
                </a:ext>
              </a:extLst>
            </p:cNvPr>
            <p:cNvSpPr>
              <a:spLocks noChangeArrowheads="1"/>
            </p:cNvSpPr>
            <p:nvPr/>
          </p:nvSpPr>
          <p:spPr bwMode="auto">
            <a:xfrm>
              <a:off x="4478"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41" name="Rectangle 62">
              <a:extLst>
                <a:ext uri="{FF2B5EF4-FFF2-40B4-BE49-F238E27FC236}">
                  <a16:creationId xmlns:a16="http://schemas.microsoft.com/office/drawing/2014/main" id="{145BBAB5-41BE-AA45-C47D-04AFA811B56B}"/>
                </a:ext>
              </a:extLst>
            </p:cNvPr>
            <p:cNvSpPr>
              <a:spLocks noChangeArrowheads="1"/>
            </p:cNvSpPr>
            <p:nvPr/>
          </p:nvSpPr>
          <p:spPr bwMode="auto">
            <a:xfrm>
              <a:off x="4655"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42" name="Rectangle 63">
              <a:extLst>
                <a:ext uri="{FF2B5EF4-FFF2-40B4-BE49-F238E27FC236}">
                  <a16:creationId xmlns:a16="http://schemas.microsoft.com/office/drawing/2014/main" id="{53DD2A18-9F89-7AD3-1583-EC8138C31FCE}"/>
                </a:ext>
              </a:extLst>
            </p:cNvPr>
            <p:cNvSpPr>
              <a:spLocks noChangeArrowheads="1"/>
            </p:cNvSpPr>
            <p:nvPr/>
          </p:nvSpPr>
          <p:spPr bwMode="auto">
            <a:xfrm>
              <a:off x="4833"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43" name="Rectangle 64">
              <a:extLst>
                <a:ext uri="{FF2B5EF4-FFF2-40B4-BE49-F238E27FC236}">
                  <a16:creationId xmlns:a16="http://schemas.microsoft.com/office/drawing/2014/main" id="{0D6ACEA9-7971-26DE-8DA9-BA5D65E3097B}"/>
                </a:ext>
              </a:extLst>
            </p:cNvPr>
            <p:cNvSpPr>
              <a:spLocks noChangeArrowheads="1"/>
            </p:cNvSpPr>
            <p:nvPr/>
          </p:nvSpPr>
          <p:spPr bwMode="auto">
            <a:xfrm>
              <a:off x="5010"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44" name="Rectangle 65">
              <a:extLst>
                <a:ext uri="{FF2B5EF4-FFF2-40B4-BE49-F238E27FC236}">
                  <a16:creationId xmlns:a16="http://schemas.microsoft.com/office/drawing/2014/main" id="{13127333-A019-684E-D131-A1A3DAD32814}"/>
                </a:ext>
              </a:extLst>
            </p:cNvPr>
            <p:cNvSpPr>
              <a:spLocks noChangeArrowheads="1"/>
            </p:cNvSpPr>
            <p:nvPr/>
          </p:nvSpPr>
          <p:spPr bwMode="auto">
            <a:xfrm>
              <a:off x="5188"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45" name="Rectangle 66">
              <a:extLst>
                <a:ext uri="{FF2B5EF4-FFF2-40B4-BE49-F238E27FC236}">
                  <a16:creationId xmlns:a16="http://schemas.microsoft.com/office/drawing/2014/main" id="{FBF2D0F6-757C-41F9-26C3-3586FEC2AE39}"/>
                </a:ext>
              </a:extLst>
            </p:cNvPr>
            <p:cNvSpPr>
              <a:spLocks noChangeArrowheads="1"/>
            </p:cNvSpPr>
            <p:nvPr/>
          </p:nvSpPr>
          <p:spPr bwMode="auto">
            <a:xfrm>
              <a:off x="3590"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46" name="Rectangle 67">
              <a:extLst>
                <a:ext uri="{FF2B5EF4-FFF2-40B4-BE49-F238E27FC236}">
                  <a16:creationId xmlns:a16="http://schemas.microsoft.com/office/drawing/2014/main" id="{ECDE5059-ACFF-BB56-1012-A5331B49879E}"/>
                </a:ext>
              </a:extLst>
            </p:cNvPr>
            <p:cNvSpPr>
              <a:spLocks noChangeArrowheads="1"/>
            </p:cNvSpPr>
            <p:nvPr/>
          </p:nvSpPr>
          <p:spPr bwMode="auto">
            <a:xfrm>
              <a:off x="3768"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47" name="Rectangle 68">
              <a:extLst>
                <a:ext uri="{FF2B5EF4-FFF2-40B4-BE49-F238E27FC236}">
                  <a16:creationId xmlns:a16="http://schemas.microsoft.com/office/drawing/2014/main" id="{417BA927-6E1F-A026-254C-D5C873F73DE9}"/>
                </a:ext>
              </a:extLst>
            </p:cNvPr>
            <p:cNvSpPr>
              <a:spLocks noChangeArrowheads="1"/>
            </p:cNvSpPr>
            <p:nvPr/>
          </p:nvSpPr>
          <p:spPr bwMode="auto">
            <a:xfrm>
              <a:off x="3945"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48" name="Rectangle 69">
              <a:extLst>
                <a:ext uri="{FF2B5EF4-FFF2-40B4-BE49-F238E27FC236}">
                  <a16:creationId xmlns:a16="http://schemas.microsoft.com/office/drawing/2014/main" id="{B7D69E4B-4AA3-6B62-7634-76AB1B8D82D8}"/>
                </a:ext>
              </a:extLst>
            </p:cNvPr>
            <p:cNvSpPr>
              <a:spLocks noChangeArrowheads="1"/>
            </p:cNvSpPr>
            <p:nvPr/>
          </p:nvSpPr>
          <p:spPr bwMode="auto">
            <a:xfrm>
              <a:off x="4123"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49" name="Rectangle 70">
              <a:extLst>
                <a:ext uri="{FF2B5EF4-FFF2-40B4-BE49-F238E27FC236}">
                  <a16:creationId xmlns:a16="http://schemas.microsoft.com/office/drawing/2014/main" id="{A112627F-9CA2-EDDE-C468-5EA43D77C2F8}"/>
                </a:ext>
              </a:extLst>
            </p:cNvPr>
            <p:cNvSpPr>
              <a:spLocks noChangeArrowheads="1"/>
            </p:cNvSpPr>
            <p:nvPr/>
          </p:nvSpPr>
          <p:spPr bwMode="auto">
            <a:xfrm>
              <a:off x="4300"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50" name="Rectangle 71">
              <a:extLst>
                <a:ext uri="{FF2B5EF4-FFF2-40B4-BE49-F238E27FC236}">
                  <a16:creationId xmlns:a16="http://schemas.microsoft.com/office/drawing/2014/main" id="{D74C2F9A-5EB1-0049-DF7F-E46A0D739814}"/>
                </a:ext>
              </a:extLst>
            </p:cNvPr>
            <p:cNvSpPr>
              <a:spLocks noChangeArrowheads="1"/>
            </p:cNvSpPr>
            <p:nvPr/>
          </p:nvSpPr>
          <p:spPr bwMode="auto">
            <a:xfrm>
              <a:off x="4478"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51" name="Rectangle 72">
              <a:extLst>
                <a:ext uri="{FF2B5EF4-FFF2-40B4-BE49-F238E27FC236}">
                  <a16:creationId xmlns:a16="http://schemas.microsoft.com/office/drawing/2014/main" id="{72A86866-FABF-23A8-C25C-0243593764F8}"/>
                </a:ext>
              </a:extLst>
            </p:cNvPr>
            <p:cNvSpPr>
              <a:spLocks noChangeArrowheads="1"/>
            </p:cNvSpPr>
            <p:nvPr/>
          </p:nvSpPr>
          <p:spPr bwMode="auto">
            <a:xfrm>
              <a:off x="4655"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52" name="Rectangle 73">
              <a:extLst>
                <a:ext uri="{FF2B5EF4-FFF2-40B4-BE49-F238E27FC236}">
                  <a16:creationId xmlns:a16="http://schemas.microsoft.com/office/drawing/2014/main" id="{8807BB7B-F992-81DD-2F0D-62BD7FB46E17}"/>
                </a:ext>
              </a:extLst>
            </p:cNvPr>
            <p:cNvSpPr>
              <a:spLocks noChangeArrowheads="1"/>
            </p:cNvSpPr>
            <p:nvPr/>
          </p:nvSpPr>
          <p:spPr bwMode="auto">
            <a:xfrm>
              <a:off x="4833"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53" name="Rectangle 74">
              <a:extLst>
                <a:ext uri="{FF2B5EF4-FFF2-40B4-BE49-F238E27FC236}">
                  <a16:creationId xmlns:a16="http://schemas.microsoft.com/office/drawing/2014/main" id="{486E24AD-EF44-E337-A175-671551E960BD}"/>
                </a:ext>
              </a:extLst>
            </p:cNvPr>
            <p:cNvSpPr>
              <a:spLocks noChangeArrowheads="1"/>
            </p:cNvSpPr>
            <p:nvPr/>
          </p:nvSpPr>
          <p:spPr bwMode="auto">
            <a:xfrm>
              <a:off x="5010"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54" name="Rectangle 75">
              <a:extLst>
                <a:ext uri="{FF2B5EF4-FFF2-40B4-BE49-F238E27FC236}">
                  <a16:creationId xmlns:a16="http://schemas.microsoft.com/office/drawing/2014/main" id="{782573B0-4EB1-58AC-9009-6C64ADD3B2F6}"/>
                </a:ext>
              </a:extLst>
            </p:cNvPr>
            <p:cNvSpPr>
              <a:spLocks noChangeArrowheads="1"/>
            </p:cNvSpPr>
            <p:nvPr/>
          </p:nvSpPr>
          <p:spPr bwMode="auto">
            <a:xfrm>
              <a:off x="5188"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55" name="Rectangle 76">
              <a:extLst>
                <a:ext uri="{FF2B5EF4-FFF2-40B4-BE49-F238E27FC236}">
                  <a16:creationId xmlns:a16="http://schemas.microsoft.com/office/drawing/2014/main" id="{BECA589D-71AF-C2A6-A71E-E1B25D551993}"/>
                </a:ext>
              </a:extLst>
            </p:cNvPr>
            <p:cNvSpPr>
              <a:spLocks noChangeArrowheads="1"/>
            </p:cNvSpPr>
            <p:nvPr/>
          </p:nvSpPr>
          <p:spPr bwMode="auto">
            <a:xfrm>
              <a:off x="3590"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56" name="Rectangle 77">
              <a:extLst>
                <a:ext uri="{FF2B5EF4-FFF2-40B4-BE49-F238E27FC236}">
                  <a16:creationId xmlns:a16="http://schemas.microsoft.com/office/drawing/2014/main" id="{145C44D9-DF07-2C92-E1AD-DC478098B38A}"/>
                </a:ext>
              </a:extLst>
            </p:cNvPr>
            <p:cNvSpPr>
              <a:spLocks noChangeArrowheads="1"/>
            </p:cNvSpPr>
            <p:nvPr/>
          </p:nvSpPr>
          <p:spPr bwMode="auto">
            <a:xfrm>
              <a:off x="3768"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57" name="Rectangle 78">
              <a:extLst>
                <a:ext uri="{FF2B5EF4-FFF2-40B4-BE49-F238E27FC236}">
                  <a16:creationId xmlns:a16="http://schemas.microsoft.com/office/drawing/2014/main" id="{11C8D052-82A4-7A89-C8B2-9CCE46028128}"/>
                </a:ext>
              </a:extLst>
            </p:cNvPr>
            <p:cNvSpPr>
              <a:spLocks noChangeArrowheads="1"/>
            </p:cNvSpPr>
            <p:nvPr/>
          </p:nvSpPr>
          <p:spPr bwMode="auto">
            <a:xfrm>
              <a:off x="3945"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58" name="Rectangle 79">
              <a:extLst>
                <a:ext uri="{FF2B5EF4-FFF2-40B4-BE49-F238E27FC236}">
                  <a16:creationId xmlns:a16="http://schemas.microsoft.com/office/drawing/2014/main" id="{E5F6A463-4C9B-D93F-4B6E-B1F44B8D56BB}"/>
                </a:ext>
              </a:extLst>
            </p:cNvPr>
            <p:cNvSpPr>
              <a:spLocks noChangeArrowheads="1"/>
            </p:cNvSpPr>
            <p:nvPr/>
          </p:nvSpPr>
          <p:spPr bwMode="auto">
            <a:xfrm>
              <a:off x="4123"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59" name="Rectangle 80">
              <a:extLst>
                <a:ext uri="{FF2B5EF4-FFF2-40B4-BE49-F238E27FC236}">
                  <a16:creationId xmlns:a16="http://schemas.microsoft.com/office/drawing/2014/main" id="{7404C7F9-9DB8-A65E-F99C-E0E17EFBE485}"/>
                </a:ext>
              </a:extLst>
            </p:cNvPr>
            <p:cNvSpPr>
              <a:spLocks noChangeArrowheads="1"/>
            </p:cNvSpPr>
            <p:nvPr/>
          </p:nvSpPr>
          <p:spPr bwMode="auto">
            <a:xfrm>
              <a:off x="4300"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60" name="Rectangle 81">
              <a:extLst>
                <a:ext uri="{FF2B5EF4-FFF2-40B4-BE49-F238E27FC236}">
                  <a16:creationId xmlns:a16="http://schemas.microsoft.com/office/drawing/2014/main" id="{21188262-C4EA-2DAE-12A1-2C114FC2DEEC}"/>
                </a:ext>
              </a:extLst>
            </p:cNvPr>
            <p:cNvSpPr>
              <a:spLocks noChangeArrowheads="1"/>
            </p:cNvSpPr>
            <p:nvPr/>
          </p:nvSpPr>
          <p:spPr bwMode="auto">
            <a:xfrm>
              <a:off x="4478"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61" name="Rectangle 82">
              <a:extLst>
                <a:ext uri="{FF2B5EF4-FFF2-40B4-BE49-F238E27FC236}">
                  <a16:creationId xmlns:a16="http://schemas.microsoft.com/office/drawing/2014/main" id="{E3829F19-E5FF-C057-DC0A-AA17E148344E}"/>
                </a:ext>
              </a:extLst>
            </p:cNvPr>
            <p:cNvSpPr>
              <a:spLocks noChangeArrowheads="1"/>
            </p:cNvSpPr>
            <p:nvPr/>
          </p:nvSpPr>
          <p:spPr bwMode="auto">
            <a:xfrm>
              <a:off x="4655"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62" name="Rectangle 83">
              <a:extLst>
                <a:ext uri="{FF2B5EF4-FFF2-40B4-BE49-F238E27FC236}">
                  <a16:creationId xmlns:a16="http://schemas.microsoft.com/office/drawing/2014/main" id="{BE1783F9-F0B4-DF9A-D928-7FFE8B108A7F}"/>
                </a:ext>
              </a:extLst>
            </p:cNvPr>
            <p:cNvSpPr>
              <a:spLocks noChangeArrowheads="1"/>
            </p:cNvSpPr>
            <p:nvPr/>
          </p:nvSpPr>
          <p:spPr bwMode="auto">
            <a:xfrm>
              <a:off x="4833"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63" name="Rectangle 84">
              <a:extLst>
                <a:ext uri="{FF2B5EF4-FFF2-40B4-BE49-F238E27FC236}">
                  <a16:creationId xmlns:a16="http://schemas.microsoft.com/office/drawing/2014/main" id="{B2AEF3DB-5B55-3891-0616-BA0D432F84A7}"/>
                </a:ext>
              </a:extLst>
            </p:cNvPr>
            <p:cNvSpPr>
              <a:spLocks noChangeArrowheads="1"/>
            </p:cNvSpPr>
            <p:nvPr/>
          </p:nvSpPr>
          <p:spPr bwMode="auto">
            <a:xfrm>
              <a:off x="5010"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64" name="Rectangle 85">
              <a:extLst>
                <a:ext uri="{FF2B5EF4-FFF2-40B4-BE49-F238E27FC236}">
                  <a16:creationId xmlns:a16="http://schemas.microsoft.com/office/drawing/2014/main" id="{3F33FEBD-3629-1B6F-E4F4-923546BDB391}"/>
                </a:ext>
              </a:extLst>
            </p:cNvPr>
            <p:cNvSpPr>
              <a:spLocks noChangeArrowheads="1"/>
            </p:cNvSpPr>
            <p:nvPr/>
          </p:nvSpPr>
          <p:spPr bwMode="auto">
            <a:xfrm>
              <a:off x="5188"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65" name="Rectangle 86">
              <a:extLst>
                <a:ext uri="{FF2B5EF4-FFF2-40B4-BE49-F238E27FC236}">
                  <a16:creationId xmlns:a16="http://schemas.microsoft.com/office/drawing/2014/main" id="{751BCF03-1CEC-5D63-A925-8B8D959E46E2}"/>
                </a:ext>
              </a:extLst>
            </p:cNvPr>
            <p:cNvSpPr>
              <a:spLocks noChangeArrowheads="1"/>
            </p:cNvSpPr>
            <p:nvPr/>
          </p:nvSpPr>
          <p:spPr bwMode="auto">
            <a:xfrm>
              <a:off x="3590"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66" name="Rectangle 87">
              <a:extLst>
                <a:ext uri="{FF2B5EF4-FFF2-40B4-BE49-F238E27FC236}">
                  <a16:creationId xmlns:a16="http://schemas.microsoft.com/office/drawing/2014/main" id="{36E112C3-E2A3-E80E-2D69-7DE33E82DB72}"/>
                </a:ext>
              </a:extLst>
            </p:cNvPr>
            <p:cNvSpPr>
              <a:spLocks noChangeArrowheads="1"/>
            </p:cNvSpPr>
            <p:nvPr/>
          </p:nvSpPr>
          <p:spPr bwMode="auto">
            <a:xfrm>
              <a:off x="3768"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67" name="Rectangle 88">
              <a:extLst>
                <a:ext uri="{FF2B5EF4-FFF2-40B4-BE49-F238E27FC236}">
                  <a16:creationId xmlns:a16="http://schemas.microsoft.com/office/drawing/2014/main" id="{C636882D-4940-1E43-1301-0BAD899B55FA}"/>
                </a:ext>
              </a:extLst>
            </p:cNvPr>
            <p:cNvSpPr>
              <a:spLocks noChangeArrowheads="1"/>
            </p:cNvSpPr>
            <p:nvPr/>
          </p:nvSpPr>
          <p:spPr bwMode="auto">
            <a:xfrm>
              <a:off x="3945"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68" name="Rectangle 89">
              <a:extLst>
                <a:ext uri="{FF2B5EF4-FFF2-40B4-BE49-F238E27FC236}">
                  <a16:creationId xmlns:a16="http://schemas.microsoft.com/office/drawing/2014/main" id="{35D4CDD4-042A-B23A-B3EB-AC4ED7E5EE99}"/>
                </a:ext>
              </a:extLst>
            </p:cNvPr>
            <p:cNvSpPr>
              <a:spLocks noChangeArrowheads="1"/>
            </p:cNvSpPr>
            <p:nvPr/>
          </p:nvSpPr>
          <p:spPr bwMode="auto">
            <a:xfrm>
              <a:off x="4123"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69" name="Rectangle 90">
              <a:extLst>
                <a:ext uri="{FF2B5EF4-FFF2-40B4-BE49-F238E27FC236}">
                  <a16:creationId xmlns:a16="http://schemas.microsoft.com/office/drawing/2014/main" id="{FBF75727-D604-A6A2-9219-6F9E1AAC6D7B}"/>
                </a:ext>
              </a:extLst>
            </p:cNvPr>
            <p:cNvSpPr>
              <a:spLocks noChangeArrowheads="1"/>
            </p:cNvSpPr>
            <p:nvPr/>
          </p:nvSpPr>
          <p:spPr bwMode="auto">
            <a:xfrm>
              <a:off x="4300"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70" name="Rectangle 91">
              <a:extLst>
                <a:ext uri="{FF2B5EF4-FFF2-40B4-BE49-F238E27FC236}">
                  <a16:creationId xmlns:a16="http://schemas.microsoft.com/office/drawing/2014/main" id="{C99D2B12-B952-D285-BF4B-BE6A04B9FD81}"/>
                </a:ext>
              </a:extLst>
            </p:cNvPr>
            <p:cNvSpPr>
              <a:spLocks noChangeArrowheads="1"/>
            </p:cNvSpPr>
            <p:nvPr/>
          </p:nvSpPr>
          <p:spPr bwMode="auto">
            <a:xfrm>
              <a:off x="4478"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71" name="Rectangle 92">
              <a:extLst>
                <a:ext uri="{FF2B5EF4-FFF2-40B4-BE49-F238E27FC236}">
                  <a16:creationId xmlns:a16="http://schemas.microsoft.com/office/drawing/2014/main" id="{C9B61C40-D1C9-9EB1-4E0E-C083F86E10B1}"/>
                </a:ext>
              </a:extLst>
            </p:cNvPr>
            <p:cNvSpPr>
              <a:spLocks noChangeArrowheads="1"/>
            </p:cNvSpPr>
            <p:nvPr/>
          </p:nvSpPr>
          <p:spPr bwMode="auto">
            <a:xfrm>
              <a:off x="4655"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72" name="Rectangle 93">
              <a:extLst>
                <a:ext uri="{FF2B5EF4-FFF2-40B4-BE49-F238E27FC236}">
                  <a16:creationId xmlns:a16="http://schemas.microsoft.com/office/drawing/2014/main" id="{2C450008-5B24-52D5-6B8D-6D32DB52BF32}"/>
                </a:ext>
              </a:extLst>
            </p:cNvPr>
            <p:cNvSpPr>
              <a:spLocks noChangeArrowheads="1"/>
            </p:cNvSpPr>
            <p:nvPr/>
          </p:nvSpPr>
          <p:spPr bwMode="auto">
            <a:xfrm>
              <a:off x="4833"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73" name="Rectangle 94">
              <a:extLst>
                <a:ext uri="{FF2B5EF4-FFF2-40B4-BE49-F238E27FC236}">
                  <a16:creationId xmlns:a16="http://schemas.microsoft.com/office/drawing/2014/main" id="{E3FB362D-83C9-BDCA-F103-725337D36250}"/>
                </a:ext>
              </a:extLst>
            </p:cNvPr>
            <p:cNvSpPr>
              <a:spLocks noChangeArrowheads="1"/>
            </p:cNvSpPr>
            <p:nvPr/>
          </p:nvSpPr>
          <p:spPr bwMode="auto">
            <a:xfrm>
              <a:off x="5010"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74" name="Rectangle 95">
              <a:extLst>
                <a:ext uri="{FF2B5EF4-FFF2-40B4-BE49-F238E27FC236}">
                  <a16:creationId xmlns:a16="http://schemas.microsoft.com/office/drawing/2014/main" id="{0AB73879-477A-5209-3BEB-B1A7D2A74594}"/>
                </a:ext>
              </a:extLst>
            </p:cNvPr>
            <p:cNvSpPr>
              <a:spLocks noChangeArrowheads="1"/>
            </p:cNvSpPr>
            <p:nvPr/>
          </p:nvSpPr>
          <p:spPr bwMode="auto">
            <a:xfrm>
              <a:off x="5188"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75" name="Rectangle 96">
              <a:extLst>
                <a:ext uri="{FF2B5EF4-FFF2-40B4-BE49-F238E27FC236}">
                  <a16:creationId xmlns:a16="http://schemas.microsoft.com/office/drawing/2014/main" id="{A74B939A-7ED7-23BF-CFF1-652BF69367D9}"/>
                </a:ext>
              </a:extLst>
            </p:cNvPr>
            <p:cNvSpPr>
              <a:spLocks noChangeArrowheads="1"/>
            </p:cNvSpPr>
            <p:nvPr/>
          </p:nvSpPr>
          <p:spPr bwMode="auto">
            <a:xfrm>
              <a:off x="3590"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76" name="Rectangle 97">
              <a:extLst>
                <a:ext uri="{FF2B5EF4-FFF2-40B4-BE49-F238E27FC236}">
                  <a16:creationId xmlns:a16="http://schemas.microsoft.com/office/drawing/2014/main" id="{5BA14BBE-19E6-AEE2-D0D6-92779274FBEE}"/>
                </a:ext>
              </a:extLst>
            </p:cNvPr>
            <p:cNvSpPr>
              <a:spLocks noChangeArrowheads="1"/>
            </p:cNvSpPr>
            <p:nvPr/>
          </p:nvSpPr>
          <p:spPr bwMode="auto">
            <a:xfrm>
              <a:off x="3768"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77" name="Rectangle 98">
              <a:extLst>
                <a:ext uri="{FF2B5EF4-FFF2-40B4-BE49-F238E27FC236}">
                  <a16:creationId xmlns:a16="http://schemas.microsoft.com/office/drawing/2014/main" id="{D2BC86E0-B2B0-E817-0D75-28BA43DD58B5}"/>
                </a:ext>
              </a:extLst>
            </p:cNvPr>
            <p:cNvSpPr>
              <a:spLocks noChangeArrowheads="1"/>
            </p:cNvSpPr>
            <p:nvPr/>
          </p:nvSpPr>
          <p:spPr bwMode="auto">
            <a:xfrm>
              <a:off x="3945"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78" name="Rectangle 99">
              <a:extLst>
                <a:ext uri="{FF2B5EF4-FFF2-40B4-BE49-F238E27FC236}">
                  <a16:creationId xmlns:a16="http://schemas.microsoft.com/office/drawing/2014/main" id="{F8EC2219-BC3F-5FE2-81BC-8837D633E1B3}"/>
                </a:ext>
              </a:extLst>
            </p:cNvPr>
            <p:cNvSpPr>
              <a:spLocks noChangeArrowheads="1"/>
            </p:cNvSpPr>
            <p:nvPr/>
          </p:nvSpPr>
          <p:spPr bwMode="auto">
            <a:xfrm>
              <a:off x="4123"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79" name="Rectangle 100">
              <a:extLst>
                <a:ext uri="{FF2B5EF4-FFF2-40B4-BE49-F238E27FC236}">
                  <a16:creationId xmlns:a16="http://schemas.microsoft.com/office/drawing/2014/main" id="{5BB7070E-7FCD-CBAD-9360-9DA756078032}"/>
                </a:ext>
              </a:extLst>
            </p:cNvPr>
            <p:cNvSpPr>
              <a:spLocks noChangeArrowheads="1"/>
            </p:cNvSpPr>
            <p:nvPr/>
          </p:nvSpPr>
          <p:spPr bwMode="auto">
            <a:xfrm>
              <a:off x="4300"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80" name="Rectangle 101">
              <a:extLst>
                <a:ext uri="{FF2B5EF4-FFF2-40B4-BE49-F238E27FC236}">
                  <a16:creationId xmlns:a16="http://schemas.microsoft.com/office/drawing/2014/main" id="{1FCE5F7E-5EAD-86EB-7D2A-118E4A848E99}"/>
                </a:ext>
              </a:extLst>
            </p:cNvPr>
            <p:cNvSpPr>
              <a:spLocks noChangeArrowheads="1"/>
            </p:cNvSpPr>
            <p:nvPr/>
          </p:nvSpPr>
          <p:spPr bwMode="auto">
            <a:xfrm>
              <a:off x="4478"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81" name="Rectangle 102">
              <a:extLst>
                <a:ext uri="{FF2B5EF4-FFF2-40B4-BE49-F238E27FC236}">
                  <a16:creationId xmlns:a16="http://schemas.microsoft.com/office/drawing/2014/main" id="{7887F722-2917-F301-AD23-C4A5DE88158A}"/>
                </a:ext>
              </a:extLst>
            </p:cNvPr>
            <p:cNvSpPr>
              <a:spLocks noChangeArrowheads="1"/>
            </p:cNvSpPr>
            <p:nvPr/>
          </p:nvSpPr>
          <p:spPr bwMode="auto">
            <a:xfrm>
              <a:off x="4655"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82" name="Rectangle 103">
              <a:extLst>
                <a:ext uri="{FF2B5EF4-FFF2-40B4-BE49-F238E27FC236}">
                  <a16:creationId xmlns:a16="http://schemas.microsoft.com/office/drawing/2014/main" id="{091DDEF4-5BEE-80F8-C21A-F73D79C4C57C}"/>
                </a:ext>
              </a:extLst>
            </p:cNvPr>
            <p:cNvSpPr>
              <a:spLocks noChangeArrowheads="1"/>
            </p:cNvSpPr>
            <p:nvPr/>
          </p:nvSpPr>
          <p:spPr bwMode="auto">
            <a:xfrm>
              <a:off x="4833"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83" name="Rectangle 104">
              <a:extLst>
                <a:ext uri="{FF2B5EF4-FFF2-40B4-BE49-F238E27FC236}">
                  <a16:creationId xmlns:a16="http://schemas.microsoft.com/office/drawing/2014/main" id="{A1A8A1A2-E107-4BC4-D433-8191E14AAAEC}"/>
                </a:ext>
              </a:extLst>
            </p:cNvPr>
            <p:cNvSpPr>
              <a:spLocks noChangeArrowheads="1"/>
            </p:cNvSpPr>
            <p:nvPr/>
          </p:nvSpPr>
          <p:spPr bwMode="auto">
            <a:xfrm>
              <a:off x="5010"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84" name="Rectangle 105">
              <a:extLst>
                <a:ext uri="{FF2B5EF4-FFF2-40B4-BE49-F238E27FC236}">
                  <a16:creationId xmlns:a16="http://schemas.microsoft.com/office/drawing/2014/main" id="{5A6EF34D-14AC-ADB6-A40A-8728B49167E8}"/>
                </a:ext>
              </a:extLst>
            </p:cNvPr>
            <p:cNvSpPr>
              <a:spLocks noChangeArrowheads="1"/>
            </p:cNvSpPr>
            <p:nvPr/>
          </p:nvSpPr>
          <p:spPr bwMode="auto">
            <a:xfrm>
              <a:off x="5188"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85" name="Rectangle 106">
              <a:extLst>
                <a:ext uri="{FF2B5EF4-FFF2-40B4-BE49-F238E27FC236}">
                  <a16:creationId xmlns:a16="http://schemas.microsoft.com/office/drawing/2014/main" id="{548BC9DC-94BE-6007-E497-6E8FFC62A93A}"/>
                </a:ext>
              </a:extLst>
            </p:cNvPr>
            <p:cNvSpPr>
              <a:spLocks noChangeArrowheads="1"/>
            </p:cNvSpPr>
            <p:nvPr/>
          </p:nvSpPr>
          <p:spPr bwMode="auto">
            <a:xfrm>
              <a:off x="3697"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86" name="Rectangle 107">
              <a:extLst>
                <a:ext uri="{FF2B5EF4-FFF2-40B4-BE49-F238E27FC236}">
                  <a16:creationId xmlns:a16="http://schemas.microsoft.com/office/drawing/2014/main" id="{A80EF267-53EF-C30B-DD32-603D44170B95}"/>
                </a:ext>
              </a:extLst>
            </p:cNvPr>
            <p:cNvSpPr>
              <a:spLocks noChangeArrowheads="1"/>
            </p:cNvSpPr>
            <p:nvPr/>
          </p:nvSpPr>
          <p:spPr bwMode="auto">
            <a:xfrm>
              <a:off x="3740"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a:t>
              </a:r>
              <a:endParaRPr lang="en-US" altLang="en-US"/>
            </a:p>
          </p:txBody>
        </p:sp>
        <p:sp>
          <p:nvSpPr>
            <p:cNvPr id="54387" name="Rectangle 108">
              <a:extLst>
                <a:ext uri="{FF2B5EF4-FFF2-40B4-BE49-F238E27FC236}">
                  <a16:creationId xmlns:a16="http://schemas.microsoft.com/office/drawing/2014/main" id="{C31A558F-7827-D9CB-16B6-EBBA3E0A5895}"/>
                </a:ext>
              </a:extLst>
            </p:cNvPr>
            <p:cNvSpPr>
              <a:spLocks noChangeArrowheads="1"/>
            </p:cNvSpPr>
            <p:nvPr/>
          </p:nvSpPr>
          <p:spPr bwMode="auto">
            <a:xfrm>
              <a:off x="3874"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88" name="Rectangle 109">
              <a:extLst>
                <a:ext uri="{FF2B5EF4-FFF2-40B4-BE49-F238E27FC236}">
                  <a16:creationId xmlns:a16="http://schemas.microsoft.com/office/drawing/2014/main" id="{8D70D7B4-5579-2FD9-1F05-C0A8A557D16B}"/>
                </a:ext>
              </a:extLst>
            </p:cNvPr>
            <p:cNvSpPr>
              <a:spLocks noChangeArrowheads="1"/>
            </p:cNvSpPr>
            <p:nvPr/>
          </p:nvSpPr>
          <p:spPr bwMode="auto">
            <a:xfrm>
              <a:off x="3917"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2</a:t>
              </a:r>
              <a:endParaRPr lang="en-US" altLang="en-US"/>
            </a:p>
          </p:txBody>
        </p:sp>
        <p:sp>
          <p:nvSpPr>
            <p:cNvPr id="54389" name="Rectangle 110">
              <a:extLst>
                <a:ext uri="{FF2B5EF4-FFF2-40B4-BE49-F238E27FC236}">
                  <a16:creationId xmlns:a16="http://schemas.microsoft.com/office/drawing/2014/main" id="{118644BA-8233-4ADC-3939-4742BA1822B5}"/>
                </a:ext>
              </a:extLst>
            </p:cNvPr>
            <p:cNvSpPr>
              <a:spLocks noChangeArrowheads="1"/>
            </p:cNvSpPr>
            <p:nvPr/>
          </p:nvSpPr>
          <p:spPr bwMode="auto">
            <a:xfrm>
              <a:off x="4052"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90" name="Rectangle 111">
              <a:extLst>
                <a:ext uri="{FF2B5EF4-FFF2-40B4-BE49-F238E27FC236}">
                  <a16:creationId xmlns:a16="http://schemas.microsoft.com/office/drawing/2014/main" id="{2D793184-A6C9-F469-0C89-9056F8F5DBB0}"/>
                </a:ext>
              </a:extLst>
            </p:cNvPr>
            <p:cNvSpPr>
              <a:spLocks noChangeArrowheads="1"/>
            </p:cNvSpPr>
            <p:nvPr/>
          </p:nvSpPr>
          <p:spPr bwMode="auto">
            <a:xfrm>
              <a:off x="4095"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3</a:t>
              </a:r>
              <a:endParaRPr lang="en-US" altLang="en-US"/>
            </a:p>
          </p:txBody>
        </p:sp>
        <p:sp>
          <p:nvSpPr>
            <p:cNvPr id="54391" name="Rectangle 112">
              <a:extLst>
                <a:ext uri="{FF2B5EF4-FFF2-40B4-BE49-F238E27FC236}">
                  <a16:creationId xmlns:a16="http://schemas.microsoft.com/office/drawing/2014/main" id="{8EF39760-0219-78A1-DF1D-F2660E1655AB}"/>
                </a:ext>
              </a:extLst>
            </p:cNvPr>
            <p:cNvSpPr>
              <a:spLocks noChangeArrowheads="1"/>
            </p:cNvSpPr>
            <p:nvPr/>
          </p:nvSpPr>
          <p:spPr bwMode="auto">
            <a:xfrm>
              <a:off x="4229"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92" name="Rectangle 113">
              <a:extLst>
                <a:ext uri="{FF2B5EF4-FFF2-40B4-BE49-F238E27FC236}">
                  <a16:creationId xmlns:a16="http://schemas.microsoft.com/office/drawing/2014/main" id="{E82E152B-B7EE-5EBC-7109-DE3F4AD8D9D8}"/>
                </a:ext>
              </a:extLst>
            </p:cNvPr>
            <p:cNvSpPr>
              <a:spLocks noChangeArrowheads="1"/>
            </p:cNvSpPr>
            <p:nvPr/>
          </p:nvSpPr>
          <p:spPr bwMode="auto">
            <a:xfrm>
              <a:off x="4272"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4</a:t>
              </a:r>
              <a:endParaRPr lang="en-US" altLang="en-US"/>
            </a:p>
          </p:txBody>
        </p:sp>
        <p:sp>
          <p:nvSpPr>
            <p:cNvPr id="54393" name="Rectangle 114">
              <a:extLst>
                <a:ext uri="{FF2B5EF4-FFF2-40B4-BE49-F238E27FC236}">
                  <a16:creationId xmlns:a16="http://schemas.microsoft.com/office/drawing/2014/main" id="{6FF5456B-3334-546E-4444-078DA53D2122}"/>
                </a:ext>
              </a:extLst>
            </p:cNvPr>
            <p:cNvSpPr>
              <a:spLocks noChangeArrowheads="1"/>
            </p:cNvSpPr>
            <p:nvPr/>
          </p:nvSpPr>
          <p:spPr bwMode="auto">
            <a:xfrm>
              <a:off x="4407"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94" name="Rectangle 115">
              <a:extLst>
                <a:ext uri="{FF2B5EF4-FFF2-40B4-BE49-F238E27FC236}">
                  <a16:creationId xmlns:a16="http://schemas.microsoft.com/office/drawing/2014/main" id="{9DDF6ABC-FE30-E535-D689-EDFEC2414565}"/>
                </a:ext>
              </a:extLst>
            </p:cNvPr>
            <p:cNvSpPr>
              <a:spLocks noChangeArrowheads="1"/>
            </p:cNvSpPr>
            <p:nvPr/>
          </p:nvSpPr>
          <p:spPr bwMode="auto">
            <a:xfrm>
              <a:off x="4451"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5</a:t>
              </a:r>
              <a:endParaRPr lang="en-US" altLang="en-US"/>
            </a:p>
          </p:txBody>
        </p:sp>
        <p:sp>
          <p:nvSpPr>
            <p:cNvPr id="54395" name="Rectangle 116">
              <a:extLst>
                <a:ext uri="{FF2B5EF4-FFF2-40B4-BE49-F238E27FC236}">
                  <a16:creationId xmlns:a16="http://schemas.microsoft.com/office/drawing/2014/main" id="{217AC62D-004D-C299-438A-EB3E2E1A4A7B}"/>
                </a:ext>
              </a:extLst>
            </p:cNvPr>
            <p:cNvSpPr>
              <a:spLocks noChangeArrowheads="1"/>
            </p:cNvSpPr>
            <p:nvPr/>
          </p:nvSpPr>
          <p:spPr bwMode="auto">
            <a:xfrm>
              <a:off x="4584"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96" name="Rectangle 117">
              <a:extLst>
                <a:ext uri="{FF2B5EF4-FFF2-40B4-BE49-F238E27FC236}">
                  <a16:creationId xmlns:a16="http://schemas.microsoft.com/office/drawing/2014/main" id="{63763A20-BF7A-D3DF-14DF-8A5F61382B59}"/>
                </a:ext>
              </a:extLst>
            </p:cNvPr>
            <p:cNvSpPr>
              <a:spLocks noChangeArrowheads="1"/>
            </p:cNvSpPr>
            <p:nvPr/>
          </p:nvSpPr>
          <p:spPr bwMode="auto">
            <a:xfrm>
              <a:off x="4627"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6</a:t>
              </a:r>
              <a:endParaRPr lang="en-US" altLang="en-US"/>
            </a:p>
          </p:txBody>
        </p:sp>
        <p:sp>
          <p:nvSpPr>
            <p:cNvPr id="54397" name="Rectangle 118">
              <a:extLst>
                <a:ext uri="{FF2B5EF4-FFF2-40B4-BE49-F238E27FC236}">
                  <a16:creationId xmlns:a16="http://schemas.microsoft.com/office/drawing/2014/main" id="{FF3BDB9C-8ED3-79FD-23FF-E9A5ACA886C7}"/>
                </a:ext>
              </a:extLst>
            </p:cNvPr>
            <p:cNvSpPr>
              <a:spLocks noChangeArrowheads="1"/>
            </p:cNvSpPr>
            <p:nvPr/>
          </p:nvSpPr>
          <p:spPr bwMode="auto">
            <a:xfrm>
              <a:off x="4762"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398" name="Rectangle 119">
              <a:extLst>
                <a:ext uri="{FF2B5EF4-FFF2-40B4-BE49-F238E27FC236}">
                  <a16:creationId xmlns:a16="http://schemas.microsoft.com/office/drawing/2014/main" id="{8F402B7C-1619-7F90-367B-53B45637C533}"/>
                </a:ext>
              </a:extLst>
            </p:cNvPr>
            <p:cNvSpPr>
              <a:spLocks noChangeArrowheads="1"/>
            </p:cNvSpPr>
            <p:nvPr/>
          </p:nvSpPr>
          <p:spPr bwMode="auto">
            <a:xfrm>
              <a:off x="4805"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7</a:t>
              </a:r>
              <a:endParaRPr lang="en-US" altLang="en-US"/>
            </a:p>
          </p:txBody>
        </p:sp>
        <p:sp>
          <p:nvSpPr>
            <p:cNvPr id="54399" name="Rectangle 120">
              <a:extLst>
                <a:ext uri="{FF2B5EF4-FFF2-40B4-BE49-F238E27FC236}">
                  <a16:creationId xmlns:a16="http://schemas.microsoft.com/office/drawing/2014/main" id="{BC4C3F51-4A1B-A592-4F57-089F6B59CDF9}"/>
                </a:ext>
              </a:extLst>
            </p:cNvPr>
            <p:cNvSpPr>
              <a:spLocks noChangeArrowheads="1"/>
            </p:cNvSpPr>
            <p:nvPr/>
          </p:nvSpPr>
          <p:spPr bwMode="auto">
            <a:xfrm>
              <a:off x="4939"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400" name="Rectangle 121">
              <a:extLst>
                <a:ext uri="{FF2B5EF4-FFF2-40B4-BE49-F238E27FC236}">
                  <a16:creationId xmlns:a16="http://schemas.microsoft.com/office/drawing/2014/main" id="{E77403C3-4236-0298-4FCC-999FC4C07193}"/>
                </a:ext>
              </a:extLst>
            </p:cNvPr>
            <p:cNvSpPr>
              <a:spLocks noChangeArrowheads="1"/>
            </p:cNvSpPr>
            <p:nvPr/>
          </p:nvSpPr>
          <p:spPr bwMode="auto">
            <a:xfrm>
              <a:off x="4982"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8</a:t>
              </a:r>
              <a:endParaRPr lang="en-US" altLang="en-US"/>
            </a:p>
          </p:txBody>
        </p:sp>
        <p:sp>
          <p:nvSpPr>
            <p:cNvPr id="54401" name="Rectangle 122">
              <a:extLst>
                <a:ext uri="{FF2B5EF4-FFF2-40B4-BE49-F238E27FC236}">
                  <a16:creationId xmlns:a16="http://schemas.microsoft.com/office/drawing/2014/main" id="{60158DF3-1895-B172-C206-5B14903AEDCE}"/>
                </a:ext>
              </a:extLst>
            </p:cNvPr>
            <p:cNvSpPr>
              <a:spLocks noChangeArrowheads="1"/>
            </p:cNvSpPr>
            <p:nvPr/>
          </p:nvSpPr>
          <p:spPr bwMode="auto">
            <a:xfrm>
              <a:off x="5117"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402" name="Rectangle 123">
              <a:extLst>
                <a:ext uri="{FF2B5EF4-FFF2-40B4-BE49-F238E27FC236}">
                  <a16:creationId xmlns:a16="http://schemas.microsoft.com/office/drawing/2014/main" id="{2CE3755A-9E7C-2A7E-551C-658E0FF0BFAA}"/>
                </a:ext>
              </a:extLst>
            </p:cNvPr>
            <p:cNvSpPr>
              <a:spLocks noChangeArrowheads="1"/>
            </p:cNvSpPr>
            <p:nvPr/>
          </p:nvSpPr>
          <p:spPr bwMode="auto">
            <a:xfrm>
              <a:off x="5160"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9</a:t>
              </a:r>
              <a:endParaRPr lang="en-US" altLang="en-US"/>
            </a:p>
          </p:txBody>
        </p:sp>
        <p:sp>
          <p:nvSpPr>
            <p:cNvPr id="54403" name="Rectangle 124">
              <a:extLst>
                <a:ext uri="{FF2B5EF4-FFF2-40B4-BE49-F238E27FC236}">
                  <a16:creationId xmlns:a16="http://schemas.microsoft.com/office/drawing/2014/main" id="{34348FE0-02D9-BCF1-2607-CDCCDAC6B945}"/>
                </a:ext>
              </a:extLst>
            </p:cNvPr>
            <p:cNvSpPr>
              <a:spLocks noChangeArrowheads="1"/>
            </p:cNvSpPr>
            <p:nvPr/>
          </p:nvSpPr>
          <p:spPr bwMode="auto">
            <a:xfrm>
              <a:off x="5259" y="3470"/>
              <a:ext cx="22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404" name="Rectangle 125">
              <a:extLst>
                <a:ext uri="{FF2B5EF4-FFF2-40B4-BE49-F238E27FC236}">
                  <a16:creationId xmlns:a16="http://schemas.microsoft.com/office/drawing/2014/main" id="{FD87A155-E1D4-31E8-6156-2632258E8EE8}"/>
                </a:ext>
              </a:extLst>
            </p:cNvPr>
            <p:cNvSpPr>
              <a:spLocks noChangeArrowheads="1"/>
            </p:cNvSpPr>
            <p:nvPr/>
          </p:nvSpPr>
          <p:spPr bwMode="auto">
            <a:xfrm>
              <a:off x="5302" y="3501"/>
              <a:ext cx="105"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10</a:t>
              </a:r>
              <a:endParaRPr lang="en-US" altLang="en-US"/>
            </a:p>
          </p:txBody>
        </p:sp>
        <p:sp>
          <p:nvSpPr>
            <p:cNvPr id="54405" name="Rectangle 126">
              <a:extLst>
                <a:ext uri="{FF2B5EF4-FFF2-40B4-BE49-F238E27FC236}">
                  <a16:creationId xmlns:a16="http://schemas.microsoft.com/office/drawing/2014/main" id="{1048E8A7-E780-10C2-C07D-8AAE3BC0B0B9}"/>
                </a:ext>
              </a:extLst>
            </p:cNvPr>
            <p:cNvSpPr>
              <a:spLocks noChangeArrowheads="1"/>
            </p:cNvSpPr>
            <p:nvPr/>
          </p:nvSpPr>
          <p:spPr bwMode="auto">
            <a:xfrm>
              <a:off x="3413" y="3186"/>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406" name="Rectangle 127">
              <a:extLst>
                <a:ext uri="{FF2B5EF4-FFF2-40B4-BE49-F238E27FC236}">
                  <a16:creationId xmlns:a16="http://schemas.microsoft.com/office/drawing/2014/main" id="{697ACAE3-EEF9-A201-0471-2EB9C444C1FB}"/>
                </a:ext>
              </a:extLst>
            </p:cNvPr>
            <p:cNvSpPr>
              <a:spLocks noChangeArrowheads="1"/>
            </p:cNvSpPr>
            <p:nvPr/>
          </p:nvSpPr>
          <p:spPr bwMode="auto">
            <a:xfrm>
              <a:off x="3456" y="3217"/>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a:t>
              </a:r>
              <a:endParaRPr lang="en-US" altLang="en-US"/>
            </a:p>
          </p:txBody>
        </p:sp>
        <p:sp>
          <p:nvSpPr>
            <p:cNvPr id="54407" name="Rectangle 128">
              <a:extLst>
                <a:ext uri="{FF2B5EF4-FFF2-40B4-BE49-F238E27FC236}">
                  <a16:creationId xmlns:a16="http://schemas.microsoft.com/office/drawing/2014/main" id="{B52305FF-EB1B-823C-56DD-B591FA256B9F}"/>
                </a:ext>
              </a:extLst>
            </p:cNvPr>
            <p:cNvSpPr>
              <a:spLocks noChangeArrowheads="1"/>
            </p:cNvSpPr>
            <p:nvPr/>
          </p:nvSpPr>
          <p:spPr bwMode="auto">
            <a:xfrm>
              <a:off x="3413" y="3008"/>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408" name="Rectangle 129">
              <a:extLst>
                <a:ext uri="{FF2B5EF4-FFF2-40B4-BE49-F238E27FC236}">
                  <a16:creationId xmlns:a16="http://schemas.microsoft.com/office/drawing/2014/main" id="{53062145-D014-1302-E7F7-2C81F93762FB}"/>
                </a:ext>
              </a:extLst>
            </p:cNvPr>
            <p:cNvSpPr>
              <a:spLocks noChangeArrowheads="1"/>
            </p:cNvSpPr>
            <p:nvPr/>
          </p:nvSpPr>
          <p:spPr bwMode="auto">
            <a:xfrm>
              <a:off x="3456" y="3039"/>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2</a:t>
              </a:r>
              <a:endParaRPr lang="en-US" altLang="en-US"/>
            </a:p>
          </p:txBody>
        </p:sp>
        <p:sp>
          <p:nvSpPr>
            <p:cNvPr id="54409" name="Rectangle 130">
              <a:extLst>
                <a:ext uri="{FF2B5EF4-FFF2-40B4-BE49-F238E27FC236}">
                  <a16:creationId xmlns:a16="http://schemas.microsoft.com/office/drawing/2014/main" id="{B13512FC-8438-9A16-DE06-D22F25AD1203}"/>
                </a:ext>
              </a:extLst>
            </p:cNvPr>
            <p:cNvSpPr>
              <a:spLocks noChangeArrowheads="1"/>
            </p:cNvSpPr>
            <p:nvPr/>
          </p:nvSpPr>
          <p:spPr bwMode="auto">
            <a:xfrm>
              <a:off x="3413" y="2831"/>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410" name="Rectangle 131">
              <a:extLst>
                <a:ext uri="{FF2B5EF4-FFF2-40B4-BE49-F238E27FC236}">
                  <a16:creationId xmlns:a16="http://schemas.microsoft.com/office/drawing/2014/main" id="{3B6DAE35-D11F-D567-2D0E-8F5466CC8E73}"/>
                </a:ext>
              </a:extLst>
            </p:cNvPr>
            <p:cNvSpPr>
              <a:spLocks noChangeArrowheads="1"/>
            </p:cNvSpPr>
            <p:nvPr/>
          </p:nvSpPr>
          <p:spPr bwMode="auto">
            <a:xfrm>
              <a:off x="3456" y="2862"/>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3</a:t>
              </a:r>
              <a:endParaRPr lang="en-US" altLang="en-US"/>
            </a:p>
          </p:txBody>
        </p:sp>
        <p:sp>
          <p:nvSpPr>
            <p:cNvPr id="54411" name="Rectangle 132">
              <a:extLst>
                <a:ext uri="{FF2B5EF4-FFF2-40B4-BE49-F238E27FC236}">
                  <a16:creationId xmlns:a16="http://schemas.microsoft.com/office/drawing/2014/main" id="{F239C5E1-0CD7-66A1-BDE8-99A9AC4D3EFE}"/>
                </a:ext>
              </a:extLst>
            </p:cNvPr>
            <p:cNvSpPr>
              <a:spLocks noChangeArrowheads="1"/>
            </p:cNvSpPr>
            <p:nvPr/>
          </p:nvSpPr>
          <p:spPr bwMode="auto">
            <a:xfrm>
              <a:off x="3413" y="2653"/>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412" name="Rectangle 133">
              <a:extLst>
                <a:ext uri="{FF2B5EF4-FFF2-40B4-BE49-F238E27FC236}">
                  <a16:creationId xmlns:a16="http://schemas.microsoft.com/office/drawing/2014/main" id="{C05BC5CB-4FE7-EB01-755A-14C35184BB09}"/>
                </a:ext>
              </a:extLst>
            </p:cNvPr>
            <p:cNvSpPr>
              <a:spLocks noChangeArrowheads="1"/>
            </p:cNvSpPr>
            <p:nvPr/>
          </p:nvSpPr>
          <p:spPr bwMode="auto">
            <a:xfrm>
              <a:off x="3456" y="2684"/>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4</a:t>
              </a:r>
              <a:endParaRPr lang="en-US" altLang="en-US"/>
            </a:p>
          </p:txBody>
        </p:sp>
        <p:sp>
          <p:nvSpPr>
            <p:cNvPr id="54413" name="Rectangle 134">
              <a:extLst>
                <a:ext uri="{FF2B5EF4-FFF2-40B4-BE49-F238E27FC236}">
                  <a16:creationId xmlns:a16="http://schemas.microsoft.com/office/drawing/2014/main" id="{B6B8119E-EA99-4FBC-4C91-E5614CE93AB1}"/>
                </a:ext>
              </a:extLst>
            </p:cNvPr>
            <p:cNvSpPr>
              <a:spLocks noChangeArrowheads="1"/>
            </p:cNvSpPr>
            <p:nvPr/>
          </p:nvSpPr>
          <p:spPr bwMode="auto">
            <a:xfrm>
              <a:off x="3413" y="2476"/>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414" name="Rectangle 135">
              <a:extLst>
                <a:ext uri="{FF2B5EF4-FFF2-40B4-BE49-F238E27FC236}">
                  <a16:creationId xmlns:a16="http://schemas.microsoft.com/office/drawing/2014/main" id="{54E0F7DE-0DCF-F13F-F8F3-31781608B6DE}"/>
                </a:ext>
              </a:extLst>
            </p:cNvPr>
            <p:cNvSpPr>
              <a:spLocks noChangeArrowheads="1"/>
            </p:cNvSpPr>
            <p:nvPr/>
          </p:nvSpPr>
          <p:spPr bwMode="auto">
            <a:xfrm>
              <a:off x="3456" y="2508"/>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5</a:t>
              </a:r>
              <a:endParaRPr lang="en-US" altLang="en-US"/>
            </a:p>
          </p:txBody>
        </p:sp>
        <p:sp>
          <p:nvSpPr>
            <p:cNvPr id="54415" name="Rectangle 136">
              <a:extLst>
                <a:ext uri="{FF2B5EF4-FFF2-40B4-BE49-F238E27FC236}">
                  <a16:creationId xmlns:a16="http://schemas.microsoft.com/office/drawing/2014/main" id="{42238CC1-6946-BA3C-2F26-12BCA7BC64F0}"/>
                </a:ext>
              </a:extLst>
            </p:cNvPr>
            <p:cNvSpPr>
              <a:spLocks noChangeArrowheads="1"/>
            </p:cNvSpPr>
            <p:nvPr/>
          </p:nvSpPr>
          <p:spPr bwMode="auto">
            <a:xfrm>
              <a:off x="3413" y="2298"/>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416" name="Rectangle 137">
              <a:extLst>
                <a:ext uri="{FF2B5EF4-FFF2-40B4-BE49-F238E27FC236}">
                  <a16:creationId xmlns:a16="http://schemas.microsoft.com/office/drawing/2014/main" id="{9BFBF988-3FFF-0BF6-6037-F8C6B372D755}"/>
                </a:ext>
              </a:extLst>
            </p:cNvPr>
            <p:cNvSpPr>
              <a:spLocks noChangeArrowheads="1"/>
            </p:cNvSpPr>
            <p:nvPr/>
          </p:nvSpPr>
          <p:spPr bwMode="auto">
            <a:xfrm>
              <a:off x="3456" y="2330"/>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6</a:t>
              </a:r>
              <a:endParaRPr lang="en-US" altLang="en-US"/>
            </a:p>
          </p:txBody>
        </p:sp>
        <p:sp>
          <p:nvSpPr>
            <p:cNvPr id="54417" name="Rectangle 138">
              <a:extLst>
                <a:ext uri="{FF2B5EF4-FFF2-40B4-BE49-F238E27FC236}">
                  <a16:creationId xmlns:a16="http://schemas.microsoft.com/office/drawing/2014/main" id="{050EEA7C-FD07-8648-9EFA-47595661F3DD}"/>
                </a:ext>
              </a:extLst>
            </p:cNvPr>
            <p:cNvSpPr>
              <a:spLocks noChangeArrowheads="1"/>
            </p:cNvSpPr>
            <p:nvPr/>
          </p:nvSpPr>
          <p:spPr bwMode="auto">
            <a:xfrm>
              <a:off x="3413" y="2121"/>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418" name="Rectangle 139">
              <a:extLst>
                <a:ext uri="{FF2B5EF4-FFF2-40B4-BE49-F238E27FC236}">
                  <a16:creationId xmlns:a16="http://schemas.microsoft.com/office/drawing/2014/main" id="{7A61E6F2-6E5D-A047-8CF4-C3B69491030F}"/>
                </a:ext>
              </a:extLst>
            </p:cNvPr>
            <p:cNvSpPr>
              <a:spLocks noChangeArrowheads="1"/>
            </p:cNvSpPr>
            <p:nvPr/>
          </p:nvSpPr>
          <p:spPr bwMode="auto">
            <a:xfrm>
              <a:off x="3456" y="2153"/>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7</a:t>
              </a:r>
              <a:endParaRPr lang="en-US" altLang="en-US"/>
            </a:p>
          </p:txBody>
        </p:sp>
        <p:sp>
          <p:nvSpPr>
            <p:cNvPr id="54419" name="Rectangle 140">
              <a:extLst>
                <a:ext uri="{FF2B5EF4-FFF2-40B4-BE49-F238E27FC236}">
                  <a16:creationId xmlns:a16="http://schemas.microsoft.com/office/drawing/2014/main" id="{F34D769A-A70F-D4F1-ADC2-533B0BDD957F}"/>
                </a:ext>
              </a:extLst>
            </p:cNvPr>
            <p:cNvSpPr>
              <a:spLocks noChangeArrowheads="1"/>
            </p:cNvSpPr>
            <p:nvPr/>
          </p:nvSpPr>
          <p:spPr bwMode="auto">
            <a:xfrm>
              <a:off x="3413" y="1943"/>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420" name="Rectangle 141">
              <a:extLst>
                <a:ext uri="{FF2B5EF4-FFF2-40B4-BE49-F238E27FC236}">
                  <a16:creationId xmlns:a16="http://schemas.microsoft.com/office/drawing/2014/main" id="{B1196C9A-6A48-F218-01CF-C573CDB9906A}"/>
                </a:ext>
              </a:extLst>
            </p:cNvPr>
            <p:cNvSpPr>
              <a:spLocks noChangeArrowheads="1"/>
            </p:cNvSpPr>
            <p:nvPr/>
          </p:nvSpPr>
          <p:spPr bwMode="auto">
            <a:xfrm>
              <a:off x="3456" y="1975"/>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8</a:t>
              </a:r>
              <a:endParaRPr lang="en-US" altLang="en-US"/>
            </a:p>
          </p:txBody>
        </p:sp>
        <p:sp>
          <p:nvSpPr>
            <p:cNvPr id="54421" name="Rectangle 142">
              <a:extLst>
                <a:ext uri="{FF2B5EF4-FFF2-40B4-BE49-F238E27FC236}">
                  <a16:creationId xmlns:a16="http://schemas.microsoft.com/office/drawing/2014/main" id="{34AB2821-26E5-0DA3-9FBD-72C224D525F2}"/>
                </a:ext>
              </a:extLst>
            </p:cNvPr>
            <p:cNvSpPr>
              <a:spLocks noChangeArrowheads="1"/>
            </p:cNvSpPr>
            <p:nvPr/>
          </p:nvSpPr>
          <p:spPr bwMode="auto">
            <a:xfrm>
              <a:off x="3413" y="1766"/>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422" name="Rectangle 143">
              <a:extLst>
                <a:ext uri="{FF2B5EF4-FFF2-40B4-BE49-F238E27FC236}">
                  <a16:creationId xmlns:a16="http://schemas.microsoft.com/office/drawing/2014/main" id="{9C0BAB81-6721-35BA-88CF-DB9B340CC73B}"/>
                </a:ext>
              </a:extLst>
            </p:cNvPr>
            <p:cNvSpPr>
              <a:spLocks noChangeArrowheads="1"/>
            </p:cNvSpPr>
            <p:nvPr/>
          </p:nvSpPr>
          <p:spPr bwMode="auto">
            <a:xfrm>
              <a:off x="3456" y="1797"/>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9</a:t>
              </a:r>
              <a:endParaRPr lang="en-US" altLang="en-US"/>
            </a:p>
          </p:txBody>
        </p:sp>
        <p:sp>
          <p:nvSpPr>
            <p:cNvPr id="54423" name="Rectangle 144">
              <a:extLst>
                <a:ext uri="{FF2B5EF4-FFF2-40B4-BE49-F238E27FC236}">
                  <a16:creationId xmlns:a16="http://schemas.microsoft.com/office/drawing/2014/main" id="{39F2F1C1-B9F2-7325-0D7E-FDB1A351B286}"/>
                </a:ext>
              </a:extLst>
            </p:cNvPr>
            <p:cNvSpPr>
              <a:spLocks noChangeArrowheads="1"/>
            </p:cNvSpPr>
            <p:nvPr/>
          </p:nvSpPr>
          <p:spPr bwMode="auto">
            <a:xfrm>
              <a:off x="3590" y="3464"/>
              <a:ext cx="1775"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424" name="Rectangle 145">
              <a:extLst>
                <a:ext uri="{FF2B5EF4-FFF2-40B4-BE49-F238E27FC236}">
                  <a16:creationId xmlns:a16="http://schemas.microsoft.com/office/drawing/2014/main" id="{48239395-3F2B-FDEE-9191-D90E63DC0015}"/>
                </a:ext>
              </a:extLst>
            </p:cNvPr>
            <p:cNvSpPr>
              <a:spLocks noChangeArrowheads="1"/>
            </p:cNvSpPr>
            <p:nvPr/>
          </p:nvSpPr>
          <p:spPr bwMode="auto">
            <a:xfrm>
              <a:off x="3585" y="1695"/>
              <a:ext cx="11" cy="17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nvGrpSpPr>
          <p:cNvPr id="54278" name="Group 149">
            <a:extLst>
              <a:ext uri="{FF2B5EF4-FFF2-40B4-BE49-F238E27FC236}">
                <a16:creationId xmlns:a16="http://schemas.microsoft.com/office/drawing/2014/main" id="{5B9CBBD5-2DFC-EAA2-8E44-296C358DFAC9}"/>
              </a:ext>
            </a:extLst>
          </p:cNvPr>
          <p:cNvGrpSpPr>
            <a:grpSpLocks/>
          </p:cNvGrpSpPr>
          <p:nvPr/>
        </p:nvGrpSpPr>
        <p:grpSpPr bwMode="auto">
          <a:xfrm>
            <a:off x="4791075" y="2676525"/>
            <a:ext cx="1457325" cy="1428750"/>
            <a:chOff x="1320" y="2616"/>
            <a:chExt cx="918" cy="900"/>
          </a:xfrm>
        </p:grpSpPr>
        <p:sp>
          <p:nvSpPr>
            <p:cNvPr id="54283" name="Oval 150">
              <a:extLst>
                <a:ext uri="{FF2B5EF4-FFF2-40B4-BE49-F238E27FC236}">
                  <a16:creationId xmlns:a16="http://schemas.microsoft.com/office/drawing/2014/main" id="{67E5E6A4-61C5-AC92-0207-D4987E4E1D0D}"/>
                </a:ext>
              </a:extLst>
            </p:cNvPr>
            <p:cNvSpPr>
              <a:spLocks noChangeArrowheads="1"/>
            </p:cNvSpPr>
            <p:nvPr/>
          </p:nvSpPr>
          <p:spPr bwMode="auto">
            <a:xfrm>
              <a:off x="1737" y="3024"/>
              <a:ext cx="84" cy="84"/>
            </a:xfrm>
            <a:prstGeom prst="ellipse">
              <a:avLst/>
            </a:prstGeom>
            <a:solidFill>
              <a:srgbClr val="FF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4284" name="Oval 151">
              <a:extLst>
                <a:ext uri="{FF2B5EF4-FFF2-40B4-BE49-F238E27FC236}">
                  <a16:creationId xmlns:a16="http://schemas.microsoft.com/office/drawing/2014/main" id="{DA6DA7ED-6D1A-AEA2-7F49-0550693D81A1}"/>
                </a:ext>
              </a:extLst>
            </p:cNvPr>
            <p:cNvSpPr>
              <a:spLocks noChangeArrowheads="1"/>
            </p:cNvSpPr>
            <p:nvPr/>
          </p:nvSpPr>
          <p:spPr bwMode="auto">
            <a:xfrm>
              <a:off x="1320" y="2616"/>
              <a:ext cx="918" cy="9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sp>
        <p:nvSpPr>
          <p:cNvPr id="54279" name="Text Box 152">
            <a:extLst>
              <a:ext uri="{FF2B5EF4-FFF2-40B4-BE49-F238E27FC236}">
                <a16:creationId xmlns:a16="http://schemas.microsoft.com/office/drawing/2014/main" id="{14860921-A5CC-1229-44F7-04E96EF97050}"/>
              </a:ext>
            </a:extLst>
          </p:cNvPr>
          <p:cNvSpPr txBox="1">
            <a:spLocks noChangeArrowheads="1"/>
          </p:cNvSpPr>
          <p:nvPr/>
        </p:nvSpPr>
        <p:spPr bwMode="auto">
          <a:xfrm>
            <a:off x="288925" y="2041525"/>
            <a:ext cx="38608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New data point arrives…</a:t>
            </a:r>
          </a:p>
          <a:p>
            <a:pPr algn="l" eaLnBrk="1" hangingPunct="1"/>
            <a:endParaRPr lang="en-US" altLang="en-US"/>
          </a:p>
          <a:p>
            <a:pPr algn="l" eaLnBrk="1" hangingPunct="1"/>
            <a:r>
              <a:rPr lang="en-US" altLang="en-US"/>
              <a:t>It is within the threshold for cluster 1, so add it to the cluster, and update cluster center.</a:t>
            </a:r>
          </a:p>
        </p:txBody>
      </p:sp>
      <p:sp>
        <p:nvSpPr>
          <p:cNvPr id="54280" name="Text Box 153">
            <a:extLst>
              <a:ext uri="{FF2B5EF4-FFF2-40B4-BE49-F238E27FC236}">
                <a16:creationId xmlns:a16="http://schemas.microsoft.com/office/drawing/2014/main" id="{F1877FAA-B531-5488-09E8-E4ADEEC97C71}"/>
              </a:ext>
            </a:extLst>
          </p:cNvPr>
          <p:cNvSpPr txBox="1">
            <a:spLocks noChangeArrowheads="1"/>
          </p:cNvSpPr>
          <p:nvPr/>
        </p:nvSpPr>
        <p:spPr bwMode="auto">
          <a:xfrm>
            <a:off x="5029200" y="2819400"/>
            <a:ext cx="336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solidFill>
                  <a:srgbClr val="0000FF"/>
                </a:solidFill>
              </a:rPr>
              <a:t>1</a:t>
            </a:r>
          </a:p>
        </p:txBody>
      </p:sp>
      <p:sp>
        <p:nvSpPr>
          <p:cNvPr id="54281" name="Text Box 154">
            <a:extLst>
              <a:ext uri="{FF2B5EF4-FFF2-40B4-BE49-F238E27FC236}">
                <a16:creationId xmlns:a16="http://schemas.microsoft.com/office/drawing/2014/main" id="{F15C08DF-32D5-3CAA-C90F-37D8371C15C0}"/>
              </a:ext>
            </a:extLst>
          </p:cNvPr>
          <p:cNvSpPr txBox="1">
            <a:spLocks noChangeArrowheads="1"/>
          </p:cNvSpPr>
          <p:nvPr/>
        </p:nvSpPr>
        <p:spPr bwMode="auto">
          <a:xfrm>
            <a:off x="5486400" y="3581400"/>
            <a:ext cx="336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solidFill>
                  <a:srgbClr val="0000FF"/>
                </a:solidFill>
              </a:rPr>
              <a:t>2</a:t>
            </a:r>
          </a:p>
        </p:txBody>
      </p:sp>
      <p:sp>
        <p:nvSpPr>
          <p:cNvPr id="54282" name="Text Box 155">
            <a:extLst>
              <a:ext uri="{FF2B5EF4-FFF2-40B4-BE49-F238E27FC236}">
                <a16:creationId xmlns:a16="http://schemas.microsoft.com/office/drawing/2014/main" id="{369DE5CE-B105-C6CF-F312-2EB8BC83762E}"/>
              </a:ext>
            </a:extLst>
          </p:cNvPr>
          <p:cNvSpPr txBox="1">
            <a:spLocks noChangeArrowheads="1"/>
          </p:cNvSpPr>
          <p:nvPr/>
        </p:nvSpPr>
        <p:spPr bwMode="auto">
          <a:xfrm>
            <a:off x="5638800" y="2971800"/>
            <a:ext cx="336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solidFill>
                  <a:srgbClr val="0000FF"/>
                </a:solidFill>
              </a:rPr>
              <a:t>3</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6D40276C-98BB-FFDD-FB36-7C6EE1F74F88}"/>
              </a:ext>
            </a:extLst>
          </p:cNvPr>
          <p:cNvSpPr>
            <a:spLocks noChangeArrowheads="1"/>
          </p:cNvSpPr>
          <p:nvPr/>
        </p:nvSpPr>
        <p:spPr bwMode="auto">
          <a:xfrm>
            <a:off x="4351338" y="0"/>
            <a:ext cx="4662487" cy="4559300"/>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299" name="Rectangle 3">
            <a:extLst>
              <a:ext uri="{FF2B5EF4-FFF2-40B4-BE49-F238E27FC236}">
                <a16:creationId xmlns:a16="http://schemas.microsoft.com/office/drawing/2014/main" id="{E2F50DCE-F37E-DA16-523D-61CA047E7D5E}"/>
              </a:ext>
            </a:extLst>
          </p:cNvPr>
          <p:cNvSpPr>
            <a:spLocks noChangeArrowheads="1"/>
          </p:cNvSpPr>
          <p:nvPr/>
        </p:nvSpPr>
        <p:spPr bwMode="auto">
          <a:xfrm>
            <a:off x="4441825" y="66675"/>
            <a:ext cx="493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00" name="Rectangle 4">
            <a:extLst>
              <a:ext uri="{FF2B5EF4-FFF2-40B4-BE49-F238E27FC236}">
                <a16:creationId xmlns:a16="http://schemas.microsoft.com/office/drawing/2014/main" id="{272BF466-8221-EA2C-CA3B-7E96C13A4D09}"/>
              </a:ext>
            </a:extLst>
          </p:cNvPr>
          <p:cNvSpPr>
            <a:spLocks noChangeArrowheads="1"/>
          </p:cNvSpPr>
          <p:nvPr/>
        </p:nvSpPr>
        <p:spPr bwMode="auto">
          <a:xfrm>
            <a:off x="4535488" y="136525"/>
            <a:ext cx="2286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10</a:t>
            </a:r>
            <a:endParaRPr lang="en-US" altLang="en-US"/>
          </a:p>
        </p:txBody>
      </p:sp>
      <p:grpSp>
        <p:nvGrpSpPr>
          <p:cNvPr id="55301" name="Group 5">
            <a:extLst>
              <a:ext uri="{FF2B5EF4-FFF2-40B4-BE49-F238E27FC236}">
                <a16:creationId xmlns:a16="http://schemas.microsoft.com/office/drawing/2014/main" id="{F7EE5233-14B6-BEB1-0EE6-AFD563B07D4C}"/>
              </a:ext>
            </a:extLst>
          </p:cNvPr>
          <p:cNvGrpSpPr>
            <a:grpSpLocks/>
          </p:cNvGrpSpPr>
          <p:nvPr/>
        </p:nvGrpSpPr>
        <p:grpSpPr bwMode="auto">
          <a:xfrm>
            <a:off x="4519613" y="298450"/>
            <a:ext cx="4476750" cy="4291013"/>
            <a:chOff x="3413" y="1695"/>
            <a:chExt cx="2074" cy="1988"/>
          </a:xfrm>
        </p:grpSpPr>
        <p:sp>
          <p:nvSpPr>
            <p:cNvPr id="55314" name="Rectangle 6">
              <a:extLst>
                <a:ext uri="{FF2B5EF4-FFF2-40B4-BE49-F238E27FC236}">
                  <a16:creationId xmlns:a16="http://schemas.microsoft.com/office/drawing/2014/main" id="{2C4503F7-9A95-E7D7-D786-EB65770B8F1E}"/>
                </a:ext>
              </a:extLst>
            </p:cNvPr>
            <p:cNvSpPr>
              <a:spLocks noChangeArrowheads="1"/>
            </p:cNvSpPr>
            <p:nvPr/>
          </p:nvSpPr>
          <p:spPr bwMode="auto">
            <a:xfrm>
              <a:off x="3590"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15" name="Rectangle 7">
              <a:extLst>
                <a:ext uri="{FF2B5EF4-FFF2-40B4-BE49-F238E27FC236}">
                  <a16:creationId xmlns:a16="http://schemas.microsoft.com/office/drawing/2014/main" id="{037884A0-3927-5446-53F4-4110C3178695}"/>
                </a:ext>
              </a:extLst>
            </p:cNvPr>
            <p:cNvSpPr>
              <a:spLocks noChangeArrowheads="1"/>
            </p:cNvSpPr>
            <p:nvPr/>
          </p:nvSpPr>
          <p:spPr bwMode="auto">
            <a:xfrm>
              <a:off x="3768"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16" name="Rectangle 8">
              <a:extLst>
                <a:ext uri="{FF2B5EF4-FFF2-40B4-BE49-F238E27FC236}">
                  <a16:creationId xmlns:a16="http://schemas.microsoft.com/office/drawing/2014/main" id="{17A023EC-95E7-AC1B-B1C2-7C2EBE6F8F97}"/>
                </a:ext>
              </a:extLst>
            </p:cNvPr>
            <p:cNvSpPr>
              <a:spLocks noChangeArrowheads="1"/>
            </p:cNvSpPr>
            <p:nvPr/>
          </p:nvSpPr>
          <p:spPr bwMode="auto">
            <a:xfrm>
              <a:off x="3945"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17" name="Rectangle 9">
              <a:extLst>
                <a:ext uri="{FF2B5EF4-FFF2-40B4-BE49-F238E27FC236}">
                  <a16:creationId xmlns:a16="http://schemas.microsoft.com/office/drawing/2014/main" id="{668D4C83-EDA4-F1A0-2DDE-ADEB71E966DE}"/>
                </a:ext>
              </a:extLst>
            </p:cNvPr>
            <p:cNvSpPr>
              <a:spLocks noChangeArrowheads="1"/>
            </p:cNvSpPr>
            <p:nvPr/>
          </p:nvSpPr>
          <p:spPr bwMode="auto">
            <a:xfrm>
              <a:off x="4123"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18" name="Rectangle 10">
              <a:extLst>
                <a:ext uri="{FF2B5EF4-FFF2-40B4-BE49-F238E27FC236}">
                  <a16:creationId xmlns:a16="http://schemas.microsoft.com/office/drawing/2014/main" id="{40696919-6FD3-A997-FC7A-3F8EAD886BF9}"/>
                </a:ext>
              </a:extLst>
            </p:cNvPr>
            <p:cNvSpPr>
              <a:spLocks noChangeArrowheads="1"/>
            </p:cNvSpPr>
            <p:nvPr/>
          </p:nvSpPr>
          <p:spPr bwMode="auto">
            <a:xfrm>
              <a:off x="4300"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19" name="Rectangle 11">
              <a:extLst>
                <a:ext uri="{FF2B5EF4-FFF2-40B4-BE49-F238E27FC236}">
                  <a16:creationId xmlns:a16="http://schemas.microsoft.com/office/drawing/2014/main" id="{7ED17482-AE07-200B-3D4D-0750B1A7E363}"/>
                </a:ext>
              </a:extLst>
            </p:cNvPr>
            <p:cNvSpPr>
              <a:spLocks noChangeArrowheads="1"/>
            </p:cNvSpPr>
            <p:nvPr/>
          </p:nvSpPr>
          <p:spPr bwMode="auto">
            <a:xfrm>
              <a:off x="4478"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20" name="Rectangle 12">
              <a:extLst>
                <a:ext uri="{FF2B5EF4-FFF2-40B4-BE49-F238E27FC236}">
                  <a16:creationId xmlns:a16="http://schemas.microsoft.com/office/drawing/2014/main" id="{D6CB62FD-915D-709D-ED9A-9443BA738ACB}"/>
                </a:ext>
              </a:extLst>
            </p:cNvPr>
            <p:cNvSpPr>
              <a:spLocks noChangeArrowheads="1"/>
            </p:cNvSpPr>
            <p:nvPr/>
          </p:nvSpPr>
          <p:spPr bwMode="auto">
            <a:xfrm>
              <a:off x="4655"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21" name="Rectangle 13">
              <a:extLst>
                <a:ext uri="{FF2B5EF4-FFF2-40B4-BE49-F238E27FC236}">
                  <a16:creationId xmlns:a16="http://schemas.microsoft.com/office/drawing/2014/main" id="{CFC0B26F-BD42-414B-C28F-17C2F001B781}"/>
                </a:ext>
              </a:extLst>
            </p:cNvPr>
            <p:cNvSpPr>
              <a:spLocks noChangeArrowheads="1"/>
            </p:cNvSpPr>
            <p:nvPr/>
          </p:nvSpPr>
          <p:spPr bwMode="auto">
            <a:xfrm>
              <a:off x="4833"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22" name="Rectangle 14">
              <a:extLst>
                <a:ext uri="{FF2B5EF4-FFF2-40B4-BE49-F238E27FC236}">
                  <a16:creationId xmlns:a16="http://schemas.microsoft.com/office/drawing/2014/main" id="{CD89ED61-3BB9-BF8C-C250-D592C0797004}"/>
                </a:ext>
              </a:extLst>
            </p:cNvPr>
            <p:cNvSpPr>
              <a:spLocks noChangeArrowheads="1"/>
            </p:cNvSpPr>
            <p:nvPr/>
          </p:nvSpPr>
          <p:spPr bwMode="auto">
            <a:xfrm>
              <a:off x="5010" y="329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23" name="Rectangle 15">
              <a:extLst>
                <a:ext uri="{FF2B5EF4-FFF2-40B4-BE49-F238E27FC236}">
                  <a16:creationId xmlns:a16="http://schemas.microsoft.com/office/drawing/2014/main" id="{A136744B-DE15-BCF9-475F-7E3F6034FFB7}"/>
                </a:ext>
              </a:extLst>
            </p:cNvPr>
            <p:cNvSpPr>
              <a:spLocks noChangeArrowheads="1"/>
            </p:cNvSpPr>
            <p:nvPr/>
          </p:nvSpPr>
          <p:spPr bwMode="auto">
            <a:xfrm>
              <a:off x="5188" y="329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24" name="Rectangle 16">
              <a:extLst>
                <a:ext uri="{FF2B5EF4-FFF2-40B4-BE49-F238E27FC236}">
                  <a16:creationId xmlns:a16="http://schemas.microsoft.com/office/drawing/2014/main" id="{3D1A32A4-A5E8-948C-93BB-4CEF515FBF7E}"/>
                </a:ext>
              </a:extLst>
            </p:cNvPr>
            <p:cNvSpPr>
              <a:spLocks noChangeArrowheads="1"/>
            </p:cNvSpPr>
            <p:nvPr/>
          </p:nvSpPr>
          <p:spPr bwMode="auto">
            <a:xfrm>
              <a:off x="3590"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25" name="Rectangle 17">
              <a:extLst>
                <a:ext uri="{FF2B5EF4-FFF2-40B4-BE49-F238E27FC236}">
                  <a16:creationId xmlns:a16="http://schemas.microsoft.com/office/drawing/2014/main" id="{BD3BB72A-CE22-7E02-F8B0-B404A24F1431}"/>
                </a:ext>
              </a:extLst>
            </p:cNvPr>
            <p:cNvSpPr>
              <a:spLocks noChangeArrowheads="1"/>
            </p:cNvSpPr>
            <p:nvPr/>
          </p:nvSpPr>
          <p:spPr bwMode="auto">
            <a:xfrm>
              <a:off x="3768"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26" name="Rectangle 18">
              <a:extLst>
                <a:ext uri="{FF2B5EF4-FFF2-40B4-BE49-F238E27FC236}">
                  <a16:creationId xmlns:a16="http://schemas.microsoft.com/office/drawing/2014/main" id="{1432CEB9-0BEF-7A4F-FC56-B89705C28D1B}"/>
                </a:ext>
              </a:extLst>
            </p:cNvPr>
            <p:cNvSpPr>
              <a:spLocks noChangeArrowheads="1"/>
            </p:cNvSpPr>
            <p:nvPr/>
          </p:nvSpPr>
          <p:spPr bwMode="auto">
            <a:xfrm>
              <a:off x="3945"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27" name="Rectangle 19">
              <a:extLst>
                <a:ext uri="{FF2B5EF4-FFF2-40B4-BE49-F238E27FC236}">
                  <a16:creationId xmlns:a16="http://schemas.microsoft.com/office/drawing/2014/main" id="{73E6E826-C410-9448-1EE1-72B5A1CC5DC6}"/>
                </a:ext>
              </a:extLst>
            </p:cNvPr>
            <p:cNvSpPr>
              <a:spLocks noChangeArrowheads="1"/>
            </p:cNvSpPr>
            <p:nvPr/>
          </p:nvSpPr>
          <p:spPr bwMode="auto">
            <a:xfrm>
              <a:off x="4123"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28" name="Rectangle 20">
              <a:extLst>
                <a:ext uri="{FF2B5EF4-FFF2-40B4-BE49-F238E27FC236}">
                  <a16:creationId xmlns:a16="http://schemas.microsoft.com/office/drawing/2014/main" id="{2E395317-E225-D3D1-628D-8A0D10F522A9}"/>
                </a:ext>
              </a:extLst>
            </p:cNvPr>
            <p:cNvSpPr>
              <a:spLocks noChangeArrowheads="1"/>
            </p:cNvSpPr>
            <p:nvPr/>
          </p:nvSpPr>
          <p:spPr bwMode="auto">
            <a:xfrm>
              <a:off x="4300"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29" name="Rectangle 21">
              <a:extLst>
                <a:ext uri="{FF2B5EF4-FFF2-40B4-BE49-F238E27FC236}">
                  <a16:creationId xmlns:a16="http://schemas.microsoft.com/office/drawing/2014/main" id="{9A5A5AA1-2E33-079A-FE8D-5533D8EA8DFA}"/>
                </a:ext>
              </a:extLst>
            </p:cNvPr>
            <p:cNvSpPr>
              <a:spLocks noChangeArrowheads="1"/>
            </p:cNvSpPr>
            <p:nvPr/>
          </p:nvSpPr>
          <p:spPr bwMode="auto">
            <a:xfrm>
              <a:off x="4478"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30" name="Rectangle 22">
              <a:extLst>
                <a:ext uri="{FF2B5EF4-FFF2-40B4-BE49-F238E27FC236}">
                  <a16:creationId xmlns:a16="http://schemas.microsoft.com/office/drawing/2014/main" id="{A358F8A3-BB88-FE6B-A1B4-CF7ED148774F}"/>
                </a:ext>
              </a:extLst>
            </p:cNvPr>
            <p:cNvSpPr>
              <a:spLocks noChangeArrowheads="1"/>
            </p:cNvSpPr>
            <p:nvPr/>
          </p:nvSpPr>
          <p:spPr bwMode="auto">
            <a:xfrm>
              <a:off x="4655"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31" name="Rectangle 23">
              <a:extLst>
                <a:ext uri="{FF2B5EF4-FFF2-40B4-BE49-F238E27FC236}">
                  <a16:creationId xmlns:a16="http://schemas.microsoft.com/office/drawing/2014/main" id="{0469EF6E-602D-B3CA-DDD0-2F6B0A4C3DE6}"/>
                </a:ext>
              </a:extLst>
            </p:cNvPr>
            <p:cNvSpPr>
              <a:spLocks noChangeArrowheads="1"/>
            </p:cNvSpPr>
            <p:nvPr/>
          </p:nvSpPr>
          <p:spPr bwMode="auto">
            <a:xfrm>
              <a:off x="4833"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32" name="Rectangle 24">
              <a:extLst>
                <a:ext uri="{FF2B5EF4-FFF2-40B4-BE49-F238E27FC236}">
                  <a16:creationId xmlns:a16="http://schemas.microsoft.com/office/drawing/2014/main" id="{41F98860-08A9-190A-AF43-707F1AC51556}"/>
                </a:ext>
              </a:extLst>
            </p:cNvPr>
            <p:cNvSpPr>
              <a:spLocks noChangeArrowheads="1"/>
            </p:cNvSpPr>
            <p:nvPr/>
          </p:nvSpPr>
          <p:spPr bwMode="auto">
            <a:xfrm>
              <a:off x="5010" y="311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33" name="Rectangle 25">
              <a:extLst>
                <a:ext uri="{FF2B5EF4-FFF2-40B4-BE49-F238E27FC236}">
                  <a16:creationId xmlns:a16="http://schemas.microsoft.com/office/drawing/2014/main" id="{557761A3-A09D-47C1-D28E-7A46DC6BD0B5}"/>
                </a:ext>
              </a:extLst>
            </p:cNvPr>
            <p:cNvSpPr>
              <a:spLocks noChangeArrowheads="1"/>
            </p:cNvSpPr>
            <p:nvPr/>
          </p:nvSpPr>
          <p:spPr bwMode="auto">
            <a:xfrm>
              <a:off x="5188" y="311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34" name="Rectangle 26">
              <a:extLst>
                <a:ext uri="{FF2B5EF4-FFF2-40B4-BE49-F238E27FC236}">
                  <a16:creationId xmlns:a16="http://schemas.microsoft.com/office/drawing/2014/main" id="{EB7B200E-6CE8-80E4-498F-A84D343864D8}"/>
                </a:ext>
              </a:extLst>
            </p:cNvPr>
            <p:cNvSpPr>
              <a:spLocks noChangeArrowheads="1"/>
            </p:cNvSpPr>
            <p:nvPr/>
          </p:nvSpPr>
          <p:spPr bwMode="auto">
            <a:xfrm>
              <a:off x="3590"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35" name="Rectangle 27">
              <a:extLst>
                <a:ext uri="{FF2B5EF4-FFF2-40B4-BE49-F238E27FC236}">
                  <a16:creationId xmlns:a16="http://schemas.microsoft.com/office/drawing/2014/main" id="{7504C776-1AA3-0ACB-643C-50BE4BAEDE56}"/>
                </a:ext>
              </a:extLst>
            </p:cNvPr>
            <p:cNvSpPr>
              <a:spLocks noChangeArrowheads="1"/>
            </p:cNvSpPr>
            <p:nvPr/>
          </p:nvSpPr>
          <p:spPr bwMode="auto">
            <a:xfrm>
              <a:off x="3768"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36" name="Rectangle 28">
              <a:extLst>
                <a:ext uri="{FF2B5EF4-FFF2-40B4-BE49-F238E27FC236}">
                  <a16:creationId xmlns:a16="http://schemas.microsoft.com/office/drawing/2014/main" id="{2FFDCA38-B8B3-764E-43B6-152215904426}"/>
                </a:ext>
              </a:extLst>
            </p:cNvPr>
            <p:cNvSpPr>
              <a:spLocks noChangeArrowheads="1"/>
            </p:cNvSpPr>
            <p:nvPr/>
          </p:nvSpPr>
          <p:spPr bwMode="auto">
            <a:xfrm>
              <a:off x="3945"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37" name="Rectangle 29">
              <a:extLst>
                <a:ext uri="{FF2B5EF4-FFF2-40B4-BE49-F238E27FC236}">
                  <a16:creationId xmlns:a16="http://schemas.microsoft.com/office/drawing/2014/main" id="{5D0A65CB-ED87-8418-7AFF-71EE06BC3018}"/>
                </a:ext>
              </a:extLst>
            </p:cNvPr>
            <p:cNvSpPr>
              <a:spLocks noChangeArrowheads="1"/>
            </p:cNvSpPr>
            <p:nvPr/>
          </p:nvSpPr>
          <p:spPr bwMode="auto">
            <a:xfrm>
              <a:off x="4123"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38" name="Rectangle 30">
              <a:extLst>
                <a:ext uri="{FF2B5EF4-FFF2-40B4-BE49-F238E27FC236}">
                  <a16:creationId xmlns:a16="http://schemas.microsoft.com/office/drawing/2014/main" id="{B7A7C129-33CF-AD00-2B08-F5B161E36E07}"/>
                </a:ext>
              </a:extLst>
            </p:cNvPr>
            <p:cNvSpPr>
              <a:spLocks noChangeArrowheads="1"/>
            </p:cNvSpPr>
            <p:nvPr/>
          </p:nvSpPr>
          <p:spPr bwMode="auto">
            <a:xfrm>
              <a:off x="4300"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39" name="Rectangle 31">
              <a:extLst>
                <a:ext uri="{FF2B5EF4-FFF2-40B4-BE49-F238E27FC236}">
                  <a16:creationId xmlns:a16="http://schemas.microsoft.com/office/drawing/2014/main" id="{C288EBA9-5D5B-15CA-1C8F-189C16E22395}"/>
                </a:ext>
              </a:extLst>
            </p:cNvPr>
            <p:cNvSpPr>
              <a:spLocks noChangeArrowheads="1"/>
            </p:cNvSpPr>
            <p:nvPr/>
          </p:nvSpPr>
          <p:spPr bwMode="auto">
            <a:xfrm>
              <a:off x="4478"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40" name="Rectangle 32">
              <a:extLst>
                <a:ext uri="{FF2B5EF4-FFF2-40B4-BE49-F238E27FC236}">
                  <a16:creationId xmlns:a16="http://schemas.microsoft.com/office/drawing/2014/main" id="{75ACAB2E-233D-0A5C-EEF6-8448F8B6D19B}"/>
                </a:ext>
              </a:extLst>
            </p:cNvPr>
            <p:cNvSpPr>
              <a:spLocks noChangeArrowheads="1"/>
            </p:cNvSpPr>
            <p:nvPr/>
          </p:nvSpPr>
          <p:spPr bwMode="auto">
            <a:xfrm>
              <a:off x="4655"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41" name="Rectangle 33">
              <a:extLst>
                <a:ext uri="{FF2B5EF4-FFF2-40B4-BE49-F238E27FC236}">
                  <a16:creationId xmlns:a16="http://schemas.microsoft.com/office/drawing/2014/main" id="{34FCEA3D-31B1-CA2F-5350-1707C7B384A4}"/>
                </a:ext>
              </a:extLst>
            </p:cNvPr>
            <p:cNvSpPr>
              <a:spLocks noChangeArrowheads="1"/>
            </p:cNvSpPr>
            <p:nvPr/>
          </p:nvSpPr>
          <p:spPr bwMode="auto">
            <a:xfrm>
              <a:off x="4833"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42" name="Rectangle 34">
              <a:extLst>
                <a:ext uri="{FF2B5EF4-FFF2-40B4-BE49-F238E27FC236}">
                  <a16:creationId xmlns:a16="http://schemas.microsoft.com/office/drawing/2014/main" id="{992A01C5-02A1-929E-F503-7D0ABE8AB82B}"/>
                </a:ext>
              </a:extLst>
            </p:cNvPr>
            <p:cNvSpPr>
              <a:spLocks noChangeArrowheads="1"/>
            </p:cNvSpPr>
            <p:nvPr/>
          </p:nvSpPr>
          <p:spPr bwMode="auto">
            <a:xfrm>
              <a:off x="5010" y="2937"/>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43" name="Rectangle 35">
              <a:extLst>
                <a:ext uri="{FF2B5EF4-FFF2-40B4-BE49-F238E27FC236}">
                  <a16:creationId xmlns:a16="http://schemas.microsoft.com/office/drawing/2014/main" id="{AB4FE516-DDAF-A0B2-72F7-F3BE9AD869AD}"/>
                </a:ext>
              </a:extLst>
            </p:cNvPr>
            <p:cNvSpPr>
              <a:spLocks noChangeArrowheads="1"/>
            </p:cNvSpPr>
            <p:nvPr/>
          </p:nvSpPr>
          <p:spPr bwMode="auto">
            <a:xfrm>
              <a:off x="5188" y="2937"/>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44" name="Rectangle 36">
              <a:extLst>
                <a:ext uri="{FF2B5EF4-FFF2-40B4-BE49-F238E27FC236}">
                  <a16:creationId xmlns:a16="http://schemas.microsoft.com/office/drawing/2014/main" id="{E08C3773-28DE-3149-49C2-51585692771C}"/>
                </a:ext>
              </a:extLst>
            </p:cNvPr>
            <p:cNvSpPr>
              <a:spLocks noChangeArrowheads="1"/>
            </p:cNvSpPr>
            <p:nvPr/>
          </p:nvSpPr>
          <p:spPr bwMode="auto">
            <a:xfrm>
              <a:off x="3590"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45" name="Rectangle 37">
              <a:extLst>
                <a:ext uri="{FF2B5EF4-FFF2-40B4-BE49-F238E27FC236}">
                  <a16:creationId xmlns:a16="http://schemas.microsoft.com/office/drawing/2014/main" id="{6CABCA61-3DBA-3B52-DBEB-47F9C4E10381}"/>
                </a:ext>
              </a:extLst>
            </p:cNvPr>
            <p:cNvSpPr>
              <a:spLocks noChangeArrowheads="1"/>
            </p:cNvSpPr>
            <p:nvPr/>
          </p:nvSpPr>
          <p:spPr bwMode="auto">
            <a:xfrm>
              <a:off x="3768"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46" name="Rectangle 38">
              <a:extLst>
                <a:ext uri="{FF2B5EF4-FFF2-40B4-BE49-F238E27FC236}">
                  <a16:creationId xmlns:a16="http://schemas.microsoft.com/office/drawing/2014/main" id="{414F033E-2D10-2BD6-14B7-110D68387570}"/>
                </a:ext>
              </a:extLst>
            </p:cNvPr>
            <p:cNvSpPr>
              <a:spLocks noChangeArrowheads="1"/>
            </p:cNvSpPr>
            <p:nvPr/>
          </p:nvSpPr>
          <p:spPr bwMode="auto">
            <a:xfrm>
              <a:off x="3945"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47" name="Rectangle 39">
              <a:extLst>
                <a:ext uri="{FF2B5EF4-FFF2-40B4-BE49-F238E27FC236}">
                  <a16:creationId xmlns:a16="http://schemas.microsoft.com/office/drawing/2014/main" id="{D45BD5EE-DFBC-BE03-4C1D-8F815B3FE7F4}"/>
                </a:ext>
              </a:extLst>
            </p:cNvPr>
            <p:cNvSpPr>
              <a:spLocks noChangeArrowheads="1"/>
            </p:cNvSpPr>
            <p:nvPr/>
          </p:nvSpPr>
          <p:spPr bwMode="auto">
            <a:xfrm>
              <a:off x="4123"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48" name="Rectangle 40">
              <a:extLst>
                <a:ext uri="{FF2B5EF4-FFF2-40B4-BE49-F238E27FC236}">
                  <a16:creationId xmlns:a16="http://schemas.microsoft.com/office/drawing/2014/main" id="{35243A62-1DAB-0C9E-2495-BB577E304DED}"/>
                </a:ext>
              </a:extLst>
            </p:cNvPr>
            <p:cNvSpPr>
              <a:spLocks noChangeArrowheads="1"/>
            </p:cNvSpPr>
            <p:nvPr/>
          </p:nvSpPr>
          <p:spPr bwMode="auto">
            <a:xfrm>
              <a:off x="4300"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49" name="Rectangle 41">
              <a:extLst>
                <a:ext uri="{FF2B5EF4-FFF2-40B4-BE49-F238E27FC236}">
                  <a16:creationId xmlns:a16="http://schemas.microsoft.com/office/drawing/2014/main" id="{F0EEDC08-AF8E-6665-EC3B-8F17ADC5082E}"/>
                </a:ext>
              </a:extLst>
            </p:cNvPr>
            <p:cNvSpPr>
              <a:spLocks noChangeArrowheads="1"/>
            </p:cNvSpPr>
            <p:nvPr/>
          </p:nvSpPr>
          <p:spPr bwMode="auto">
            <a:xfrm>
              <a:off x="4478"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50" name="Rectangle 42">
              <a:extLst>
                <a:ext uri="{FF2B5EF4-FFF2-40B4-BE49-F238E27FC236}">
                  <a16:creationId xmlns:a16="http://schemas.microsoft.com/office/drawing/2014/main" id="{5329B658-43FE-DE4C-0192-C9C25698A72D}"/>
                </a:ext>
              </a:extLst>
            </p:cNvPr>
            <p:cNvSpPr>
              <a:spLocks noChangeArrowheads="1"/>
            </p:cNvSpPr>
            <p:nvPr/>
          </p:nvSpPr>
          <p:spPr bwMode="auto">
            <a:xfrm>
              <a:off x="4655"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51" name="Rectangle 43">
              <a:extLst>
                <a:ext uri="{FF2B5EF4-FFF2-40B4-BE49-F238E27FC236}">
                  <a16:creationId xmlns:a16="http://schemas.microsoft.com/office/drawing/2014/main" id="{3BC89730-396D-5D24-168E-C52C6A4F4EEE}"/>
                </a:ext>
              </a:extLst>
            </p:cNvPr>
            <p:cNvSpPr>
              <a:spLocks noChangeArrowheads="1"/>
            </p:cNvSpPr>
            <p:nvPr/>
          </p:nvSpPr>
          <p:spPr bwMode="auto">
            <a:xfrm>
              <a:off x="4833"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52" name="Rectangle 44">
              <a:extLst>
                <a:ext uri="{FF2B5EF4-FFF2-40B4-BE49-F238E27FC236}">
                  <a16:creationId xmlns:a16="http://schemas.microsoft.com/office/drawing/2014/main" id="{06E7893F-B022-6355-3B96-8FB0F26A8CAD}"/>
                </a:ext>
              </a:extLst>
            </p:cNvPr>
            <p:cNvSpPr>
              <a:spLocks noChangeArrowheads="1"/>
            </p:cNvSpPr>
            <p:nvPr/>
          </p:nvSpPr>
          <p:spPr bwMode="auto">
            <a:xfrm>
              <a:off x="5010" y="276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53" name="Rectangle 45">
              <a:extLst>
                <a:ext uri="{FF2B5EF4-FFF2-40B4-BE49-F238E27FC236}">
                  <a16:creationId xmlns:a16="http://schemas.microsoft.com/office/drawing/2014/main" id="{BCF5D2C7-1B81-DB72-09D2-115CB4112606}"/>
                </a:ext>
              </a:extLst>
            </p:cNvPr>
            <p:cNvSpPr>
              <a:spLocks noChangeArrowheads="1"/>
            </p:cNvSpPr>
            <p:nvPr/>
          </p:nvSpPr>
          <p:spPr bwMode="auto">
            <a:xfrm>
              <a:off x="5188" y="276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54" name="Rectangle 46">
              <a:extLst>
                <a:ext uri="{FF2B5EF4-FFF2-40B4-BE49-F238E27FC236}">
                  <a16:creationId xmlns:a16="http://schemas.microsoft.com/office/drawing/2014/main" id="{8447B1C6-32C0-C406-1B92-F3129A881F41}"/>
                </a:ext>
              </a:extLst>
            </p:cNvPr>
            <p:cNvSpPr>
              <a:spLocks noChangeArrowheads="1"/>
            </p:cNvSpPr>
            <p:nvPr/>
          </p:nvSpPr>
          <p:spPr bwMode="auto">
            <a:xfrm>
              <a:off x="3590"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55" name="Rectangle 47">
              <a:extLst>
                <a:ext uri="{FF2B5EF4-FFF2-40B4-BE49-F238E27FC236}">
                  <a16:creationId xmlns:a16="http://schemas.microsoft.com/office/drawing/2014/main" id="{8ED7060C-21B8-837A-8A92-829982D84036}"/>
                </a:ext>
              </a:extLst>
            </p:cNvPr>
            <p:cNvSpPr>
              <a:spLocks noChangeArrowheads="1"/>
            </p:cNvSpPr>
            <p:nvPr/>
          </p:nvSpPr>
          <p:spPr bwMode="auto">
            <a:xfrm>
              <a:off x="3768"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56" name="Rectangle 48">
              <a:extLst>
                <a:ext uri="{FF2B5EF4-FFF2-40B4-BE49-F238E27FC236}">
                  <a16:creationId xmlns:a16="http://schemas.microsoft.com/office/drawing/2014/main" id="{B24B248A-CD68-5421-5C13-81172C3CA0C7}"/>
                </a:ext>
              </a:extLst>
            </p:cNvPr>
            <p:cNvSpPr>
              <a:spLocks noChangeArrowheads="1"/>
            </p:cNvSpPr>
            <p:nvPr/>
          </p:nvSpPr>
          <p:spPr bwMode="auto">
            <a:xfrm>
              <a:off x="3945"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57" name="Rectangle 49">
              <a:extLst>
                <a:ext uri="{FF2B5EF4-FFF2-40B4-BE49-F238E27FC236}">
                  <a16:creationId xmlns:a16="http://schemas.microsoft.com/office/drawing/2014/main" id="{1EAB5A23-504B-5F46-3D91-556C0EF63E99}"/>
                </a:ext>
              </a:extLst>
            </p:cNvPr>
            <p:cNvSpPr>
              <a:spLocks noChangeArrowheads="1"/>
            </p:cNvSpPr>
            <p:nvPr/>
          </p:nvSpPr>
          <p:spPr bwMode="auto">
            <a:xfrm>
              <a:off x="4123"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58" name="Rectangle 50">
              <a:extLst>
                <a:ext uri="{FF2B5EF4-FFF2-40B4-BE49-F238E27FC236}">
                  <a16:creationId xmlns:a16="http://schemas.microsoft.com/office/drawing/2014/main" id="{9E93EAD2-82F3-3613-04ED-0C6364014E5A}"/>
                </a:ext>
              </a:extLst>
            </p:cNvPr>
            <p:cNvSpPr>
              <a:spLocks noChangeArrowheads="1"/>
            </p:cNvSpPr>
            <p:nvPr/>
          </p:nvSpPr>
          <p:spPr bwMode="auto">
            <a:xfrm>
              <a:off x="4300"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59" name="Rectangle 51">
              <a:extLst>
                <a:ext uri="{FF2B5EF4-FFF2-40B4-BE49-F238E27FC236}">
                  <a16:creationId xmlns:a16="http://schemas.microsoft.com/office/drawing/2014/main" id="{64F589FB-E9F3-7E58-A9BE-5B4F7DC6B239}"/>
                </a:ext>
              </a:extLst>
            </p:cNvPr>
            <p:cNvSpPr>
              <a:spLocks noChangeArrowheads="1"/>
            </p:cNvSpPr>
            <p:nvPr/>
          </p:nvSpPr>
          <p:spPr bwMode="auto">
            <a:xfrm>
              <a:off x="4478"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60" name="Rectangle 52">
              <a:extLst>
                <a:ext uri="{FF2B5EF4-FFF2-40B4-BE49-F238E27FC236}">
                  <a16:creationId xmlns:a16="http://schemas.microsoft.com/office/drawing/2014/main" id="{990952A8-FA20-3B95-17D2-D7AB775091C2}"/>
                </a:ext>
              </a:extLst>
            </p:cNvPr>
            <p:cNvSpPr>
              <a:spLocks noChangeArrowheads="1"/>
            </p:cNvSpPr>
            <p:nvPr/>
          </p:nvSpPr>
          <p:spPr bwMode="auto">
            <a:xfrm>
              <a:off x="4655"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61" name="Rectangle 53">
              <a:extLst>
                <a:ext uri="{FF2B5EF4-FFF2-40B4-BE49-F238E27FC236}">
                  <a16:creationId xmlns:a16="http://schemas.microsoft.com/office/drawing/2014/main" id="{BCC6714D-CAFF-6027-0A17-B2CE8DBBBB64}"/>
                </a:ext>
              </a:extLst>
            </p:cNvPr>
            <p:cNvSpPr>
              <a:spLocks noChangeArrowheads="1"/>
            </p:cNvSpPr>
            <p:nvPr/>
          </p:nvSpPr>
          <p:spPr bwMode="auto">
            <a:xfrm>
              <a:off x="4833"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62" name="Rectangle 54">
              <a:extLst>
                <a:ext uri="{FF2B5EF4-FFF2-40B4-BE49-F238E27FC236}">
                  <a16:creationId xmlns:a16="http://schemas.microsoft.com/office/drawing/2014/main" id="{4873AB01-6445-BC2C-025D-A32ED8895DA9}"/>
                </a:ext>
              </a:extLst>
            </p:cNvPr>
            <p:cNvSpPr>
              <a:spLocks noChangeArrowheads="1"/>
            </p:cNvSpPr>
            <p:nvPr/>
          </p:nvSpPr>
          <p:spPr bwMode="auto">
            <a:xfrm>
              <a:off x="5010" y="2582"/>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63" name="Rectangle 55">
              <a:extLst>
                <a:ext uri="{FF2B5EF4-FFF2-40B4-BE49-F238E27FC236}">
                  <a16:creationId xmlns:a16="http://schemas.microsoft.com/office/drawing/2014/main" id="{E58B0935-F222-C87D-2896-AE24EE14E0DE}"/>
                </a:ext>
              </a:extLst>
            </p:cNvPr>
            <p:cNvSpPr>
              <a:spLocks noChangeArrowheads="1"/>
            </p:cNvSpPr>
            <p:nvPr/>
          </p:nvSpPr>
          <p:spPr bwMode="auto">
            <a:xfrm>
              <a:off x="5188" y="2582"/>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64" name="Rectangle 56">
              <a:extLst>
                <a:ext uri="{FF2B5EF4-FFF2-40B4-BE49-F238E27FC236}">
                  <a16:creationId xmlns:a16="http://schemas.microsoft.com/office/drawing/2014/main" id="{F16B5EAF-93F7-A91F-9904-3C43751B0C25}"/>
                </a:ext>
              </a:extLst>
            </p:cNvPr>
            <p:cNvSpPr>
              <a:spLocks noChangeArrowheads="1"/>
            </p:cNvSpPr>
            <p:nvPr/>
          </p:nvSpPr>
          <p:spPr bwMode="auto">
            <a:xfrm>
              <a:off x="3590"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65" name="Rectangle 57">
              <a:extLst>
                <a:ext uri="{FF2B5EF4-FFF2-40B4-BE49-F238E27FC236}">
                  <a16:creationId xmlns:a16="http://schemas.microsoft.com/office/drawing/2014/main" id="{36359643-3807-3F33-E45E-E60FE7C0745C}"/>
                </a:ext>
              </a:extLst>
            </p:cNvPr>
            <p:cNvSpPr>
              <a:spLocks noChangeArrowheads="1"/>
            </p:cNvSpPr>
            <p:nvPr/>
          </p:nvSpPr>
          <p:spPr bwMode="auto">
            <a:xfrm>
              <a:off x="3768"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66" name="Rectangle 58">
              <a:extLst>
                <a:ext uri="{FF2B5EF4-FFF2-40B4-BE49-F238E27FC236}">
                  <a16:creationId xmlns:a16="http://schemas.microsoft.com/office/drawing/2014/main" id="{BABF0F89-F55A-B487-2AA1-99048A349161}"/>
                </a:ext>
              </a:extLst>
            </p:cNvPr>
            <p:cNvSpPr>
              <a:spLocks noChangeArrowheads="1"/>
            </p:cNvSpPr>
            <p:nvPr/>
          </p:nvSpPr>
          <p:spPr bwMode="auto">
            <a:xfrm>
              <a:off x="3945"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67" name="Rectangle 59">
              <a:extLst>
                <a:ext uri="{FF2B5EF4-FFF2-40B4-BE49-F238E27FC236}">
                  <a16:creationId xmlns:a16="http://schemas.microsoft.com/office/drawing/2014/main" id="{7DD3E8F5-A6CF-C190-EE4A-F57A60C63A25}"/>
                </a:ext>
              </a:extLst>
            </p:cNvPr>
            <p:cNvSpPr>
              <a:spLocks noChangeArrowheads="1"/>
            </p:cNvSpPr>
            <p:nvPr/>
          </p:nvSpPr>
          <p:spPr bwMode="auto">
            <a:xfrm>
              <a:off x="4123"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68" name="Rectangle 60">
              <a:extLst>
                <a:ext uri="{FF2B5EF4-FFF2-40B4-BE49-F238E27FC236}">
                  <a16:creationId xmlns:a16="http://schemas.microsoft.com/office/drawing/2014/main" id="{4713891A-D89F-669D-0A2B-4BB88FF0E5EC}"/>
                </a:ext>
              </a:extLst>
            </p:cNvPr>
            <p:cNvSpPr>
              <a:spLocks noChangeArrowheads="1"/>
            </p:cNvSpPr>
            <p:nvPr/>
          </p:nvSpPr>
          <p:spPr bwMode="auto">
            <a:xfrm>
              <a:off x="4300"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69" name="Rectangle 61">
              <a:extLst>
                <a:ext uri="{FF2B5EF4-FFF2-40B4-BE49-F238E27FC236}">
                  <a16:creationId xmlns:a16="http://schemas.microsoft.com/office/drawing/2014/main" id="{36F5AEC7-60A3-07B6-CD54-DEB578C6EB1D}"/>
                </a:ext>
              </a:extLst>
            </p:cNvPr>
            <p:cNvSpPr>
              <a:spLocks noChangeArrowheads="1"/>
            </p:cNvSpPr>
            <p:nvPr/>
          </p:nvSpPr>
          <p:spPr bwMode="auto">
            <a:xfrm>
              <a:off x="4478"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70" name="Rectangle 62">
              <a:extLst>
                <a:ext uri="{FF2B5EF4-FFF2-40B4-BE49-F238E27FC236}">
                  <a16:creationId xmlns:a16="http://schemas.microsoft.com/office/drawing/2014/main" id="{865F0946-A3A8-BD3E-1FB7-D30549B0C21A}"/>
                </a:ext>
              </a:extLst>
            </p:cNvPr>
            <p:cNvSpPr>
              <a:spLocks noChangeArrowheads="1"/>
            </p:cNvSpPr>
            <p:nvPr/>
          </p:nvSpPr>
          <p:spPr bwMode="auto">
            <a:xfrm>
              <a:off x="4655"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71" name="Rectangle 63">
              <a:extLst>
                <a:ext uri="{FF2B5EF4-FFF2-40B4-BE49-F238E27FC236}">
                  <a16:creationId xmlns:a16="http://schemas.microsoft.com/office/drawing/2014/main" id="{37EEADD9-650A-D2C5-BE46-DF8A4E870BE7}"/>
                </a:ext>
              </a:extLst>
            </p:cNvPr>
            <p:cNvSpPr>
              <a:spLocks noChangeArrowheads="1"/>
            </p:cNvSpPr>
            <p:nvPr/>
          </p:nvSpPr>
          <p:spPr bwMode="auto">
            <a:xfrm>
              <a:off x="4833"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72" name="Rectangle 64">
              <a:extLst>
                <a:ext uri="{FF2B5EF4-FFF2-40B4-BE49-F238E27FC236}">
                  <a16:creationId xmlns:a16="http://schemas.microsoft.com/office/drawing/2014/main" id="{FDAEB4E1-7EE2-0C9B-63DF-331BD3E256CA}"/>
                </a:ext>
              </a:extLst>
            </p:cNvPr>
            <p:cNvSpPr>
              <a:spLocks noChangeArrowheads="1"/>
            </p:cNvSpPr>
            <p:nvPr/>
          </p:nvSpPr>
          <p:spPr bwMode="auto">
            <a:xfrm>
              <a:off x="5010" y="240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73" name="Rectangle 65">
              <a:extLst>
                <a:ext uri="{FF2B5EF4-FFF2-40B4-BE49-F238E27FC236}">
                  <a16:creationId xmlns:a16="http://schemas.microsoft.com/office/drawing/2014/main" id="{9DE9242A-F4FB-B089-AADA-4645644EB11F}"/>
                </a:ext>
              </a:extLst>
            </p:cNvPr>
            <p:cNvSpPr>
              <a:spLocks noChangeArrowheads="1"/>
            </p:cNvSpPr>
            <p:nvPr/>
          </p:nvSpPr>
          <p:spPr bwMode="auto">
            <a:xfrm>
              <a:off x="5188" y="240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74" name="Rectangle 66">
              <a:extLst>
                <a:ext uri="{FF2B5EF4-FFF2-40B4-BE49-F238E27FC236}">
                  <a16:creationId xmlns:a16="http://schemas.microsoft.com/office/drawing/2014/main" id="{C70D7F80-A6D4-FCF6-1D07-D67BF0956A51}"/>
                </a:ext>
              </a:extLst>
            </p:cNvPr>
            <p:cNvSpPr>
              <a:spLocks noChangeArrowheads="1"/>
            </p:cNvSpPr>
            <p:nvPr/>
          </p:nvSpPr>
          <p:spPr bwMode="auto">
            <a:xfrm>
              <a:off x="3590"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75" name="Rectangle 67">
              <a:extLst>
                <a:ext uri="{FF2B5EF4-FFF2-40B4-BE49-F238E27FC236}">
                  <a16:creationId xmlns:a16="http://schemas.microsoft.com/office/drawing/2014/main" id="{ED6708C6-84B9-5A27-A7B5-96993D29535D}"/>
                </a:ext>
              </a:extLst>
            </p:cNvPr>
            <p:cNvSpPr>
              <a:spLocks noChangeArrowheads="1"/>
            </p:cNvSpPr>
            <p:nvPr/>
          </p:nvSpPr>
          <p:spPr bwMode="auto">
            <a:xfrm>
              <a:off x="3768"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76" name="Rectangle 68">
              <a:extLst>
                <a:ext uri="{FF2B5EF4-FFF2-40B4-BE49-F238E27FC236}">
                  <a16:creationId xmlns:a16="http://schemas.microsoft.com/office/drawing/2014/main" id="{7FDDB5F5-7DFF-31AB-9E56-898F4AE7165F}"/>
                </a:ext>
              </a:extLst>
            </p:cNvPr>
            <p:cNvSpPr>
              <a:spLocks noChangeArrowheads="1"/>
            </p:cNvSpPr>
            <p:nvPr/>
          </p:nvSpPr>
          <p:spPr bwMode="auto">
            <a:xfrm>
              <a:off x="3945"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77" name="Rectangle 69">
              <a:extLst>
                <a:ext uri="{FF2B5EF4-FFF2-40B4-BE49-F238E27FC236}">
                  <a16:creationId xmlns:a16="http://schemas.microsoft.com/office/drawing/2014/main" id="{7073BF3E-E28E-8969-1DD6-0785C5472D7A}"/>
                </a:ext>
              </a:extLst>
            </p:cNvPr>
            <p:cNvSpPr>
              <a:spLocks noChangeArrowheads="1"/>
            </p:cNvSpPr>
            <p:nvPr/>
          </p:nvSpPr>
          <p:spPr bwMode="auto">
            <a:xfrm>
              <a:off x="4123"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78" name="Rectangle 70">
              <a:extLst>
                <a:ext uri="{FF2B5EF4-FFF2-40B4-BE49-F238E27FC236}">
                  <a16:creationId xmlns:a16="http://schemas.microsoft.com/office/drawing/2014/main" id="{3B90817D-A8AC-5D79-84F8-5A2BCA1A2F12}"/>
                </a:ext>
              </a:extLst>
            </p:cNvPr>
            <p:cNvSpPr>
              <a:spLocks noChangeArrowheads="1"/>
            </p:cNvSpPr>
            <p:nvPr/>
          </p:nvSpPr>
          <p:spPr bwMode="auto">
            <a:xfrm>
              <a:off x="4300"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79" name="Rectangle 71">
              <a:extLst>
                <a:ext uri="{FF2B5EF4-FFF2-40B4-BE49-F238E27FC236}">
                  <a16:creationId xmlns:a16="http://schemas.microsoft.com/office/drawing/2014/main" id="{F73C22E5-E9E7-F9AA-00F4-8FB548B51F5C}"/>
                </a:ext>
              </a:extLst>
            </p:cNvPr>
            <p:cNvSpPr>
              <a:spLocks noChangeArrowheads="1"/>
            </p:cNvSpPr>
            <p:nvPr/>
          </p:nvSpPr>
          <p:spPr bwMode="auto">
            <a:xfrm>
              <a:off x="4478"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80" name="Rectangle 72">
              <a:extLst>
                <a:ext uri="{FF2B5EF4-FFF2-40B4-BE49-F238E27FC236}">
                  <a16:creationId xmlns:a16="http://schemas.microsoft.com/office/drawing/2014/main" id="{84E5F309-E571-45B3-CF0E-2821D78C1584}"/>
                </a:ext>
              </a:extLst>
            </p:cNvPr>
            <p:cNvSpPr>
              <a:spLocks noChangeArrowheads="1"/>
            </p:cNvSpPr>
            <p:nvPr/>
          </p:nvSpPr>
          <p:spPr bwMode="auto">
            <a:xfrm>
              <a:off x="4655"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81" name="Rectangle 73">
              <a:extLst>
                <a:ext uri="{FF2B5EF4-FFF2-40B4-BE49-F238E27FC236}">
                  <a16:creationId xmlns:a16="http://schemas.microsoft.com/office/drawing/2014/main" id="{C0E8B0D0-3181-AD8C-3A07-6ED8CD6317D6}"/>
                </a:ext>
              </a:extLst>
            </p:cNvPr>
            <p:cNvSpPr>
              <a:spLocks noChangeArrowheads="1"/>
            </p:cNvSpPr>
            <p:nvPr/>
          </p:nvSpPr>
          <p:spPr bwMode="auto">
            <a:xfrm>
              <a:off x="4833"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82" name="Rectangle 74">
              <a:extLst>
                <a:ext uri="{FF2B5EF4-FFF2-40B4-BE49-F238E27FC236}">
                  <a16:creationId xmlns:a16="http://schemas.microsoft.com/office/drawing/2014/main" id="{40D4C9E7-50D7-6F62-6FCA-F8913540ED5C}"/>
                </a:ext>
              </a:extLst>
            </p:cNvPr>
            <p:cNvSpPr>
              <a:spLocks noChangeArrowheads="1"/>
            </p:cNvSpPr>
            <p:nvPr/>
          </p:nvSpPr>
          <p:spPr bwMode="auto">
            <a:xfrm>
              <a:off x="5010" y="2227"/>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83" name="Rectangle 75">
              <a:extLst>
                <a:ext uri="{FF2B5EF4-FFF2-40B4-BE49-F238E27FC236}">
                  <a16:creationId xmlns:a16="http://schemas.microsoft.com/office/drawing/2014/main" id="{A5C2A2FF-84DD-FC47-3612-9AEB33EDDBDE}"/>
                </a:ext>
              </a:extLst>
            </p:cNvPr>
            <p:cNvSpPr>
              <a:spLocks noChangeArrowheads="1"/>
            </p:cNvSpPr>
            <p:nvPr/>
          </p:nvSpPr>
          <p:spPr bwMode="auto">
            <a:xfrm>
              <a:off x="5188" y="2227"/>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84" name="Rectangle 76">
              <a:extLst>
                <a:ext uri="{FF2B5EF4-FFF2-40B4-BE49-F238E27FC236}">
                  <a16:creationId xmlns:a16="http://schemas.microsoft.com/office/drawing/2014/main" id="{BCA20F57-3A00-4A13-42CF-7405DF7F0C8D}"/>
                </a:ext>
              </a:extLst>
            </p:cNvPr>
            <p:cNvSpPr>
              <a:spLocks noChangeArrowheads="1"/>
            </p:cNvSpPr>
            <p:nvPr/>
          </p:nvSpPr>
          <p:spPr bwMode="auto">
            <a:xfrm>
              <a:off x="3590"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85" name="Rectangle 77">
              <a:extLst>
                <a:ext uri="{FF2B5EF4-FFF2-40B4-BE49-F238E27FC236}">
                  <a16:creationId xmlns:a16="http://schemas.microsoft.com/office/drawing/2014/main" id="{B92098BE-45B3-99AD-B607-EDC9B8F25495}"/>
                </a:ext>
              </a:extLst>
            </p:cNvPr>
            <p:cNvSpPr>
              <a:spLocks noChangeArrowheads="1"/>
            </p:cNvSpPr>
            <p:nvPr/>
          </p:nvSpPr>
          <p:spPr bwMode="auto">
            <a:xfrm>
              <a:off x="3768"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86" name="Rectangle 78">
              <a:extLst>
                <a:ext uri="{FF2B5EF4-FFF2-40B4-BE49-F238E27FC236}">
                  <a16:creationId xmlns:a16="http://schemas.microsoft.com/office/drawing/2014/main" id="{0C86B14B-CE4E-3508-2E66-3DB38EE66A8B}"/>
                </a:ext>
              </a:extLst>
            </p:cNvPr>
            <p:cNvSpPr>
              <a:spLocks noChangeArrowheads="1"/>
            </p:cNvSpPr>
            <p:nvPr/>
          </p:nvSpPr>
          <p:spPr bwMode="auto">
            <a:xfrm>
              <a:off x="3945"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87" name="Rectangle 79">
              <a:extLst>
                <a:ext uri="{FF2B5EF4-FFF2-40B4-BE49-F238E27FC236}">
                  <a16:creationId xmlns:a16="http://schemas.microsoft.com/office/drawing/2014/main" id="{F0107C64-4685-1F1B-A9B7-99B2BE97CBBE}"/>
                </a:ext>
              </a:extLst>
            </p:cNvPr>
            <p:cNvSpPr>
              <a:spLocks noChangeArrowheads="1"/>
            </p:cNvSpPr>
            <p:nvPr/>
          </p:nvSpPr>
          <p:spPr bwMode="auto">
            <a:xfrm>
              <a:off x="4123"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88" name="Rectangle 80">
              <a:extLst>
                <a:ext uri="{FF2B5EF4-FFF2-40B4-BE49-F238E27FC236}">
                  <a16:creationId xmlns:a16="http://schemas.microsoft.com/office/drawing/2014/main" id="{D6F9BD5C-5DE1-69FC-9B56-4B3ABBA92B52}"/>
                </a:ext>
              </a:extLst>
            </p:cNvPr>
            <p:cNvSpPr>
              <a:spLocks noChangeArrowheads="1"/>
            </p:cNvSpPr>
            <p:nvPr/>
          </p:nvSpPr>
          <p:spPr bwMode="auto">
            <a:xfrm>
              <a:off x="4300"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89" name="Rectangle 81">
              <a:extLst>
                <a:ext uri="{FF2B5EF4-FFF2-40B4-BE49-F238E27FC236}">
                  <a16:creationId xmlns:a16="http://schemas.microsoft.com/office/drawing/2014/main" id="{D1AB9015-1304-CE06-93D9-D2D89EE5D529}"/>
                </a:ext>
              </a:extLst>
            </p:cNvPr>
            <p:cNvSpPr>
              <a:spLocks noChangeArrowheads="1"/>
            </p:cNvSpPr>
            <p:nvPr/>
          </p:nvSpPr>
          <p:spPr bwMode="auto">
            <a:xfrm>
              <a:off x="4478"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90" name="Rectangle 82">
              <a:extLst>
                <a:ext uri="{FF2B5EF4-FFF2-40B4-BE49-F238E27FC236}">
                  <a16:creationId xmlns:a16="http://schemas.microsoft.com/office/drawing/2014/main" id="{EDC718D8-A8AB-EE35-18AB-4382805849AE}"/>
                </a:ext>
              </a:extLst>
            </p:cNvPr>
            <p:cNvSpPr>
              <a:spLocks noChangeArrowheads="1"/>
            </p:cNvSpPr>
            <p:nvPr/>
          </p:nvSpPr>
          <p:spPr bwMode="auto">
            <a:xfrm>
              <a:off x="4655"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91" name="Rectangle 83">
              <a:extLst>
                <a:ext uri="{FF2B5EF4-FFF2-40B4-BE49-F238E27FC236}">
                  <a16:creationId xmlns:a16="http://schemas.microsoft.com/office/drawing/2014/main" id="{EDAF7E20-8261-11B3-4E95-5ABF72581329}"/>
                </a:ext>
              </a:extLst>
            </p:cNvPr>
            <p:cNvSpPr>
              <a:spLocks noChangeArrowheads="1"/>
            </p:cNvSpPr>
            <p:nvPr/>
          </p:nvSpPr>
          <p:spPr bwMode="auto">
            <a:xfrm>
              <a:off x="4833"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92" name="Rectangle 84">
              <a:extLst>
                <a:ext uri="{FF2B5EF4-FFF2-40B4-BE49-F238E27FC236}">
                  <a16:creationId xmlns:a16="http://schemas.microsoft.com/office/drawing/2014/main" id="{F038066E-01D7-1EA4-6610-88B09AAE9563}"/>
                </a:ext>
              </a:extLst>
            </p:cNvPr>
            <p:cNvSpPr>
              <a:spLocks noChangeArrowheads="1"/>
            </p:cNvSpPr>
            <p:nvPr/>
          </p:nvSpPr>
          <p:spPr bwMode="auto">
            <a:xfrm>
              <a:off x="5010" y="2050"/>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93" name="Rectangle 85">
              <a:extLst>
                <a:ext uri="{FF2B5EF4-FFF2-40B4-BE49-F238E27FC236}">
                  <a16:creationId xmlns:a16="http://schemas.microsoft.com/office/drawing/2014/main" id="{610F22ED-2711-68EA-5FFE-4C44881077A9}"/>
                </a:ext>
              </a:extLst>
            </p:cNvPr>
            <p:cNvSpPr>
              <a:spLocks noChangeArrowheads="1"/>
            </p:cNvSpPr>
            <p:nvPr/>
          </p:nvSpPr>
          <p:spPr bwMode="auto">
            <a:xfrm>
              <a:off x="5188" y="2050"/>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94" name="Rectangle 86">
              <a:extLst>
                <a:ext uri="{FF2B5EF4-FFF2-40B4-BE49-F238E27FC236}">
                  <a16:creationId xmlns:a16="http://schemas.microsoft.com/office/drawing/2014/main" id="{5BADBE5F-F8D6-A307-E803-5D4D1801B11A}"/>
                </a:ext>
              </a:extLst>
            </p:cNvPr>
            <p:cNvSpPr>
              <a:spLocks noChangeArrowheads="1"/>
            </p:cNvSpPr>
            <p:nvPr/>
          </p:nvSpPr>
          <p:spPr bwMode="auto">
            <a:xfrm>
              <a:off x="3590"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95" name="Rectangle 87">
              <a:extLst>
                <a:ext uri="{FF2B5EF4-FFF2-40B4-BE49-F238E27FC236}">
                  <a16:creationId xmlns:a16="http://schemas.microsoft.com/office/drawing/2014/main" id="{0D2C5EDF-558C-112C-3AAA-9F225C0912F7}"/>
                </a:ext>
              </a:extLst>
            </p:cNvPr>
            <p:cNvSpPr>
              <a:spLocks noChangeArrowheads="1"/>
            </p:cNvSpPr>
            <p:nvPr/>
          </p:nvSpPr>
          <p:spPr bwMode="auto">
            <a:xfrm>
              <a:off x="3768"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96" name="Rectangle 88">
              <a:extLst>
                <a:ext uri="{FF2B5EF4-FFF2-40B4-BE49-F238E27FC236}">
                  <a16:creationId xmlns:a16="http://schemas.microsoft.com/office/drawing/2014/main" id="{536AC783-FF60-EA60-4103-49C82765547A}"/>
                </a:ext>
              </a:extLst>
            </p:cNvPr>
            <p:cNvSpPr>
              <a:spLocks noChangeArrowheads="1"/>
            </p:cNvSpPr>
            <p:nvPr/>
          </p:nvSpPr>
          <p:spPr bwMode="auto">
            <a:xfrm>
              <a:off x="3945"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97" name="Rectangle 89">
              <a:extLst>
                <a:ext uri="{FF2B5EF4-FFF2-40B4-BE49-F238E27FC236}">
                  <a16:creationId xmlns:a16="http://schemas.microsoft.com/office/drawing/2014/main" id="{FCB79ABC-4811-DEC5-5453-7FA80D264432}"/>
                </a:ext>
              </a:extLst>
            </p:cNvPr>
            <p:cNvSpPr>
              <a:spLocks noChangeArrowheads="1"/>
            </p:cNvSpPr>
            <p:nvPr/>
          </p:nvSpPr>
          <p:spPr bwMode="auto">
            <a:xfrm>
              <a:off x="4123"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98" name="Rectangle 90">
              <a:extLst>
                <a:ext uri="{FF2B5EF4-FFF2-40B4-BE49-F238E27FC236}">
                  <a16:creationId xmlns:a16="http://schemas.microsoft.com/office/drawing/2014/main" id="{89713F0E-B0F9-3162-A6BF-D0967CC530C1}"/>
                </a:ext>
              </a:extLst>
            </p:cNvPr>
            <p:cNvSpPr>
              <a:spLocks noChangeArrowheads="1"/>
            </p:cNvSpPr>
            <p:nvPr/>
          </p:nvSpPr>
          <p:spPr bwMode="auto">
            <a:xfrm>
              <a:off x="4300"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99" name="Rectangle 91">
              <a:extLst>
                <a:ext uri="{FF2B5EF4-FFF2-40B4-BE49-F238E27FC236}">
                  <a16:creationId xmlns:a16="http://schemas.microsoft.com/office/drawing/2014/main" id="{D3A1B607-CCEA-0412-EBCF-686E81BB4FBD}"/>
                </a:ext>
              </a:extLst>
            </p:cNvPr>
            <p:cNvSpPr>
              <a:spLocks noChangeArrowheads="1"/>
            </p:cNvSpPr>
            <p:nvPr/>
          </p:nvSpPr>
          <p:spPr bwMode="auto">
            <a:xfrm>
              <a:off x="4478"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00" name="Rectangle 92">
              <a:extLst>
                <a:ext uri="{FF2B5EF4-FFF2-40B4-BE49-F238E27FC236}">
                  <a16:creationId xmlns:a16="http://schemas.microsoft.com/office/drawing/2014/main" id="{063F3650-FA41-0DD4-25E9-F88B65BEFD66}"/>
                </a:ext>
              </a:extLst>
            </p:cNvPr>
            <p:cNvSpPr>
              <a:spLocks noChangeArrowheads="1"/>
            </p:cNvSpPr>
            <p:nvPr/>
          </p:nvSpPr>
          <p:spPr bwMode="auto">
            <a:xfrm>
              <a:off x="4655"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01" name="Rectangle 93">
              <a:extLst>
                <a:ext uri="{FF2B5EF4-FFF2-40B4-BE49-F238E27FC236}">
                  <a16:creationId xmlns:a16="http://schemas.microsoft.com/office/drawing/2014/main" id="{FAA639F3-2CA7-AEFD-5AA9-C0629D7FCDFE}"/>
                </a:ext>
              </a:extLst>
            </p:cNvPr>
            <p:cNvSpPr>
              <a:spLocks noChangeArrowheads="1"/>
            </p:cNvSpPr>
            <p:nvPr/>
          </p:nvSpPr>
          <p:spPr bwMode="auto">
            <a:xfrm>
              <a:off x="4833"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02" name="Rectangle 94">
              <a:extLst>
                <a:ext uri="{FF2B5EF4-FFF2-40B4-BE49-F238E27FC236}">
                  <a16:creationId xmlns:a16="http://schemas.microsoft.com/office/drawing/2014/main" id="{3EF3FDCB-8069-1EB9-8C24-0F1BA11C4DA8}"/>
                </a:ext>
              </a:extLst>
            </p:cNvPr>
            <p:cNvSpPr>
              <a:spLocks noChangeArrowheads="1"/>
            </p:cNvSpPr>
            <p:nvPr/>
          </p:nvSpPr>
          <p:spPr bwMode="auto">
            <a:xfrm>
              <a:off x="5010" y="1872"/>
              <a:ext cx="179"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03" name="Rectangle 95">
              <a:extLst>
                <a:ext uri="{FF2B5EF4-FFF2-40B4-BE49-F238E27FC236}">
                  <a16:creationId xmlns:a16="http://schemas.microsoft.com/office/drawing/2014/main" id="{AB581D5B-9524-6C5E-CD16-5286733FAEC3}"/>
                </a:ext>
              </a:extLst>
            </p:cNvPr>
            <p:cNvSpPr>
              <a:spLocks noChangeArrowheads="1"/>
            </p:cNvSpPr>
            <p:nvPr/>
          </p:nvSpPr>
          <p:spPr bwMode="auto">
            <a:xfrm>
              <a:off x="5188" y="1872"/>
              <a:ext cx="178" cy="179"/>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04" name="Rectangle 96">
              <a:extLst>
                <a:ext uri="{FF2B5EF4-FFF2-40B4-BE49-F238E27FC236}">
                  <a16:creationId xmlns:a16="http://schemas.microsoft.com/office/drawing/2014/main" id="{3D292D6D-68FB-D160-A1CF-3FF51AD857C4}"/>
                </a:ext>
              </a:extLst>
            </p:cNvPr>
            <p:cNvSpPr>
              <a:spLocks noChangeArrowheads="1"/>
            </p:cNvSpPr>
            <p:nvPr/>
          </p:nvSpPr>
          <p:spPr bwMode="auto">
            <a:xfrm>
              <a:off x="3590"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05" name="Rectangle 97">
              <a:extLst>
                <a:ext uri="{FF2B5EF4-FFF2-40B4-BE49-F238E27FC236}">
                  <a16:creationId xmlns:a16="http://schemas.microsoft.com/office/drawing/2014/main" id="{BFCFE53D-317A-BBE3-3F47-8534648E725B}"/>
                </a:ext>
              </a:extLst>
            </p:cNvPr>
            <p:cNvSpPr>
              <a:spLocks noChangeArrowheads="1"/>
            </p:cNvSpPr>
            <p:nvPr/>
          </p:nvSpPr>
          <p:spPr bwMode="auto">
            <a:xfrm>
              <a:off x="3768"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06" name="Rectangle 98">
              <a:extLst>
                <a:ext uri="{FF2B5EF4-FFF2-40B4-BE49-F238E27FC236}">
                  <a16:creationId xmlns:a16="http://schemas.microsoft.com/office/drawing/2014/main" id="{5C28BA12-27E4-E267-7A18-C6E36F10088B}"/>
                </a:ext>
              </a:extLst>
            </p:cNvPr>
            <p:cNvSpPr>
              <a:spLocks noChangeArrowheads="1"/>
            </p:cNvSpPr>
            <p:nvPr/>
          </p:nvSpPr>
          <p:spPr bwMode="auto">
            <a:xfrm>
              <a:off x="3945"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07" name="Rectangle 99">
              <a:extLst>
                <a:ext uri="{FF2B5EF4-FFF2-40B4-BE49-F238E27FC236}">
                  <a16:creationId xmlns:a16="http://schemas.microsoft.com/office/drawing/2014/main" id="{7BB17304-7DE2-17DB-28E4-7D0A304A7872}"/>
                </a:ext>
              </a:extLst>
            </p:cNvPr>
            <p:cNvSpPr>
              <a:spLocks noChangeArrowheads="1"/>
            </p:cNvSpPr>
            <p:nvPr/>
          </p:nvSpPr>
          <p:spPr bwMode="auto">
            <a:xfrm>
              <a:off x="4123"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08" name="Rectangle 100">
              <a:extLst>
                <a:ext uri="{FF2B5EF4-FFF2-40B4-BE49-F238E27FC236}">
                  <a16:creationId xmlns:a16="http://schemas.microsoft.com/office/drawing/2014/main" id="{D802509A-21C0-523D-B1CC-864A377B4725}"/>
                </a:ext>
              </a:extLst>
            </p:cNvPr>
            <p:cNvSpPr>
              <a:spLocks noChangeArrowheads="1"/>
            </p:cNvSpPr>
            <p:nvPr/>
          </p:nvSpPr>
          <p:spPr bwMode="auto">
            <a:xfrm>
              <a:off x="4300"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09" name="Rectangle 101">
              <a:extLst>
                <a:ext uri="{FF2B5EF4-FFF2-40B4-BE49-F238E27FC236}">
                  <a16:creationId xmlns:a16="http://schemas.microsoft.com/office/drawing/2014/main" id="{4728B7EE-EB4E-EC18-CFC0-74F79FE553DE}"/>
                </a:ext>
              </a:extLst>
            </p:cNvPr>
            <p:cNvSpPr>
              <a:spLocks noChangeArrowheads="1"/>
            </p:cNvSpPr>
            <p:nvPr/>
          </p:nvSpPr>
          <p:spPr bwMode="auto">
            <a:xfrm>
              <a:off x="4478"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10" name="Rectangle 102">
              <a:extLst>
                <a:ext uri="{FF2B5EF4-FFF2-40B4-BE49-F238E27FC236}">
                  <a16:creationId xmlns:a16="http://schemas.microsoft.com/office/drawing/2014/main" id="{390DD5D8-F9E0-1B63-073F-AD5D7FAE6E6B}"/>
                </a:ext>
              </a:extLst>
            </p:cNvPr>
            <p:cNvSpPr>
              <a:spLocks noChangeArrowheads="1"/>
            </p:cNvSpPr>
            <p:nvPr/>
          </p:nvSpPr>
          <p:spPr bwMode="auto">
            <a:xfrm>
              <a:off x="4655"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11" name="Rectangle 103">
              <a:extLst>
                <a:ext uri="{FF2B5EF4-FFF2-40B4-BE49-F238E27FC236}">
                  <a16:creationId xmlns:a16="http://schemas.microsoft.com/office/drawing/2014/main" id="{F4123669-E327-7D22-1ABF-CBA6CBCA6781}"/>
                </a:ext>
              </a:extLst>
            </p:cNvPr>
            <p:cNvSpPr>
              <a:spLocks noChangeArrowheads="1"/>
            </p:cNvSpPr>
            <p:nvPr/>
          </p:nvSpPr>
          <p:spPr bwMode="auto">
            <a:xfrm>
              <a:off x="4833"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12" name="Rectangle 104">
              <a:extLst>
                <a:ext uri="{FF2B5EF4-FFF2-40B4-BE49-F238E27FC236}">
                  <a16:creationId xmlns:a16="http://schemas.microsoft.com/office/drawing/2014/main" id="{5D156B19-B98D-B8EB-883C-45FF0B6CB4A0}"/>
                </a:ext>
              </a:extLst>
            </p:cNvPr>
            <p:cNvSpPr>
              <a:spLocks noChangeArrowheads="1"/>
            </p:cNvSpPr>
            <p:nvPr/>
          </p:nvSpPr>
          <p:spPr bwMode="auto">
            <a:xfrm>
              <a:off x="5010" y="1695"/>
              <a:ext cx="179"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13" name="Rectangle 105">
              <a:extLst>
                <a:ext uri="{FF2B5EF4-FFF2-40B4-BE49-F238E27FC236}">
                  <a16:creationId xmlns:a16="http://schemas.microsoft.com/office/drawing/2014/main" id="{B617945C-7749-A018-9949-7507339B7EF0}"/>
                </a:ext>
              </a:extLst>
            </p:cNvPr>
            <p:cNvSpPr>
              <a:spLocks noChangeArrowheads="1"/>
            </p:cNvSpPr>
            <p:nvPr/>
          </p:nvSpPr>
          <p:spPr bwMode="auto">
            <a:xfrm>
              <a:off x="5188" y="1695"/>
              <a:ext cx="178" cy="178"/>
            </a:xfrm>
            <a:prstGeom prst="rect">
              <a:avLst/>
            </a:prstGeom>
            <a:noFill/>
            <a:ln w="1588">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14" name="Rectangle 106">
              <a:extLst>
                <a:ext uri="{FF2B5EF4-FFF2-40B4-BE49-F238E27FC236}">
                  <a16:creationId xmlns:a16="http://schemas.microsoft.com/office/drawing/2014/main" id="{7B8BBD36-6201-79D0-482F-31534E901F18}"/>
                </a:ext>
              </a:extLst>
            </p:cNvPr>
            <p:cNvSpPr>
              <a:spLocks noChangeArrowheads="1"/>
            </p:cNvSpPr>
            <p:nvPr/>
          </p:nvSpPr>
          <p:spPr bwMode="auto">
            <a:xfrm>
              <a:off x="3697"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15" name="Rectangle 107">
              <a:extLst>
                <a:ext uri="{FF2B5EF4-FFF2-40B4-BE49-F238E27FC236}">
                  <a16:creationId xmlns:a16="http://schemas.microsoft.com/office/drawing/2014/main" id="{889EF02F-7031-9C9A-A57F-E4E279D9885B}"/>
                </a:ext>
              </a:extLst>
            </p:cNvPr>
            <p:cNvSpPr>
              <a:spLocks noChangeArrowheads="1"/>
            </p:cNvSpPr>
            <p:nvPr/>
          </p:nvSpPr>
          <p:spPr bwMode="auto">
            <a:xfrm>
              <a:off x="3740"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a:t>
              </a:r>
              <a:endParaRPr lang="en-US" altLang="en-US"/>
            </a:p>
          </p:txBody>
        </p:sp>
        <p:sp>
          <p:nvSpPr>
            <p:cNvPr id="55416" name="Rectangle 108">
              <a:extLst>
                <a:ext uri="{FF2B5EF4-FFF2-40B4-BE49-F238E27FC236}">
                  <a16:creationId xmlns:a16="http://schemas.microsoft.com/office/drawing/2014/main" id="{6857378E-9B36-4970-E333-022342620F52}"/>
                </a:ext>
              </a:extLst>
            </p:cNvPr>
            <p:cNvSpPr>
              <a:spLocks noChangeArrowheads="1"/>
            </p:cNvSpPr>
            <p:nvPr/>
          </p:nvSpPr>
          <p:spPr bwMode="auto">
            <a:xfrm>
              <a:off x="3874"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17" name="Rectangle 109">
              <a:extLst>
                <a:ext uri="{FF2B5EF4-FFF2-40B4-BE49-F238E27FC236}">
                  <a16:creationId xmlns:a16="http://schemas.microsoft.com/office/drawing/2014/main" id="{E49DCDBC-1779-0309-7DE6-431774CC55C1}"/>
                </a:ext>
              </a:extLst>
            </p:cNvPr>
            <p:cNvSpPr>
              <a:spLocks noChangeArrowheads="1"/>
            </p:cNvSpPr>
            <p:nvPr/>
          </p:nvSpPr>
          <p:spPr bwMode="auto">
            <a:xfrm>
              <a:off x="3917"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2</a:t>
              </a:r>
              <a:endParaRPr lang="en-US" altLang="en-US"/>
            </a:p>
          </p:txBody>
        </p:sp>
        <p:sp>
          <p:nvSpPr>
            <p:cNvPr id="55418" name="Rectangle 110">
              <a:extLst>
                <a:ext uri="{FF2B5EF4-FFF2-40B4-BE49-F238E27FC236}">
                  <a16:creationId xmlns:a16="http://schemas.microsoft.com/office/drawing/2014/main" id="{58E1EA73-7A44-09CE-F28D-23CA0B5C3743}"/>
                </a:ext>
              </a:extLst>
            </p:cNvPr>
            <p:cNvSpPr>
              <a:spLocks noChangeArrowheads="1"/>
            </p:cNvSpPr>
            <p:nvPr/>
          </p:nvSpPr>
          <p:spPr bwMode="auto">
            <a:xfrm>
              <a:off x="4052"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19" name="Rectangle 111">
              <a:extLst>
                <a:ext uri="{FF2B5EF4-FFF2-40B4-BE49-F238E27FC236}">
                  <a16:creationId xmlns:a16="http://schemas.microsoft.com/office/drawing/2014/main" id="{FA4E4AFD-91FA-754E-B24B-FE26E984EAE7}"/>
                </a:ext>
              </a:extLst>
            </p:cNvPr>
            <p:cNvSpPr>
              <a:spLocks noChangeArrowheads="1"/>
            </p:cNvSpPr>
            <p:nvPr/>
          </p:nvSpPr>
          <p:spPr bwMode="auto">
            <a:xfrm>
              <a:off x="4095"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3</a:t>
              </a:r>
              <a:endParaRPr lang="en-US" altLang="en-US"/>
            </a:p>
          </p:txBody>
        </p:sp>
        <p:sp>
          <p:nvSpPr>
            <p:cNvPr id="55420" name="Rectangle 112">
              <a:extLst>
                <a:ext uri="{FF2B5EF4-FFF2-40B4-BE49-F238E27FC236}">
                  <a16:creationId xmlns:a16="http://schemas.microsoft.com/office/drawing/2014/main" id="{A7CACF32-A589-BBC0-F6DB-D08A963A53AB}"/>
                </a:ext>
              </a:extLst>
            </p:cNvPr>
            <p:cNvSpPr>
              <a:spLocks noChangeArrowheads="1"/>
            </p:cNvSpPr>
            <p:nvPr/>
          </p:nvSpPr>
          <p:spPr bwMode="auto">
            <a:xfrm>
              <a:off x="4229"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21" name="Rectangle 113">
              <a:extLst>
                <a:ext uri="{FF2B5EF4-FFF2-40B4-BE49-F238E27FC236}">
                  <a16:creationId xmlns:a16="http://schemas.microsoft.com/office/drawing/2014/main" id="{087D6A55-16CD-2C71-5E9B-E4E9114D80C8}"/>
                </a:ext>
              </a:extLst>
            </p:cNvPr>
            <p:cNvSpPr>
              <a:spLocks noChangeArrowheads="1"/>
            </p:cNvSpPr>
            <p:nvPr/>
          </p:nvSpPr>
          <p:spPr bwMode="auto">
            <a:xfrm>
              <a:off x="4272"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4</a:t>
              </a:r>
              <a:endParaRPr lang="en-US" altLang="en-US"/>
            </a:p>
          </p:txBody>
        </p:sp>
        <p:sp>
          <p:nvSpPr>
            <p:cNvPr id="55422" name="Rectangle 114">
              <a:extLst>
                <a:ext uri="{FF2B5EF4-FFF2-40B4-BE49-F238E27FC236}">
                  <a16:creationId xmlns:a16="http://schemas.microsoft.com/office/drawing/2014/main" id="{019C124B-F91B-69D7-26C2-35175BCFA6BB}"/>
                </a:ext>
              </a:extLst>
            </p:cNvPr>
            <p:cNvSpPr>
              <a:spLocks noChangeArrowheads="1"/>
            </p:cNvSpPr>
            <p:nvPr/>
          </p:nvSpPr>
          <p:spPr bwMode="auto">
            <a:xfrm>
              <a:off x="4407"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23" name="Rectangle 115">
              <a:extLst>
                <a:ext uri="{FF2B5EF4-FFF2-40B4-BE49-F238E27FC236}">
                  <a16:creationId xmlns:a16="http://schemas.microsoft.com/office/drawing/2014/main" id="{8E49FCDF-DF9C-7038-9161-6DC4D4744B08}"/>
                </a:ext>
              </a:extLst>
            </p:cNvPr>
            <p:cNvSpPr>
              <a:spLocks noChangeArrowheads="1"/>
            </p:cNvSpPr>
            <p:nvPr/>
          </p:nvSpPr>
          <p:spPr bwMode="auto">
            <a:xfrm>
              <a:off x="4451"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5</a:t>
              </a:r>
              <a:endParaRPr lang="en-US" altLang="en-US"/>
            </a:p>
          </p:txBody>
        </p:sp>
        <p:sp>
          <p:nvSpPr>
            <p:cNvPr id="55424" name="Rectangle 116">
              <a:extLst>
                <a:ext uri="{FF2B5EF4-FFF2-40B4-BE49-F238E27FC236}">
                  <a16:creationId xmlns:a16="http://schemas.microsoft.com/office/drawing/2014/main" id="{45BA432E-3B0F-5638-7A66-6B9AE898FE8C}"/>
                </a:ext>
              </a:extLst>
            </p:cNvPr>
            <p:cNvSpPr>
              <a:spLocks noChangeArrowheads="1"/>
            </p:cNvSpPr>
            <p:nvPr/>
          </p:nvSpPr>
          <p:spPr bwMode="auto">
            <a:xfrm>
              <a:off x="4584"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25" name="Rectangle 117">
              <a:extLst>
                <a:ext uri="{FF2B5EF4-FFF2-40B4-BE49-F238E27FC236}">
                  <a16:creationId xmlns:a16="http://schemas.microsoft.com/office/drawing/2014/main" id="{E1ED4DA7-3605-629F-5495-E6ACD3BD908A}"/>
                </a:ext>
              </a:extLst>
            </p:cNvPr>
            <p:cNvSpPr>
              <a:spLocks noChangeArrowheads="1"/>
            </p:cNvSpPr>
            <p:nvPr/>
          </p:nvSpPr>
          <p:spPr bwMode="auto">
            <a:xfrm>
              <a:off x="4627"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6</a:t>
              </a:r>
              <a:endParaRPr lang="en-US" altLang="en-US"/>
            </a:p>
          </p:txBody>
        </p:sp>
        <p:sp>
          <p:nvSpPr>
            <p:cNvPr id="55426" name="Rectangle 118">
              <a:extLst>
                <a:ext uri="{FF2B5EF4-FFF2-40B4-BE49-F238E27FC236}">
                  <a16:creationId xmlns:a16="http://schemas.microsoft.com/office/drawing/2014/main" id="{FBF06827-9D57-EC0D-280A-547545919077}"/>
                </a:ext>
              </a:extLst>
            </p:cNvPr>
            <p:cNvSpPr>
              <a:spLocks noChangeArrowheads="1"/>
            </p:cNvSpPr>
            <p:nvPr/>
          </p:nvSpPr>
          <p:spPr bwMode="auto">
            <a:xfrm>
              <a:off x="4762"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27" name="Rectangle 119">
              <a:extLst>
                <a:ext uri="{FF2B5EF4-FFF2-40B4-BE49-F238E27FC236}">
                  <a16:creationId xmlns:a16="http://schemas.microsoft.com/office/drawing/2014/main" id="{17FB530F-9776-9968-D0B7-18B6DF2CB73C}"/>
                </a:ext>
              </a:extLst>
            </p:cNvPr>
            <p:cNvSpPr>
              <a:spLocks noChangeArrowheads="1"/>
            </p:cNvSpPr>
            <p:nvPr/>
          </p:nvSpPr>
          <p:spPr bwMode="auto">
            <a:xfrm>
              <a:off x="4805"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7</a:t>
              </a:r>
              <a:endParaRPr lang="en-US" altLang="en-US"/>
            </a:p>
          </p:txBody>
        </p:sp>
        <p:sp>
          <p:nvSpPr>
            <p:cNvPr id="55428" name="Rectangle 120">
              <a:extLst>
                <a:ext uri="{FF2B5EF4-FFF2-40B4-BE49-F238E27FC236}">
                  <a16:creationId xmlns:a16="http://schemas.microsoft.com/office/drawing/2014/main" id="{D0E5DCB9-A32C-674E-475E-2CA75594DF77}"/>
                </a:ext>
              </a:extLst>
            </p:cNvPr>
            <p:cNvSpPr>
              <a:spLocks noChangeArrowheads="1"/>
            </p:cNvSpPr>
            <p:nvPr/>
          </p:nvSpPr>
          <p:spPr bwMode="auto">
            <a:xfrm>
              <a:off x="4939" y="3470"/>
              <a:ext cx="15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29" name="Rectangle 121">
              <a:extLst>
                <a:ext uri="{FF2B5EF4-FFF2-40B4-BE49-F238E27FC236}">
                  <a16:creationId xmlns:a16="http://schemas.microsoft.com/office/drawing/2014/main" id="{86AA2651-EA38-6009-3E66-045385F25C1A}"/>
                </a:ext>
              </a:extLst>
            </p:cNvPr>
            <p:cNvSpPr>
              <a:spLocks noChangeArrowheads="1"/>
            </p:cNvSpPr>
            <p:nvPr/>
          </p:nvSpPr>
          <p:spPr bwMode="auto">
            <a:xfrm>
              <a:off x="4982"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8</a:t>
              </a:r>
              <a:endParaRPr lang="en-US" altLang="en-US"/>
            </a:p>
          </p:txBody>
        </p:sp>
        <p:sp>
          <p:nvSpPr>
            <p:cNvPr id="55430" name="Rectangle 122">
              <a:extLst>
                <a:ext uri="{FF2B5EF4-FFF2-40B4-BE49-F238E27FC236}">
                  <a16:creationId xmlns:a16="http://schemas.microsoft.com/office/drawing/2014/main" id="{422EACE7-318D-15DA-FAA6-7A47B97FFDF5}"/>
                </a:ext>
              </a:extLst>
            </p:cNvPr>
            <p:cNvSpPr>
              <a:spLocks noChangeArrowheads="1"/>
            </p:cNvSpPr>
            <p:nvPr/>
          </p:nvSpPr>
          <p:spPr bwMode="auto">
            <a:xfrm>
              <a:off x="5117" y="3470"/>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31" name="Rectangle 123">
              <a:extLst>
                <a:ext uri="{FF2B5EF4-FFF2-40B4-BE49-F238E27FC236}">
                  <a16:creationId xmlns:a16="http://schemas.microsoft.com/office/drawing/2014/main" id="{5FFFA5FC-515F-7511-9251-2C78AC5732B4}"/>
                </a:ext>
              </a:extLst>
            </p:cNvPr>
            <p:cNvSpPr>
              <a:spLocks noChangeArrowheads="1"/>
            </p:cNvSpPr>
            <p:nvPr/>
          </p:nvSpPr>
          <p:spPr bwMode="auto">
            <a:xfrm>
              <a:off x="5160" y="3501"/>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9</a:t>
              </a:r>
              <a:endParaRPr lang="en-US" altLang="en-US"/>
            </a:p>
          </p:txBody>
        </p:sp>
        <p:sp>
          <p:nvSpPr>
            <p:cNvPr id="55432" name="Rectangle 124">
              <a:extLst>
                <a:ext uri="{FF2B5EF4-FFF2-40B4-BE49-F238E27FC236}">
                  <a16:creationId xmlns:a16="http://schemas.microsoft.com/office/drawing/2014/main" id="{70FF05AF-8E35-9E12-59E8-B5E6DF0DE0F0}"/>
                </a:ext>
              </a:extLst>
            </p:cNvPr>
            <p:cNvSpPr>
              <a:spLocks noChangeArrowheads="1"/>
            </p:cNvSpPr>
            <p:nvPr/>
          </p:nvSpPr>
          <p:spPr bwMode="auto">
            <a:xfrm>
              <a:off x="5259" y="3470"/>
              <a:ext cx="22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33" name="Rectangle 125">
              <a:extLst>
                <a:ext uri="{FF2B5EF4-FFF2-40B4-BE49-F238E27FC236}">
                  <a16:creationId xmlns:a16="http://schemas.microsoft.com/office/drawing/2014/main" id="{BA6857EA-5E0F-A9F7-36FF-9FBA8EDD0FF4}"/>
                </a:ext>
              </a:extLst>
            </p:cNvPr>
            <p:cNvSpPr>
              <a:spLocks noChangeArrowheads="1"/>
            </p:cNvSpPr>
            <p:nvPr/>
          </p:nvSpPr>
          <p:spPr bwMode="auto">
            <a:xfrm>
              <a:off x="5302" y="3501"/>
              <a:ext cx="105"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10</a:t>
              </a:r>
              <a:endParaRPr lang="en-US" altLang="en-US"/>
            </a:p>
          </p:txBody>
        </p:sp>
        <p:sp>
          <p:nvSpPr>
            <p:cNvPr id="55434" name="Rectangle 126">
              <a:extLst>
                <a:ext uri="{FF2B5EF4-FFF2-40B4-BE49-F238E27FC236}">
                  <a16:creationId xmlns:a16="http://schemas.microsoft.com/office/drawing/2014/main" id="{844D1380-0B7F-9F1C-5E8A-2DAA5EB34A02}"/>
                </a:ext>
              </a:extLst>
            </p:cNvPr>
            <p:cNvSpPr>
              <a:spLocks noChangeArrowheads="1"/>
            </p:cNvSpPr>
            <p:nvPr/>
          </p:nvSpPr>
          <p:spPr bwMode="auto">
            <a:xfrm>
              <a:off x="3413" y="3186"/>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35" name="Rectangle 127">
              <a:extLst>
                <a:ext uri="{FF2B5EF4-FFF2-40B4-BE49-F238E27FC236}">
                  <a16:creationId xmlns:a16="http://schemas.microsoft.com/office/drawing/2014/main" id="{DB9E2A33-ED3D-E2AF-21CF-AFA90FBFB55A}"/>
                </a:ext>
              </a:extLst>
            </p:cNvPr>
            <p:cNvSpPr>
              <a:spLocks noChangeArrowheads="1"/>
            </p:cNvSpPr>
            <p:nvPr/>
          </p:nvSpPr>
          <p:spPr bwMode="auto">
            <a:xfrm>
              <a:off x="3456" y="3217"/>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1</a:t>
              </a:r>
              <a:endParaRPr lang="en-US" altLang="en-US"/>
            </a:p>
          </p:txBody>
        </p:sp>
        <p:sp>
          <p:nvSpPr>
            <p:cNvPr id="55436" name="Rectangle 128">
              <a:extLst>
                <a:ext uri="{FF2B5EF4-FFF2-40B4-BE49-F238E27FC236}">
                  <a16:creationId xmlns:a16="http://schemas.microsoft.com/office/drawing/2014/main" id="{BE32B649-99FE-8C1B-B131-988BA0D9F93D}"/>
                </a:ext>
              </a:extLst>
            </p:cNvPr>
            <p:cNvSpPr>
              <a:spLocks noChangeArrowheads="1"/>
            </p:cNvSpPr>
            <p:nvPr/>
          </p:nvSpPr>
          <p:spPr bwMode="auto">
            <a:xfrm>
              <a:off x="3413" y="3008"/>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37" name="Rectangle 129">
              <a:extLst>
                <a:ext uri="{FF2B5EF4-FFF2-40B4-BE49-F238E27FC236}">
                  <a16:creationId xmlns:a16="http://schemas.microsoft.com/office/drawing/2014/main" id="{3F43DDA8-7D2C-CC38-CEC7-FB1C2C869E13}"/>
                </a:ext>
              </a:extLst>
            </p:cNvPr>
            <p:cNvSpPr>
              <a:spLocks noChangeArrowheads="1"/>
            </p:cNvSpPr>
            <p:nvPr/>
          </p:nvSpPr>
          <p:spPr bwMode="auto">
            <a:xfrm>
              <a:off x="3456" y="3039"/>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2</a:t>
              </a:r>
              <a:endParaRPr lang="en-US" altLang="en-US"/>
            </a:p>
          </p:txBody>
        </p:sp>
        <p:sp>
          <p:nvSpPr>
            <p:cNvPr id="55438" name="Rectangle 130">
              <a:extLst>
                <a:ext uri="{FF2B5EF4-FFF2-40B4-BE49-F238E27FC236}">
                  <a16:creationId xmlns:a16="http://schemas.microsoft.com/office/drawing/2014/main" id="{4A4C7D6A-5A7A-09B3-DC56-3936B2B8A4BD}"/>
                </a:ext>
              </a:extLst>
            </p:cNvPr>
            <p:cNvSpPr>
              <a:spLocks noChangeArrowheads="1"/>
            </p:cNvSpPr>
            <p:nvPr/>
          </p:nvSpPr>
          <p:spPr bwMode="auto">
            <a:xfrm>
              <a:off x="3413" y="2831"/>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39" name="Rectangle 131">
              <a:extLst>
                <a:ext uri="{FF2B5EF4-FFF2-40B4-BE49-F238E27FC236}">
                  <a16:creationId xmlns:a16="http://schemas.microsoft.com/office/drawing/2014/main" id="{1D3AB262-610E-941B-31F2-3BAF676A2E59}"/>
                </a:ext>
              </a:extLst>
            </p:cNvPr>
            <p:cNvSpPr>
              <a:spLocks noChangeArrowheads="1"/>
            </p:cNvSpPr>
            <p:nvPr/>
          </p:nvSpPr>
          <p:spPr bwMode="auto">
            <a:xfrm>
              <a:off x="3456" y="2862"/>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3</a:t>
              </a:r>
              <a:endParaRPr lang="en-US" altLang="en-US"/>
            </a:p>
          </p:txBody>
        </p:sp>
        <p:sp>
          <p:nvSpPr>
            <p:cNvPr id="55440" name="Rectangle 132">
              <a:extLst>
                <a:ext uri="{FF2B5EF4-FFF2-40B4-BE49-F238E27FC236}">
                  <a16:creationId xmlns:a16="http://schemas.microsoft.com/office/drawing/2014/main" id="{9EE62E87-96B8-4EBF-DE38-219346225D5B}"/>
                </a:ext>
              </a:extLst>
            </p:cNvPr>
            <p:cNvSpPr>
              <a:spLocks noChangeArrowheads="1"/>
            </p:cNvSpPr>
            <p:nvPr/>
          </p:nvSpPr>
          <p:spPr bwMode="auto">
            <a:xfrm>
              <a:off x="3413" y="2653"/>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41" name="Rectangle 133">
              <a:extLst>
                <a:ext uri="{FF2B5EF4-FFF2-40B4-BE49-F238E27FC236}">
                  <a16:creationId xmlns:a16="http://schemas.microsoft.com/office/drawing/2014/main" id="{69F5203E-4AF5-2070-B373-7FE8CE9CEBCC}"/>
                </a:ext>
              </a:extLst>
            </p:cNvPr>
            <p:cNvSpPr>
              <a:spLocks noChangeArrowheads="1"/>
            </p:cNvSpPr>
            <p:nvPr/>
          </p:nvSpPr>
          <p:spPr bwMode="auto">
            <a:xfrm>
              <a:off x="3456" y="2684"/>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4</a:t>
              </a:r>
              <a:endParaRPr lang="en-US" altLang="en-US"/>
            </a:p>
          </p:txBody>
        </p:sp>
        <p:sp>
          <p:nvSpPr>
            <p:cNvPr id="55442" name="Rectangle 134">
              <a:extLst>
                <a:ext uri="{FF2B5EF4-FFF2-40B4-BE49-F238E27FC236}">
                  <a16:creationId xmlns:a16="http://schemas.microsoft.com/office/drawing/2014/main" id="{ED904D1D-3F09-C57A-A62B-68AE14ACACEF}"/>
                </a:ext>
              </a:extLst>
            </p:cNvPr>
            <p:cNvSpPr>
              <a:spLocks noChangeArrowheads="1"/>
            </p:cNvSpPr>
            <p:nvPr/>
          </p:nvSpPr>
          <p:spPr bwMode="auto">
            <a:xfrm>
              <a:off x="3413" y="2476"/>
              <a:ext cx="15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43" name="Rectangle 135">
              <a:extLst>
                <a:ext uri="{FF2B5EF4-FFF2-40B4-BE49-F238E27FC236}">
                  <a16:creationId xmlns:a16="http://schemas.microsoft.com/office/drawing/2014/main" id="{1C6E7DB5-078D-6F45-49D0-85939DBAC1A2}"/>
                </a:ext>
              </a:extLst>
            </p:cNvPr>
            <p:cNvSpPr>
              <a:spLocks noChangeArrowheads="1"/>
            </p:cNvSpPr>
            <p:nvPr/>
          </p:nvSpPr>
          <p:spPr bwMode="auto">
            <a:xfrm>
              <a:off x="3456" y="2508"/>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5</a:t>
              </a:r>
              <a:endParaRPr lang="en-US" altLang="en-US"/>
            </a:p>
          </p:txBody>
        </p:sp>
        <p:sp>
          <p:nvSpPr>
            <p:cNvPr id="55444" name="Rectangle 136">
              <a:extLst>
                <a:ext uri="{FF2B5EF4-FFF2-40B4-BE49-F238E27FC236}">
                  <a16:creationId xmlns:a16="http://schemas.microsoft.com/office/drawing/2014/main" id="{7FB21732-B0C0-176D-F39A-F5FDD5CE1952}"/>
                </a:ext>
              </a:extLst>
            </p:cNvPr>
            <p:cNvSpPr>
              <a:spLocks noChangeArrowheads="1"/>
            </p:cNvSpPr>
            <p:nvPr/>
          </p:nvSpPr>
          <p:spPr bwMode="auto">
            <a:xfrm>
              <a:off x="3413" y="2298"/>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45" name="Rectangle 137">
              <a:extLst>
                <a:ext uri="{FF2B5EF4-FFF2-40B4-BE49-F238E27FC236}">
                  <a16:creationId xmlns:a16="http://schemas.microsoft.com/office/drawing/2014/main" id="{F41D8DFF-E590-F1F9-18BF-EF76B6B93617}"/>
                </a:ext>
              </a:extLst>
            </p:cNvPr>
            <p:cNvSpPr>
              <a:spLocks noChangeArrowheads="1"/>
            </p:cNvSpPr>
            <p:nvPr/>
          </p:nvSpPr>
          <p:spPr bwMode="auto">
            <a:xfrm>
              <a:off x="3456" y="2330"/>
              <a:ext cx="5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6</a:t>
              </a:r>
              <a:endParaRPr lang="en-US" altLang="en-US"/>
            </a:p>
          </p:txBody>
        </p:sp>
        <p:sp>
          <p:nvSpPr>
            <p:cNvPr id="55446" name="Rectangle 138">
              <a:extLst>
                <a:ext uri="{FF2B5EF4-FFF2-40B4-BE49-F238E27FC236}">
                  <a16:creationId xmlns:a16="http://schemas.microsoft.com/office/drawing/2014/main" id="{117E14CA-8E26-0D59-7719-00353420D91D}"/>
                </a:ext>
              </a:extLst>
            </p:cNvPr>
            <p:cNvSpPr>
              <a:spLocks noChangeArrowheads="1"/>
            </p:cNvSpPr>
            <p:nvPr/>
          </p:nvSpPr>
          <p:spPr bwMode="auto">
            <a:xfrm>
              <a:off x="3413" y="2121"/>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47" name="Rectangle 139">
              <a:extLst>
                <a:ext uri="{FF2B5EF4-FFF2-40B4-BE49-F238E27FC236}">
                  <a16:creationId xmlns:a16="http://schemas.microsoft.com/office/drawing/2014/main" id="{63050D67-9782-7F1A-DC16-FBFC587C9CE2}"/>
                </a:ext>
              </a:extLst>
            </p:cNvPr>
            <p:cNvSpPr>
              <a:spLocks noChangeArrowheads="1"/>
            </p:cNvSpPr>
            <p:nvPr/>
          </p:nvSpPr>
          <p:spPr bwMode="auto">
            <a:xfrm>
              <a:off x="3456" y="2153"/>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7</a:t>
              </a:r>
              <a:endParaRPr lang="en-US" altLang="en-US"/>
            </a:p>
          </p:txBody>
        </p:sp>
        <p:sp>
          <p:nvSpPr>
            <p:cNvPr id="55448" name="Rectangle 140">
              <a:extLst>
                <a:ext uri="{FF2B5EF4-FFF2-40B4-BE49-F238E27FC236}">
                  <a16:creationId xmlns:a16="http://schemas.microsoft.com/office/drawing/2014/main" id="{CA59E347-3667-87FF-0A6D-44F5F26AFB8C}"/>
                </a:ext>
              </a:extLst>
            </p:cNvPr>
            <p:cNvSpPr>
              <a:spLocks noChangeArrowheads="1"/>
            </p:cNvSpPr>
            <p:nvPr/>
          </p:nvSpPr>
          <p:spPr bwMode="auto">
            <a:xfrm>
              <a:off x="3413" y="1943"/>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49" name="Rectangle 141">
              <a:extLst>
                <a:ext uri="{FF2B5EF4-FFF2-40B4-BE49-F238E27FC236}">
                  <a16:creationId xmlns:a16="http://schemas.microsoft.com/office/drawing/2014/main" id="{F58A25A1-FB6F-3290-9B87-E4DC0D93F715}"/>
                </a:ext>
              </a:extLst>
            </p:cNvPr>
            <p:cNvSpPr>
              <a:spLocks noChangeArrowheads="1"/>
            </p:cNvSpPr>
            <p:nvPr/>
          </p:nvSpPr>
          <p:spPr bwMode="auto">
            <a:xfrm>
              <a:off x="3456" y="1975"/>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8</a:t>
              </a:r>
              <a:endParaRPr lang="en-US" altLang="en-US"/>
            </a:p>
          </p:txBody>
        </p:sp>
        <p:sp>
          <p:nvSpPr>
            <p:cNvPr id="55450" name="Rectangle 142">
              <a:extLst>
                <a:ext uri="{FF2B5EF4-FFF2-40B4-BE49-F238E27FC236}">
                  <a16:creationId xmlns:a16="http://schemas.microsoft.com/office/drawing/2014/main" id="{626109A4-80F6-0FBC-2853-C75B140F1F75}"/>
                </a:ext>
              </a:extLst>
            </p:cNvPr>
            <p:cNvSpPr>
              <a:spLocks noChangeArrowheads="1"/>
            </p:cNvSpPr>
            <p:nvPr/>
          </p:nvSpPr>
          <p:spPr bwMode="auto">
            <a:xfrm>
              <a:off x="3413" y="1766"/>
              <a:ext cx="1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51" name="Rectangle 143">
              <a:extLst>
                <a:ext uri="{FF2B5EF4-FFF2-40B4-BE49-F238E27FC236}">
                  <a16:creationId xmlns:a16="http://schemas.microsoft.com/office/drawing/2014/main" id="{1FA7E704-F375-481B-9008-F647E4DBC8D6}"/>
                </a:ext>
              </a:extLst>
            </p:cNvPr>
            <p:cNvSpPr>
              <a:spLocks noChangeArrowheads="1"/>
            </p:cNvSpPr>
            <p:nvPr/>
          </p:nvSpPr>
          <p:spPr bwMode="auto">
            <a:xfrm>
              <a:off x="3456" y="1797"/>
              <a:ext cx="5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800">
                  <a:solidFill>
                    <a:srgbClr val="000000"/>
                  </a:solidFill>
                </a:rPr>
                <a:t>9</a:t>
              </a:r>
              <a:endParaRPr lang="en-US" altLang="en-US"/>
            </a:p>
          </p:txBody>
        </p:sp>
        <p:sp>
          <p:nvSpPr>
            <p:cNvPr id="55452" name="Rectangle 144">
              <a:extLst>
                <a:ext uri="{FF2B5EF4-FFF2-40B4-BE49-F238E27FC236}">
                  <a16:creationId xmlns:a16="http://schemas.microsoft.com/office/drawing/2014/main" id="{9FB61150-8A54-439C-8977-1D981615B02B}"/>
                </a:ext>
              </a:extLst>
            </p:cNvPr>
            <p:cNvSpPr>
              <a:spLocks noChangeArrowheads="1"/>
            </p:cNvSpPr>
            <p:nvPr/>
          </p:nvSpPr>
          <p:spPr bwMode="auto">
            <a:xfrm>
              <a:off x="3590" y="3464"/>
              <a:ext cx="1775"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453" name="Rectangle 145">
              <a:extLst>
                <a:ext uri="{FF2B5EF4-FFF2-40B4-BE49-F238E27FC236}">
                  <a16:creationId xmlns:a16="http://schemas.microsoft.com/office/drawing/2014/main" id="{9075A88A-4F8A-9BA5-1DAC-ADBED06A7795}"/>
                </a:ext>
              </a:extLst>
            </p:cNvPr>
            <p:cNvSpPr>
              <a:spLocks noChangeArrowheads="1"/>
            </p:cNvSpPr>
            <p:nvPr/>
          </p:nvSpPr>
          <p:spPr bwMode="auto">
            <a:xfrm>
              <a:off x="3585" y="1695"/>
              <a:ext cx="11" cy="17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nvGrpSpPr>
          <p:cNvPr id="55302" name="Group 150">
            <a:extLst>
              <a:ext uri="{FF2B5EF4-FFF2-40B4-BE49-F238E27FC236}">
                <a16:creationId xmlns:a16="http://schemas.microsoft.com/office/drawing/2014/main" id="{33943E65-1D88-9B2B-E2F4-784A1BA804F2}"/>
              </a:ext>
            </a:extLst>
          </p:cNvPr>
          <p:cNvGrpSpPr>
            <a:grpSpLocks/>
          </p:cNvGrpSpPr>
          <p:nvPr/>
        </p:nvGrpSpPr>
        <p:grpSpPr bwMode="auto">
          <a:xfrm>
            <a:off x="4791075" y="2676525"/>
            <a:ext cx="1457325" cy="1428750"/>
            <a:chOff x="1320" y="2616"/>
            <a:chExt cx="918" cy="900"/>
          </a:xfrm>
        </p:grpSpPr>
        <p:sp>
          <p:nvSpPr>
            <p:cNvPr id="55312" name="Oval 151">
              <a:extLst>
                <a:ext uri="{FF2B5EF4-FFF2-40B4-BE49-F238E27FC236}">
                  <a16:creationId xmlns:a16="http://schemas.microsoft.com/office/drawing/2014/main" id="{AB6B4481-5ACD-C2FC-9AE2-23B52BF259C6}"/>
                </a:ext>
              </a:extLst>
            </p:cNvPr>
            <p:cNvSpPr>
              <a:spLocks noChangeArrowheads="1"/>
            </p:cNvSpPr>
            <p:nvPr/>
          </p:nvSpPr>
          <p:spPr bwMode="auto">
            <a:xfrm>
              <a:off x="1737" y="3024"/>
              <a:ext cx="84" cy="84"/>
            </a:xfrm>
            <a:prstGeom prst="ellipse">
              <a:avLst/>
            </a:prstGeom>
            <a:solidFill>
              <a:srgbClr val="FF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13" name="Oval 152">
              <a:extLst>
                <a:ext uri="{FF2B5EF4-FFF2-40B4-BE49-F238E27FC236}">
                  <a16:creationId xmlns:a16="http://schemas.microsoft.com/office/drawing/2014/main" id="{3EE7DCD1-BA31-306B-CE6B-D5131FE0969D}"/>
                </a:ext>
              </a:extLst>
            </p:cNvPr>
            <p:cNvSpPr>
              <a:spLocks noChangeArrowheads="1"/>
            </p:cNvSpPr>
            <p:nvPr/>
          </p:nvSpPr>
          <p:spPr bwMode="auto">
            <a:xfrm>
              <a:off x="1320" y="2616"/>
              <a:ext cx="918" cy="9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grpSp>
        <p:nvGrpSpPr>
          <p:cNvPr id="55303" name="Group 153">
            <a:extLst>
              <a:ext uri="{FF2B5EF4-FFF2-40B4-BE49-F238E27FC236}">
                <a16:creationId xmlns:a16="http://schemas.microsoft.com/office/drawing/2014/main" id="{924DB6FA-8D5E-7327-EA0D-A7892FC737E6}"/>
              </a:ext>
            </a:extLst>
          </p:cNvPr>
          <p:cNvGrpSpPr>
            <a:grpSpLocks/>
          </p:cNvGrpSpPr>
          <p:nvPr/>
        </p:nvGrpSpPr>
        <p:grpSpPr bwMode="auto">
          <a:xfrm>
            <a:off x="5610225" y="0"/>
            <a:ext cx="1457325" cy="1428750"/>
            <a:chOff x="1320" y="2616"/>
            <a:chExt cx="918" cy="900"/>
          </a:xfrm>
        </p:grpSpPr>
        <p:sp>
          <p:nvSpPr>
            <p:cNvPr id="55310" name="Oval 154">
              <a:extLst>
                <a:ext uri="{FF2B5EF4-FFF2-40B4-BE49-F238E27FC236}">
                  <a16:creationId xmlns:a16="http://schemas.microsoft.com/office/drawing/2014/main" id="{6A6276FF-50A6-A6A1-D681-BAA97DD0D51B}"/>
                </a:ext>
              </a:extLst>
            </p:cNvPr>
            <p:cNvSpPr>
              <a:spLocks noChangeArrowheads="1"/>
            </p:cNvSpPr>
            <p:nvPr/>
          </p:nvSpPr>
          <p:spPr bwMode="auto">
            <a:xfrm>
              <a:off x="1737" y="3024"/>
              <a:ext cx="84" cy="84"/>
            </a:xfrm>
            <a:prstGeom prst="ellipse">
              <a:avLst/>
            </a:prstGeom>
            <a:solidFill>
              <a:srgbClr val="FF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5311" name="Oval 155">
              <a:extLst>
                <a:ext uri="{FF2B5EF4-FFF2-40B4-BE49-F238E27FC236}">
                  <a16:creationId xmlns:a16="http://schemas.microsoft.com/office/drawing/2014/main" id="{75717719-8551-7B17-F5F8-15CF518549E4}"/>
                </a:ext>
              </a:extLst>
            </p:cNvPr>
            <p:cNvSpPr>
              <a:spLocks noChangeArrowheads="1"/>
            </p:cNvSpPr>
            <p:nvPr/>
          </p:nvSpPr>
          <p:spPr bwMode="auto">
            <a:xfrm>
              <a:off x="1320" y="2616"/>
              <a:ext cx="918" cy="9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sp>
        <p:nvSpPr>
          <p:cNvPr id="55304" name="Text Box 156">
            <a:extLst>
              <a:ext uri="{FF2B5EF4-FFF2-40B4-BE49-F238E27FC236}">
                <a16:creationId xmlns:a16="http://schemas.microsoft.com/office/drawing/2014/main" id="{1E1CD22B-479F-3B03-3C06-2EE6E9FB2224}"/>
              </a:ext>
            </a:extLst>
          </p:cNvPr>
          <p:cNvSpPr txBox="1">
            <a:spLocks noChangeArrowheads="1"/>
          </p:cNvSpPr>
          <p:nvPr/>
        </p:nvSpPr>
        <p:spPr bwMode="auto">
          <a:xfrm>
            <a:off x="304800" y="152400"/>
            <a:ext cx="38608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New data point arrives…</a:t>
            </a:r>
          </a:p>
          <a:p>
            <a:pPr algn="l" eaLnBrk="1" hangingPunct="1"/>
            <a:endParaRPr lang="en-US" altLang="en-US"/>
          </a:p>
          <a:p>
            <a:pPr algn="l" eaLnBrk="1" hangingPunct="1"/>
            <a:r>
              <a:rPr lang="en-US" altLang="en-US"/>
              <a:t>It is </a:t>
            </a:r>
            <a:r>
              <a:rPr lang="en-US" altLang="en-US" b="1"/>
              <a:t>not</a:t>
            </a:r>
            <a:r>
              <a:rPr lang="en-US" altLang="en-US"/>
              <a:t> within the threshold for cluster 1, so create a new cluster, and so on..</a:t>
            </a:r>
          </a:p>
        </p:txBody>
      </p:sp>
      <p:sp>
        <p:nvSpPr>
          <p:cNvPr id="55305" name="Text Box 157">
            <a:extLst>
              <a:ext uri="{FF2B5EF4-FFF2-40B4-BE49-F238E27FC236}">
                <a16:creationId xmlns:a16="http://schemas.microsoft.com/office/drawing/2014/main" id="{9DB05382-3CA7-D80D-034A-AECC4C8307FC}"/>
              </a:ext>
            </a:extLst>
          </p:cNvPr>
          <p:cNvSpPr txBox="1">
            <a:spLocks noChangeArrowheads="1"/>
          </p:cNvSpPr>
          <p:nvPr/>
        </p:nvSpPr>
        <p:spPr bwMode="auto">
          <a:xfrm>
            <a:off x="5029200" y="2819400"/>
            <a:ext cx="336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solidFill>
                  <a:srgbClr val="0000FF"/>
                </a:solidFill>
              </a:rPr>
              <a:t>1</a:t>
            </a:r>
          </a:p>
        </p:txBody>
      </p:sp>
      <p:sp>
        <p:nvSpPr>
          <p:cNvPr id="55306" name="Text Box 158">
            <a:extLst>
              <a:ext uri="{FF2B5EF4-FFF2-40B4-BE49-F238E27FC236}">
                <a16:creationId xmlns:a16="http://schemas.microsoft.com/office/drawing/2014/main" id="{4822779E-BF6C-C085-5B92-AC85D7FFC1E7}"/>
              </a:ext>
            </a:extLst>
          </p:cNvPr>
          <p:cNvSpPr txBox="1">
            <a:spLocks noChangeArrowheads="1"/>
          </p:cNvSpPr>
          <p:nvPr/>
        </p:nvSpPr>
        <p:spPr bwMode="auto">
          <a:xfrm>
            <a:off x="5486400" y="3581400"/>
            <a:ext cx="336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solidFill>
                  <a:srgbClr val="0000FF"/>
                </a:solidFill>
              </a:rPr>
              <a:t>2</a:t>
            </a:r>
          </a:p>
        </p:txBody>
      </p:sp>
      <p:sp>
        <p:nvSpPr>
          <p:cNvPr id="55307" name="Text Box 159">
            <a:extLst>
              <a:ext uri="{FF2B5EF4-FFF2-40B4-BE49-F238E27FC236}">
                <a16:creationId xmlns:a16="http://schemas.microsoft.com/office/drawing/2014/main" id="{D850752B-C461-175B-9577-E9604110C3F4}"/>
              </a:ext>
            </a:extLst>
          </p:cNvPr>
          <p:cNvSpPr txBox="1">
            <a:spLocks noChangeArrowheads="1"/>
          </p:cNvSpPr>
          <p:nvPr/>
        </p:nvSpPr>
        <p:spPr bwMode="auto">
          <a:xfrm>
            <a:off x="5638800" y="2971800"/>
            <a:ext cx="336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solidFill>
                  <a:srgbClr val="0000FF"/>
                </a:solidFill>
              </a:rPr>
              <a:t>3</a:t>
            </a:r>
          </a:p>
        </p:txBody>
      </p:sp>
      <p:sp>
        <p:nvSpPr>
          <p:cNvPr id="55308" name="Text Box 160">
            <a:extLst>
              <a:ext uri="{FF2B5EF4-FFF2-40B4-BE49-F238E27FC236}">
                <a16:creationId xmlns:a16="http://schemas.microsoft.com/office/drawing/2014/main" id="{FE61B9F5-9799-39D5-821F-A2F29BD8D16F}"/>
              </a:ext>
            </a:extLst>
          </p:cNvPr>
          <p:cNvSpPr txBox="1">
            <a:spLocks noChangeArrowheads="1"/>
          </p:cNvSpPr>
          <p:nvPr/>
        </p:nvSpPr>
        <p:spPr bwMode="auto">
          <a:xfrm>
            <a:off x="6172200" y="381000"/>
            <a:ext cx="336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solidFill>
                  <a:srgbClr val="0000FF"/>
                </a:solidFill>
              </a:rPr>
              <a:t>4</a:t>
            </a:r>
          </a:p>
        </p:txBody>
      </p:sp>
      <p:sp>
        <p:nvSpPr>
          <p:cNvPr id="55309" name="Text Box 161">
            <a:extLst>
              <a:ext uri="{FF2B5EF4-FFF2-40B4-BE49-F238E27FC236}">
                <a16:creationId xmlns:a16="http://schemas.microsoft.com/office/drawing/2014/main" id="{F0FBD08C-B7CF-58CD-28B3-3BA8221AE23D}"/>
              </a:ext>
            </a:extLst>
          </p:cNvPr>
          <p:cNvSpPr txBox="1">
            <a:spLocks noChangeArrowheads="1"/>
          </p:cNvSpPr>
          <p:nvPr/>
        </p:nvSpPr>
        <p:spPr bwMode="auto">
          <a:xfrm>
            <a:off x="304800" y="4191000"/>
            <a:ext cx="38608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Algorithm is highly order dependent…</a:t>
            </a:r>
          </a:p>
          <a:p>
            <a:pPr algn="l" eaLnBrk="1" hangingPunct="1"/>
            <a:endParaRPr lang="en-US" altLang="en-US"/>
          </a:p>
          <a:p>
            <a:pPr algn="l" eaLnBrk="1" hangingPunct="1"/>
            <a:r>
              <a:rPr lang="en-US" altLang="en-US"/>
              <a:t>It is difficult to determine t in advance…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E96CD307-5FF7-C984-09C6-8308AEA9F7A1}"/>
              </a:ext>
            </a:extLst>
          </p:cNvPr>
          <p:cNvSpPr>
            <a:spLocks noGrp="1" noChangeArrowheads="1"/>
          </p:cNvSpPr>
          <p:nvPr>
            <p:ph type="title"/>
          </p:nvPr>
        </p:nvSpPr>
        <p:spPr>
          <a:xfrm>
            <a:off x="609600" y="0"/>
            <a:ext cx="7772400" cy="1143000"/>
          </a:xfrm>
        </p:spPr>
        <p:txBody>
          <a:bodyPr/>
          <a:lstStyle/>
          <a:p>
            <a:pPr eaLnBrk="1" hangingPunct="1">
              <a:defRPr/>
            </a:pPr>
            <a:r>
              <a:rPr lang="en-US" altLang="en-US">
                <a:effectLst>
                  <a:outerShdw blurRad="38100" dist="38100" dir="2700000" algn="tl">
                    <a:srgbClr val="C0C0C0"/>
                  </a:outerShdw>
                </a:effectLst>
              </a:rPr>
              <a:t>Partitional Clustering Algorithms</a:t>
            </a:r>
          </a:p>
        </p:txBody>
      </p:sp>
      <p:sp>
        <p:nvSpPr>
          <p:cNvPr id="56323" name="Rectangle 3">
            <a:extLst>
              <a:ext uri="{FF2B5EF4-FFF2-40B4-BE49-F238E27FC236}">
                <a16:creationId xmlns:a16="http://schemas.microsoft.com/office/drawing/2014/main" id="{30C5015C-B5B2-5512-2DFA-CDB5100E953D}"/>
              </a:ext>
            </a:extLst>
          </p:cNvPr>
          <p:cNvSpPr>
            <a:spLocks noGrp="1" noChangeArrowheads="1"/>
          </p:cNvSpPr>
          <p:nvPr>
            <p:ph type="body" idx="1"/>
          </p:nvPr>
        </p:nvSpPr>
        <p:spPr>
          <a:xfrm>
            <a:off x="228600" y="990600"/>
            <a:ext cx="8229600" cy="5562600"/>
          </a:xfrm>
        </p:spPr>
        <p:txBody>
          <a:bodyPr/>
          <a:lstStyle/>
          <a:p>
            <a:pPr eaLnBrk="1" hangingPunct="1"/>
            <a:r>
              <a:rPr lang="en-US" altLang="en-US" sz="2800"/>
              <a:t>Clustering algorithms have been designed to handle very large datasets</a:t>
            </a:r>
          </a:p>
          <a:p>
            <a:pPr eaLnBrk="1" hangingPunct="1"/>
            <a:r>
              <a:rPr lang="en-US" altLang="en-US" sz="2800"/>
              <a:t>E.g. the </a:t>
            </a:r>
            <a:r>
              <a:rPr lang="en-US" altLang="en-US" sz="2800">
                <a:solidFill>
                  <a:schemeClr val="tx2"/>
                </a:solidFill>
              </a:rPr>
              <a:t>Birch algorithm</a:t>
            </a:r>
          </a:p>
          <a:p>
            <a:pPr lvl="1" eaLnBrk="1" hangingPunct="1">
              <a:buFontTx/>
              <a:buChar char="•"/>
            </a:pPr>
            <a:r>
              <a:rPr lang="en-US" altLang="en-US" sz="2400"/>
              <a:t>Main idea: use an in-memory R-tree to store points that are being clustered</a:t>
            </a:r>
          </a:p>
          <a:p>
            <a:pPr lvl="1" eaLnBrk="1" hangingPunct="1">
              <a:buFontTx/>
              <a:buChar char="•"/>
            </a:pPr>
            <a:r>
              <a:rPr lang="en-US" altLang="en-US" sz="2400"/>
              <a:t>Insert points one at a time into the R-tree, merging a new point with an existing cluster if is less than some </a:t>
            </a:r>
            <a:r>
              <a:rPr lang="en-US" altLang="en-US" sz="2400">
                <a:sym typeface="Symbol" panose="05050102010706020507" pitchFamily="18" charset="2"/>
              </a:rPr>
              <a:t></a:t>
            </a:r>
            <a:r>
              <a:rPr lang="en-US" altLang="en-US" sz="2400"/>
              <a:t> distance away</a:t>
            </a:r>
          </a:p>
          <a:p>
            <a:pPr lvl="1" eaLnBrk="1" hangingPunct="1">
              <a:buFontTx/>
              <a:buChar char="•"/>
            </a:pPr>
            <a:r>
              <a:rPr lang="en-US" altLang="en-US" sz="2400"/>
              <a:t>If there are more leaf nodes than fit in memory, merge existing clusters that are close to each other</a:t>
            </a:r>
          </a:p>
          <a:p>
            <a:pPr lvl="1" eaLnBrk="1" hangingPunct="1">
              <a:buFontTx/>
              <a:buChar char="•"/>
            </a:pPr>
            <a:r>
              <a:rPr lang="en-US" altLang="en-US" sz="2400"/>
              <a:t>At the end of first pass we get a large number of clusters at the leaves of the R-tree</a:t>
            </a:r>
          </a:p>
          <a:p>
            <a:pPr lvl="2" eaLnBrk="1" hangingPunct="1">
              <a:buFont typeface="Wingdings" panose="05000000000000000000" pitchFamily="2" charset="2"/>
              <a:buChar char="§"/>
            </a:pPr>
            <a:r>
              <a:rPr lang="en-US" altLang="en-US" sz="2000"/>
              <a:t>Merge clusters to reduce the number of clusters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55D6CE71-9B9B-E8B0-3338-F598342A24F0}"/>
              </a:ext>
            </a:extLst>
          </p:cNvPr>
          <p:cNvSpPr>
            <a:spLocks noGrp="1" noChangeArrowheads="1"/>
          </p:cNvSpPr>
          <p:nvPr>
            <p:ph type="title"/>
          </p:nvPr>
        </p:nvSpPr>
        <p:spPr>
          <a:xfrm>
            <a:off x="609600" y="152400"/>
            <a:ext cx="7772400" cy="1143000"/>
          </a:xfrm>
        </p:spPr>
        <p:txBody>
          <a:bodyPr/>
          <a:lstStyle/>
          <a:p>
            <a:pPr eaLnBrk="1" hangingPunct="1">
              <a:defRPr/>
            </a:pPr>
            <a:r>
              <a:rPr lang="en-US" altLang="en-US">
                <a:effectLst>
                  <a:outerShdw blurRad="38100" dist="38100" dir="2700000" algn="tl">
                    <a:srgbClr val="C0C0C0"/>
                  </a:outerShdw>
                </a:effectLst>
              </a:rPr>
              <a:t>Partitional Clustering Algorithms</a:t>
            </a:r>
          </a:p>
        </p:txBody>
      </p:sp>
      <p:sp>
        <p:nvSpPr>
          <p:cNvPr id="57347" name="Rectangle 3">
            <a:extLst>
              <a:ext uri="{FF2B5EF4-FFF2-40B4-BE49-F238E27FC236}">
                <a16:creationId xmlns:a16="http://schemas.microsoft.com/office/drawing/2014/main" id="{0FF36FF1-608E-7CF6-2C63-69FF3ED4380E}"/>
              </a:ext>
            </a:extLst>
          </p:cNvPr>
          <p:cNvSpPr>
            <a:spLocks noGrp="1" noChangeArrowheads="1"/>
          </p:cNvSpPr>
          <p:nvPr>
            <p:ph type="body" idx="1"/>
          </p:nvPr>
        </p:nvSpPr>
        <p:spPr>
          <a:xfrm>
            <a:off x="609600" y="1600200"/>
            <a:ext cx="7772400" cy="423863"/>
          </a:xfrm>
        </p:spPr>
        <p:txBody>
          <a:bodyPr/>
          <a:lstStyle/>
          <a:p>
            <a:pPr eaLnBrk="1" hangingPunct="1">
              <a:lnSpc>
                <a:spcPct val="90000"/>
              </a:lnSpc>
            </a:pPr>
            <a:r>
              <a:rPr lang="en-US" altLang="en-US" sz="2800"/>
              <a:t>The </a:t>
            </a:r>
            <a:r>
              <a:rPr lang="en-US" altLang="en-US" sz="2800">
                <a:solidFill>
                  <a:schemeClr val="tx2"/>
                </a:solidFill>
              </a:rPr>
              <a:t>Birch algorithm</a:t>
            </a:r>
          </a:p>
        </p:txBody>
      </p:sp>
      <p:sp>
        <p:nvSpPr>
          <p:cNvPr id="57348" name="Rectangle 4">
            <a:extLst>
              <a:ext uri="{FF2B5EF4-FFF2-40B4-BE49-F238E27FC236}">
                <a16:creationId xmlns:a16="http://schemas.microsoft.com/office/drawing/2014/main" id="{4D08E579-4CC0-876F-0A4E-6EEB12AF02C2}"/>
              </a:ext>
            </a:extLst>
          </p:cNvPr>
          <p:cNvSpPr>
            <a:spLocks noChangeArrowheads="1"/>
          </p:cNvSpPr>
          <p:nvPr/>
        </p:nvSpPr>
        <p:spPr bwMode="auto">
          <a:xfrm>
            <a:off x="5562600" y="2667000"/>
            <a:ext cx="1905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49" name="Rectangle 5">
            <a:extLst>
              <a:ext uri="{FF2B5EF4-FFF2-40B4-BE49-F238E27FC236}">
                <a16:creationId xmlns:a16="http://schemas.microsoft.com/office/drawing/2014/main" id="{772E73FB-8A28-BB2C-75B6-E230309D9999}"/>
              </a:ext>
            </a:extLst>
          </p:cNvPr>
          <p:cNvSpPr>
            <a:spLocks noChangeArrowheads="1"/>
          </p:cNvSpPr>
          <p:nvPr/>
        </p:nvSpPr>
        <p:spPr bwMode="auto">
          <a:xfrm>
            <a:off x="4419600" y="3733800"/>
            <a:ext cx="1371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50" name="Rectangle 6">
            <a:extLst>
              <a:ext uri="{FF2B5EF4-FFF2-40B4-BE49-F238E27FC236}">
                <a16:creationId xmlns:a16="http://schemas.microsoft.com/office/drawing/2014/main" id="{0A98AA41-14C9-78E7-7A2E-FC9AF0C43811}"/>
              </a:ext>
            </a:extLst>
          </p:cNvPr>
          <p:cNvSpPr>
            <a:spLocks noChangeArrowheads="1"/>
          </p:cNvSpPr>
          <p:nvPr/>
        </p:nvSpPr>
        <p:spPr bwMode="auto">
          <a:xfrm>
            <a:off x="6019800" y="3733800"/>
            <a:ext cx="1371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51" name="Rectangle 7">
            <a:extLst>
              <a:ext uri="{FF2B5EF4-FFF2-40B4-BE49-F238E27FC236}">
                <a16:creationId xmlns:a16="http://schemas.microsoft.com/office/drawing/2014/main" id="{51C6A410-6704-8E98-CEB4-D301F25CEE4B}"/>
              </a:ext>
            </a:extLst>
          </p:cNvPr>
          <p:cNvSpPr>
            <a:spLocks noChangeArrowheads="1"/>
          </p:cNvSpPr>
          <p:nvPr/>
        </p:nvSpPr>
        <p:spPr bwMode="auto">
          <a:xfrm>
            <a:off x="7620000" y="3733800"/>
            <a:ext cx="1371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52" name="Rectangle 8">
            <a:extLst>
              <a:ext uri="{FF2B5EF4-FFF2-40B4-BE49-F238E27FC236}">
                <a16:creationId xmlns:a16="http://schemas.microsoft.com/office/drawing/2014/main" id="{64FB8CFB-FFF0-3BC6-FBD3-3F07AE1082EC}"/>
              </a:ext>
            </a:extLst>
          </p:cNvPr>
          <p:cNvSpPr>
            <a:spLocks noChangeArrowheads="1"/>
          </p:cNvSpPr>
          <p:nvPr/>
        </p:nvSpPr>
        <p:spPr bwMode="auto">
          <a:xfrm>
            <a:off x="42672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53" name="Rectangle 9">
            <a:extLst>
              <a:ext uri="{FF2B5EF4-FFF2-40B4-BE49-F238E27FC236}">
                <a16:creationId xmlns:a16="http://schemas.microsoft.com/office/drawing/2014/main" id="{DC0B0250-8971-F188-71E6-4AD421B1EE9F}"/>
              </a:ext>
            </a:extLst>
          </p:cNvPr>
          <p:cNvSpPr>
            <a:spLocks noChangeArrowheads="1"/>
          </p:cNvSpPr>
          <p:nvPr/>
        </p:nvSpPr>
        <p:spPr bwMode="auto">
          <a:xfrm>
            <a:off x="48006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54" name="Rectangle 10">
            <a:extLst>
              <a:ext uri="{FF2B5EF4-FFF2-40B4-BE49-F238E27FC236}">
                <a16:creationId xmlns:a16="http://schemas.microsoft.com/office/drawing/2014/main" id="{F0C6F1A3-D1A9-428B-8C36-E86DA433964B}"/>
              </a:ext>
            </a:extLst>
          </p:cNvPr>
          <p:cNvSpPr>
            <a:spLocks noChangeArrowheads="1"/>
          </p:cNvSpPr>
          <p:nvPr/>
        </p:nvSpPr>
        <p:spPr bwMode="auto">
          <a:xfrm>
            <a:off x="54102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55" name="Rectangle 11">
            <a:extLst>
              <a:ext uri="{FF2B5EF4-FFF2-40B4-BE49-F238E27FC236}">
                <a16:creationId xmlns:a16="http://schemas.microsoft.com/office/drawing/2014/main" id="{8BF30C23-1BDD-D04D-0BB8-9630709FBFDF}"/>
              </a:ext>
            </a:extLst>
          </p:cNvPr>
          <p:cNvSpPr>
            <a:spLocks noChangeArrowheads="1"/>
          </p:cNvSpPr>
          <p:nvPr/>
        </p:nvSpPr>
        <p:spPr bwMode="auto">
          <a:xfrm>
            <a:off x="59436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56" name="Rectangle 12">
            <a:extLst>
              <a:ext uri="{FF2B5EF4-FFF2-40B4-BE49-F238E27FC236}">
                <a16:creationId xmlns:a16="http://schemas.microsoft.com/office/drawing/2014/main" id="{3E69C4BD-A474-AD99-B734-1150E32112DF}"/>
              </a:ext>
            </a:extLst>
          </p:cNvPr>
          <p:cNvSpPr>
            <a:spLocks noChangeArrowheads="1"/>
          </p:cNvSpPr>
          <p:nvPr/>
        </p:nvSpPr>
        <p:spPr bwMode="auto">
          <a:xfrm>
            <a:off x="65532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57" name="Rectangle 13">
            <a:extLst>
              <a:ext uri="{FF2B5EF4-FFF2-40B4-BE49-F238E27FC236}">
                <a16:creationId xmlns:a16="http://schemas.microsoft.com/office/drawing/2014/main" id="{DBB4B32B-AF2E-EA1C-BC13-AAAC25367B0C}"/>
              </a:ext>
            </a:extLst>
          </p:cNvPr>
          <p:cNvSpPr>
            <a:spLocks noChangeArrowheads="1"/>
          </p:cNvSpPr>
          <p:nvPr/>
        </p:nvSpPr>
        <p:spPr bwMode="auto">
          <a:xfrm>
            <a:off x="70866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58" name="Rectangle 14">
            <a:extLst>
              <a:ext uri="{FF2B5EF4-FFF2-40B4-BE49-F238E27FC236}">
                <a16:creationId xmlns:a16="http://schemas.microsoft.com/office/drawing/2014/main" id="{C86301B1-0FCC-9972-F0C4-2EB4DBE9A550}"/>
              </a:ext>
            </a:extLst>
          </p:cNvPr>
          <p:cNvSpPr>
            <a:spLocks noChangeArrowheads="1"/>
          </p:cNvSpPr>
          <p:nvPr/>
        </p:nvSpPr>
        <p:spPr bwMode="auto">
          <a:xfrm>
            <a:off x="76200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59" name="Rectangle 15">
            <a:extLst>
              <a:ext uri="{FF2B5EF4-FFF2-40B4-BE49-F238E27FC236}">
                <a16:creationId xmlns:a16="http://schemas.microsoft.com/office/drawing/2014/main" id="{967E42F8-5BA7-2A61-0FE0-A372CB6A2EE5}"/>
              </a:ext>
            </a:extLst>
          </p:cNvPr>
          <p:cNvSpPr>
            <a:spLocks noChangeArrowheads="1"/>
          </p:cNvSpPr>
          <p:nvPr/>
        </p:nvSpPr>
        <p:spPr bwMode="auto">
          <a:xfrm>
            <a:off x="81534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60" name="Rectangle 16">
            <a:extLst>
              <a:ext uri="{FF2B5EF4-FFF2-40B4-BE49-F238E27FC236}">
                <a16:creationId xmlns:a16="http://schemas.microsoft.com/office/drawing/2014/main" id="{CD98C6DB-0457-46A3-9F62-F08F69A5AA89}"/>
              </a:ext>
            </a:extLst>
          </p:cNvPr>
          <p:cNvSpPr>
            <a:spLocks noChangeArrowheads="1"/>
          </p:cNvSpPr>
          <p:nvPr/>
        </p:nvSpPr>
        <p:spPr bwMode="auto">
          <a:xfrm>
            <a:off x="8683625"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61" name="Rectangle 17">
            <a:extLst>
              <a:ext uri="{FF2B5EF4-FFF2-40B4-BE49-F238E27FC236}">
                <a16:creationId xmlns:a16="http://schemas.microsoft.com/office/drawing/2014/main" id="{63E7E5F4-08C2-B33A-77F8-5A9DA74AEA82}"/>
              </a:ext>
            </a:extLst>
          </p:cNvPr>
          <p:cNvSpPr>
            <a:spLocks noChangeArrowheads="1"/>
          </p:cNvSpPr>
          <p:nvPr/>
        </p:nvSpPr>
        <p:spPr bwMode="auto">
          <a:xfrm>
            <a:off x="5562600" y="2667000"/>
            <a:ext cx="1981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FF9900"/>
                </a:solidFill>
                <a:latin typeface="Helvetica" panose="020B0604020202020204" pitchFamily="34" charset="0"/>
              </a:rPr>
              <a:t>R10   R11  R12</a:t>
            </a:r>
          </a:p>
        </p:txBody>
      </p:sp>
      <p:sp>
        <p:nvSpPr>
          <p:cNvPr id="57362" name="Line 18">
            <a:extLst>
              <a:ext uri="{FF2B5EF4-FFF2-40B4-BE49-F238E27FC236}">
                <a16:creationId xmlns:a16="http://schemas.microsoft.com/office/drawing/2014/main" id="{7434C0A1-22EC-11EA-3924-75FA5AA92410}"/>
              </a:ext>
            </a:extLst>
          </p:cNvPr>
          <p:cNvSpPr>
            <a:spLocks noChangeShapeType="1"/>
          </p:cNvSpPr>
          <p:nvPr/>
        </p:nvSpPr>
        <p:spPr bwMode="auto">
          <a:xfrm flipH="1">
            <a:off x="5105400" y="3048000"/>
            <a:ext cx="7620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63" name="Line 19">
            <a:extLst>
              <a:ext uri="{FF2B5EF4-FFF2-40B4-BE49-F238E27FC236}">
                <a16:creationId xmlns:a16="http://schemas.microsoft.com/office/drawing/2014/main" id="{A8BE18FB-8EDD-6C0D-CA7D-64D78FE3D166}"/>
              </a:ext>
            </a:extLst>
          </p:cNvPr>
          <p:cNvSpPr>
            <a:spLocks noChangeShapeType="1"/>
          </p:cNvSpPr>
          <p:nvPr/>
        </p:nvSpPr>
        <p:spPr bwMode="auto">
          <a:xfrm flipH="1">
            <a:off x="6629400" y="30480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64" name="Line 20">
            <a:extLst>
              <a:ext uri="{FF2B5EF4-FFF2-40B4-BE49-F238E27FC236}">
                <a16:creationId xmlns:a16="http://schemas.microsoft.com/office/drawing/2014/main" id="{1100ABBD-40F6-D6FC-C047-D1DCE83DB01D}"/>
              </a:ext>
            </a:extLst>
          </p:cNvPr>
          <p:cNvSpPr>
            <a:spLocks noChangeShapeType="1"/>
          </p:cNvSpPr>
          <p:nvPr/>
        </p:nvSpPr>
        <p:spPr bwMode="auto">
          <a:xfrm>
            <a:off x="7239000" y="3048000"/>
            <a:ext cx="7620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65" name="Line 21">
            <a:extLst>
              <a:ext uri="{FF2B5EF4-FFF2-40B4-BE49-F238E27FC236}">
                <a16:creationId xmlns:a16="http://schemas.microsoft.com/office/drawing/2014/main" id="{298FCFD8-6117-48A2-C159-4CAD3594654C}"/>
              </a:ext>
            </a:extLst>
          </p:cNvPr>
          <p:cNvSpPr>
            <a:spLocks noChangeShapeType="1"/>
          </p:cNvSpPr>
          <p:nvPr/>
        </p:nvSpPr>
        <p:spPr bwMode="auto">
          <a:xfrm flipH="1">
            <a:off x="5029200" y="41148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66" name="Line 22">
            <a:extLst>
              <a:ext uri="{FF2B5EF4-FFF2-40B4-BE49-F238E27FC236}">
                <a16:creationId xmlns:a16="http://schemas.microsoft.com/office/drawing/2014/main" id="{0CF6F76D-F0C7-6E87-AE97-3A00EB25C106}"/>
              </a:ext>
            </a:extLst>
          </p:cNvPr>
          <p:cNvSpPr>
            <a:spLocks noChangeShapeType="1"/>
          </p:cNvSpPr>
          <p:nvPr/>
        </p:nvSpPr>
        <p:spPr bwMode="auto">
          <a:xfrm flipH="1">
            <a:off x="6705600" y="41148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67" name="Line 23">
            <a:extLst>
              <a:ext uri="{FF2B5EF4-FFF2-40B4-BE49-F238E27FC236}">
                <a16:creationId xmlns:a16="http://schemas.microsoft.com/office/drawing/2014/main" id="{46FDE924-4196-75AD-41EE-883D1872321D}"/>
              </a:ext>
            </a:extLst>
          </p:cNvPr>
          <p:cNvSpPr>
            <a:spLocks noChangeShapeType="1"/>
          </p:cNvSpPr>
          <p:nvPr/>
        </p:nvSpPr>
        <p:spPr bwMode="auto">
          <a:xfrm flipH="1">
            <a:off x="8335963" y="41148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68" name="Line 24">
            <a:extLst>
              <a:ext uri="{FF2B5EF4-FFF2-40B4-BE49-F238E27FC236}">
                <a16:creationId xmlns:a16="http://schemas.microsoft.com/office/drawing/2014/main" id="{FFA87CBA-63AD-BB66-2F92-241CA22489E2}"/>
              </a:ext>
            </a:extLst>
          </p:cNvPr>
          <p:cNvSpPr>
            <a:spLocks noChangeShapeType="1"/>
          </p:cNvSpPr>
          <p:nvPr/>
        </p:nvSpPr>
        <p:spPr bwMode="auto">
          <a:xfrm flipH="1">
            <a:off x="4419600" y="4114800"/>
            <a:ext cx="152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69" name="Line 25">
            <a:extLst>
              <a:ext uri="{FF2B5EF4-FFF2-40B4-BE49-F238E27FC236}">
                <a16:creationId xmlns:a16="http://schemas.microsoft.com/office/drawing/2014/main" id="{47C01B2C-33C9-761C-2870-D8D3500740DE}"/>
              </a:ext>
            </a:extLst>
          </p:cNvPr>
          <p:cNvSpPr>
            <a:spLocks noChangeShapeType="1"/>
          </p:cNvSpPr>
          <p:nvPr/>
        </p:nvSpPr>
        <p:spPr bwMode="auto">
          <a:xfrm>
            <a:off x="5486400" y="4114800"/>
            <a:ext cx="152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70" name="Line 26">
            <a:extLst>
              <a:ext uri="{FF2B5EF4-FFF2-40B4-BE49-F238E27FC236}">
                <a16:creationId xmlns:a16="http://schemas.microsoft.com/office/drawing/2014/main" id="{F4BA637F-1A66-1D2F-76A9-D7CDB1FA50FF}"/>
              </a:ext>
            </a:extLst>
          </p:cNvPr>
          <p:cNvSpPr>
            <a:spLocks noChangeShapeType="1"/>
          </p:cNvSpPr>
          <p:nvPr/>
        </p:nvSpPr>
        <p:spPr bwMode="auto">
          <a:xfrm flipH="1">
            <a:off x="6096000" y="4114800"/>
            <a:ext cx="152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71" name="Line 27">
            <a:extLst>
              <a:ext uri="{FF2B5EF4-FFF2-40B4-BE49-F238E27FC236}">
                <a16:creationId xmlns:a16="http://schemas.microsoft.com/office/drawing/2014/main" id="{1E9CA0C4-3F64-721A-2D85-33F4BC72B269}"/>
              </a:ext>
            </a:extLst>
          </p:cNvPr>
          <p:cNvSpPr>
            <a:spLocks noChangeShapeType="1"/>
          </p:cNvSpPr>
          <p:nvPr/>
        </p:nvSpPr>
        <p:spPr bwMode="auto">
          <a:xfrm>
            <a:off x="7162800" y="4114800"/>
            <a:ext cx="152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72" name="Line 28">
            <a:extLst>
              <a:ext uri="{FF2B5EF4-FFF2-40B4-BE49-F238E27FC236}">
                <a16:creationId xmlns:a16="http://schemas.microsoft.com/office/drawing/2014/main" id="{8946AC0B-0A57-AB17-C753-8F786E7EE9C6}"/>
              </a:ext>
            </a:extLst>
          </p:cNvPr>
          <p:cNvSpPr>
            <a:spLocks noChangeShapeType="1"/>
          </p:cNvSpPr>
          <p:nvPr/>
        </p:nvSpPr>
        <p:spPr bwMode="auto">
          <a:xfrm flipH="1">
            <a:off x="7772400" y="4114800"/>
            <a:ext cx="152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73" name="Line 29">
            <a:extLst>
              <a:ext uri="{FF2B5EF4-FFF2-40B4-BE49-F238E27FC236}">
                <a16:creationId xmlns:a16="http://schemas.microsoft.com/office/drawing/2014/main" id="{B242D9B2-1E6C-19CD-CCB5-7B1E808BB6EF}"/>
              </a:ext>
            </a:extLst>
          </p:cNvPr>
          <p:cNvSpPr>
            <a:spLocks noChangeShapeType="1"/>
          </p:cNvSpPr>
          <p:nvPr/>
        </p:nvSpPr>
        <p:spPr bwMode="auto">
          <a:xfrm>
            <a:off x="8763000" y="4114800"/>
            <a:ext cx="152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74" name="Rectangle 30">
            <a:extLst>
              <a:ext uri="{FF2B5EF4-FFF2-40B4-BE49-F238E27FC236}">
                <a16:creationId xmlns:a16="http://schemas.microsoft.com/office/drawing/2014/main" id="{9C2926B2-4575-5A87-4D99-682812840B9D}"/>
              </a:ext>
            </a:extLst>
          </p:cNvPr>
          <p:cNvSpPr>
            <a:spLocks noChangeArrowheads="1"/>
          </p:cNvSpPr>
          <p:nvPr/>
        </p:nvSpPr>
        <p:spPr bwMode="auto">
          <a:xfrm>
            <a:off x="4343400" y="3733800"/>
            <a:ext cx="160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3399FF"/>
                </a:solidFill>
                <a:latin typeface="Helvetica" panose="020B0604020202020204" pitchFamily="34" charset="0"/>
              </a:rPr>
              <a:t>R1   R2  R3</a:t>
            </a:r>
          </a:p>
        </p:txBody>
      </p:sp>
      <p:sp>
        <p:nvSpPr>
          <p:cNvPr id="57375" name="Rectangle 31">
            <a:extLst>
              <a:ext uri="{FF2B5EF4-FFF2-40B4-BE49-F238E27FC236}">
                <a16:creationId xmlns:a16="http://schemas.microsoft.com/office/drawing/2014/main" id="{BC348F38-2B1C-E39C-76FD-3E08F6011874}"/>
              </a:ext>
            </a:extLst>
          </p:cNvPr>
          <p:cNvSpPr>
            <a:spLocks noChangeArrowheads="1"/>
          </p:cNvSpPr>
          <p:nvPr/>
        </p:nvSpPr>
        <p:spPr bwMode="auto">
          <a:xfrm>
            <a:off x="5943600" y="3733800"/>
            <a:ext cx="160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3399FF"/>
                </a:solidFill>
                <a:latin typeface="Helvetica" panose="020B0604020202020204" pitchFamily="34" charset="0"/>
              </a:rPr>
              <a:t>R4   R5  R6</a:t>
            </a:r>
          </a:p>
        </p:txBody>
      </p:sp>
      <p:sp>
        <p:nvSpPr>
          <p:cNvPr id="57376" name="Rectangle 32">
            <a:extLst>
              <a:ext uri="{FF2B5EF4-FFF2-40B4-BE49-F238E27FC236}">
                <a16:creationId xmlns:a16="http://schemas.microsoft.com/office/drawing/2014/main" id="{337D9CB8-DC89-3021-39A2-E4A4D074043C}"/>
              </a:ext>
            </a:extLst>
          </p:cNvPr>
          <p:cNvSpPr>
            <a:spLocks noChangeArrowheads="1"/>
          </p:cNvSpPr>
          <p:nvPr/>
        </p:nvSpPr>
        <p:spPr bwMode="auto">
          <a:xfrm>
            <a:off x="7543800" y="3733800"/>
            <a:ext cx="160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3399FF"/>
                </a:solidFill>
                <a:latin typeface="Helvetica" panose="020B0604020202020204" pitchFamily="34" charset="0"/>
              </a:rPr>
              <a:t>R7   R8  R9</a:t>
            </a:r>
          </a:p>
        </p:txBody>
      </p:sp>
      <p:sp>
        <p:nvSpPr>
          <p:cNvPr id="57377" name="AutoShape 33">
            <a:extLst>
              <a:ext uri="{FF2B5EF4-FFF2-40B4-BE49-F238E27FC236}">
                <a16:creationId xmlns:a16="http://schemas.microsoft.com/office/drawing/2014/main" id="{F53140CC-5EF7-CDC7-BCE5-93154962F69D}"/>
              </a:ext>
            </a:extLst>
          </p:cNvPr>
          <p:cNvSpPr>
            <a:spLocks/>
          </p:cNvSpPr>
          <p:nvPr/>
        </p:nvSpPr>
        <p:spPr bwMode="auto">
          <a:xfrm rot="-5400000">
            <a:off x="6438900" y="3162300"/>
            <a:ext cx="381000" cy="4572000"/>
          </a:xfrm>
          <a:prstGeom prst="leftBrace">
            <a:avLst>
              <a:gd name="adj1" fmla="val 145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78" name="Rectangle 34">
            <a:extLst>
              <a:ext uri="{FF2B5EF4-FFF2-40B4-BE49-F238E27FC236}">
                <a16:creationId xmlns:a16="http://schemas.microsoft.com/office/drawing/2014/main" id="{B9B46918-637D-9A38-E272-F1E3A300119E}"/>
              </a:ext>
            </a:extLst>
          </p:cNvPr>
          <p:cNvSpPr>
            <a:spLocks noChangeArrowheads="1"/>
          </p:cNvSpPr>
          <p:nvPr/>
        </p:nvSpPr>
        <p:spPr bwMode="auto">
          <a:xfrm>
            <a:off x="4876800" y="5638800"/>
            <a:ext cx="403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008000"/>
                </a:solidFill>
                <a:latin typeface="Helvetica" panose="020B0604020202020204" pitchFamily="34" charset="0"/>
              </a:rPr>
              <a:t>Data nodes containing points</a:t>
            </a:r>
          </a:p>
        </p:txBody>
      </p:sp>
      <p:sp>
        <p:nvSpPr>
          <p:cNvPr id="57379" name="Rectangle 35">
            <a:extLst>
              <a:ext uri="{FF2B5EF4-FFF2-40B4-BE49-F238E27FC236}">
                <a16:creationId xmlns:a16="http://schemas.microsoft.com/office/drawing/2014/main" id="{4FB99AAA-0A7A-F99B-0846-1DDC44A5BC76}"/>
              </a:ext>
            </a:extLst>
          </p:cNvPr>
          <p:cNvSpPr>
            <a:spLocks noChangeArrowheads="1"/>
          </p:cNvSpPr>
          <p:nvPr/>
        </p:nvSpPr>
        <p:spPr bwMode="auto">
          <a:xfrm>
            <a:off x="2466975" y="3644900"/>
            <a:ext cx="533400" cy="690563"/>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80" name="Rectangle 36">
            <a:extLst>
              <a:ext uri="{FF2B5EF4-FFF2-40B4-BE49-F238E27FC236}">
                <a16:creationId xmlns:a16="http://schemas.microsoft.com/office/drawing/2014/main" id="{9E40F553-08DA-90E4-B610-5C0C7D73DC28}"/>
              </a:ext>
            </a:extLst>
          </p:cNvPr>
          <p:cNvSpPr>
            <a:spLocks noChangeArrowheads="1"/>
          </p:cNvSpPr>
          <p:nvPr/>
        </p:nvSpPr>
        <p:spPr bwMode="auto">
          <a:xfrm>
            <a:off x="3087688" y="2874963"/>
            <a:ext cx="669925" cy="7620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81" name="Rectangle 37">
            <a:extLst>
              <a:ext uri="{FF2B5EF4-FFF2-40B4-BE49-F238E27FC236}">
                <a16:creationId xmlns:a16="http://schemas.microsoft.com/office/drawing/2014/main" id="{D6D7206B-517C-5BC7-3FDD-FCB692003F99}"/>
              </a:ext>
            </a:extLst>
          </p:cNvPr>
          <p:cNvSpPr>
            <a:spLocks noChangeArrowheads="1"/>
          </p:cNvSpPr>
          <p:nvPr/>
        </p:nvSpPr>
        <p:spPr bwMode="auto">
          <a:xfrm>
            <a:off x="990600" y="2743200"/>
            <a:ext cx="609600" cy="503238"/>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82" name="Rectangle 38">
            <a:extLst>
              <a:ext uri="{FF2B5EF4-FFF2-40B4-BE49-F238E27FC236}">
                <a16:creationId xmlns:a16="http://schemas.microsoft.com/office/drawing/2014/main" id="{E4D6F410-F883-1284-E81B-FF34F4CC8F1B}"/>
              </a:ext>
            </a:extLst>
          </p:cNvPr>
          <p:cNvSpPr>
            <a:spLocks noChangeArrowheads="1"/>
          </p:cNvSpPr>
          <p:nvPr/>
        </p:nvSpPr>
        <p:spPr bwMode="auto">
          <a:xfrm>
            <a:off x="990600" y="3308350"/>
            <a:ext cx="609600" cy="373063"/>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83" name="Rectangle 39">
            <a:extLst>
              <a:ext uri="{FF2B5EF4-FFF2-40B4-BE49-F238E27FC236}">
                <a16:creationId xmlns:a16="http://schemas.microsoft.com/office/drawing/2014/main" id="{6C893754-35FC-F5A8-91F3-D099BAEDEA8F}"/>
              </a:ext>
            </a:extLst>
          </p:cNvPr>
          <p:cNvSpPr>
            <a:spLocks noChangeArrowheads="1"/>
          </p:cNvSpPr>
          <p:nvPr/>
        </p:nvSpPr>
        <p:spPr bwMode="auto">
          <a:xfrm>
            <a:off x="1179513" y="4749800"/>
            <a:ext cx="649287" cy="6858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84" name="Rectangle 40">
            <a:extLst>
              <a:ext uri="{FF2B5EF4-FFF2-40B4-BE49-F238E27FC236}">
                <a16:creationId xmlns:a16="http://schemas.microsoft.com/office/drawing/2014/main" id="{9E35BEF0-05DC-99B2-2499-96EBD8872603}"/>
              </a:ext>
            </a:extLst>
          </p:cNvPr>
          <p:cNvSpPr>
            <a:spLocks noChangeArrowheads="1"/>
          </p:cNvSpPr>
          <p:nvPr/>
        </p:nvSpPr>
        <p:spPr bwMode="auto">
          <a:xfrm>
            <a:off x="1636713" y="4632325"/>
            <a:ext cx="1030287" cy="7620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385" name="Line 41">
            <a:extLst>
              <a:ext uri="{FF2B5EF4-FFF2-40B4-BE49-F238E27FC236}">
                <a16:creationId xmlns:a16="http://schemas.microsoft.com/office/drawing/2014/main" id="{D08668A8-E0C6-C977-790F-95A734EB407D}"/>
              </a:ext>
            </a:extLst>
          </p:cNvPr>
          <p:cNvSpPr>
            <a:spLocks noChangeShapeType="1"/>
          </p:cNvSpPr>
          <p:nvPr/>
        </p:nvSpPr>
        <p:spPr bwMode="auto">
          <a:xfrm>
            <a:off x="1255713" y="52070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86" name="Line 42">
            <a:extLst>
              <a:ext uri="{FF2B5EF4-FFF2-40B4-BE49-F238E27FC236}">
                <a16:creationId xmlns:a16="http://schemas.microsoft.com/office/drawing/2014/main" id="{F19847CF-76D6-A9AF-1412-16585773D9CD}"/>
              </a:ext>
            </a:extLst>
          </p:cNvPr>
          <p:cNvSpPr>
            <a:spLocks noChangeShapeType="1"/>
          </p:cNvSpPr>
          <p:nvPr/>
        </p:nvSpPr>
        <p:spPr bwMode="auto">
          <a:xfrm>
            <a:off x="1408113" y="50546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87" name="Line 43">
            <a:extLst>
              <a:ext uri="{FF2B5EF4-FFF2-40B4-BE49-F238E27FC236}">
                <a16:creationId xmlns:a16="http://schemas.microsoft.com/office/drawing/2014/main" id="{D184A34D-7944-2E40-5633-3DAB00749C3F}"/>
              </a:ext>
            </a:extLst>
          </p:cNvPr>
          <p:cNvSpPr>
            <a:spLocks noChangeShapeType="1"/>
          </p:cNvSpPr>
          <p:nvPr/>
        </p:nvSpPr>
        <p:spPr bwMode="auto">
          <a:xfrm>
            <a:off x="1560513" y="52070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88" name="Line 44">
            <a:extLst>
              <a:ext uri="{FF2B5EF4-FFF2-40B4-BE49-F238E27FC236}">
                <a16:creationId xmlns:a16="http://schemas.microsoft.com/office/drawing/2014/main" id="{688C5763-B3FF-A98B-C193-B59D3DD082D2}"/>
              </a:ext>
            </a:extLst>
          </p:cNvPr>
          <p:cNvSpPr>
            <a:spLocks noChangeShapeType="1"/>
          </p:cNvSpPr>
          <p:nvPr/>
        </p:nvSpPr>
        <p:spPr bwMode="auto">
          <a:xfrm>
            <a:off x="1712913" y="53594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89" name="Line 45">
            <a:extLst>
              <a:ext uri="{FF2B5EF4-FFF2-40B4-BE49-F238E27FC236}">
                <a16:creationId xmlns:a16="http://schemas.microsoft.com/office/drawing/2014/main" id="{17D78F62-A8EE-8FBC-279B-DA34AC0D4A4D}"/>
              </a:ext>
            </a:extLst>
          </p:cNvPr>
          <p:cNvSpPr>
            <a:spLocks noChangeShapeType="1"/>
          </p:cNvSpPr>
          <p:nvPr/>
        </p:nvSpPr>
        <p:spPr bwMode="auto">
          <a:xfrm>
            <a:off x="1835150" y="38401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90" name="Line 46">
            <a:extLst>
              <a:ext uri="{FF2B5EF4-FFF2-40B4-BE49-F238E27FC236}">
                <a16:creationId xmlns:a16="http://schemas.microsoft.com/office/drawing/2014/main" id="{D10D7941-F296-A418-7653-0BE76AA63A40}"/>
              </a:ext>
            </a:extLst>
          </p:cNvPr>
          <p:cNvSpPr>
            <a:spLocks noChangeShapeType="1"/>
          </p:cNvSpPr>
          <p:nvPr/>
        </p:nvSpPr>
        <p:spPr bwMode="auto">
          <a:xfrm>
            <a:off x="1682750" y="37639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91" name="Line 47">
            <a:extLst>
              <a:ext uri="{FF2B5EF4-FFF2-40B4-BE49-F238E27FC236}">
                <a16:creationId xmlns:a16="http://schemas.microsoft.com/office/drawing/2014/main" id="{E366DA41-40DA-AA98-09D8-7EAF6EE71CA1}"/>
              </a:ext>
            </a:extLst>
          </p:cNvPr>
          <p:cNvSpPr>
            <a:spLocks noChangeShapeType="1"/>
          </p:cNvSpPr>
          <p:nvPr/>
        </p:nvSpPr>
        <p:spPr bwMode="auto">
          <a:xfrm>
            <a:off x="1255713" y="49784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92" name="Line 48">
            <a:extLst>
              <a:ext uri="{FF2B5EF4-FFF2-40B4-BE49-F238E27FC236}">
                <a16:creationId xmlns:a16="http://schemas.microsoft.com/office/drawing/2014/main" id="{41753AB2-317E-B512-6903-200CFD85A565}"/>
              </a:ext>
            </a:extLst>
          </p:cNvPr>
          <p:cNvSpPr>
            <a:spLocks noChangeShapeType="1"/>
          </p:cNvSpPr>
          <p:nvPr/>
        </p:nvSpPr>
        <p:spPr bwMode="auto">
          <a:xfrm>
            <a:off x="1606550" y="36877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93" name="Line 49">
            <a:extLst>
              <a:ext uri="{FF2B5EF4-FFF2-40B4-BE49-F238E27FC236}">
                <a16:creationId xmlns:a16="http://schemas.microsoft.com/office/drawing/2014/main" id="{C6236ADD-8E35-DB0B-C0BA-013815B77A11}"/>
              </a:ext>
            </a:extLst>
          </p:cNvPr>
          <p:cNvSpPr>
            <a:spLocks noChangeShapeType="1"/>
          </p:cNvSpPr>
          <p:nvPr/>
        </p:nvSpPr>
        <p:spPr bwMode="auto">
          <a:xfrm>
            <a:off x="1835150" y="36877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94" name="Line 50">
            <a:extLst>
              <a:ext uri="{FF2B5EF4-FFF2-40B4-BE49-F238E27FC236}">
                <a16:creationId xmlns:a16="http://schemas.microsoft.com/office/drawing/2014/main" id="{92E7BA0C-8DB3-2CED-1F8C-14A1DBF3D143}"/>
              </a:ext>
            </a:extLst>
          </p:cNvPr>
          <p:cNvSpPr>
            <a:spLocks noChangeShapeType="1"/>
          </p:cNvSpPr>
          <p:nvPr/>
        </p:nvSpPr>
        <p:spPr bwMode="auto">
          <a:xfrm>
            <a:off x="1530350" y="37639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95" name="Line 51">
            <a:extLst>
              <a:ext uri="{FF2B5EF4-FFF2-40B4-BE49-F238E27FC236}">
                <a16:creationId xmlns:a16="http://schemas.microsoft.com/office/drawing/2014/main" id="{82163CEF-7419-605B-D8FA-8C2F1FDFC71C}"/>
              </a:ext>
            </a:extLst>
          </p:cNvPr>
          <p:cNvSpPr>
            <a:spLocks noChangeShapeType="1"/>
          </p:cNvSpPr>
          <p:nvPr/>
        </p:nvSpPr>
        <p:spPr bwMode="auto">
          <a:xfrm>
            <a:off x="1636713" y="49784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96" name="Line 52">
            <a:extLst>
              <a:ext uri="{FF2B5EF4-FFF2-40B4-BE49-F238E27FC236}">
                <a16:creationId xmlns:a16="http://schemas.microsoft.com/office/drawing/2014/main" id="{E6C26CD6-ADEF-7CBA-C7BA-93C5E0EB59C3}"/>
              </a:ext>
            </a:extLst>
          </p:cNvPr>
          <p:cNvSpPr>
            <a:spLocks noChangeShapeType="1"/>
          </p:cNvSpPr>
          <p:nvPr/>
        </p:nvSpPr>
        <p:spPr bwMode="auto">
          <a:xfrm>
            <a:off x="1331913" y="48260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97" name="Line 53">
            <a:extLst>
              <a:ext uri="{FF2B5EF4-FFF2-40B4-BE49-F238E27FC236}">
                <a16:creationId xmlns:a16="http://schemas.microsoft.com/office/drawing/2014/main" id="{3965E456-9C91-33A3-A3CC-5FAB57A74B65}"/>
              </a:ext>
            </a:extLst>
          </p:cNvPr>
          <p:cNvSpPr>
            <a:spLocks noChangeShapeType="1"/>
          </p:cNvSpPr>
          <p:nvPr/>
        </p:nvSpPr>
        <p:spPr bwMode="auto">
          <a:xfrm>
            <a:off x="1843088" y="40068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98" name="Line 54">
            <a:extLst>
              <a:ext uri="{FF2B5EF4-FFF2-40B4-BE49-F238E27FC236}">
                <a16:creationId xmlns:a16="http://schemas.microsoft.com/office/drawing/2014/main" id="{1EFCC5AE-556D-E7D2-AB8E-A83C810F822A}"/>
              </a:ext>
            </a:extLst>
          </p:cNvPr>
          <p:cNvSpPr>
            <a:spLocks noChangeShapeType="1"/>
          </p:cNvSpPr>
          <p:nvPr/>
        </p:nvSpPr>
        <p:spPr bwMode="auto">
          <a:xfrm>
            <a:off x="1363663" y="39338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99" name="Line 55">
            <a:extLst>
              <a:ext uri="{FF2B5EF4-FFF2-40B4-BE49-F238E27FC236}">
                <a16:creationId xmlns:a16="http://schemas.microsoft.com/office/drawing/2014/main" id="{D094255D-87CB-691C-1813-05DEA9D9394B}"/>
              </a:ext>
            </a:extLst>
          </p:cNvPr>
          <p:cNvSpPr>
            <a:spLocks noChangeShapeType="1"/>
          </p:cNvSpPr>
          <p:nvPr/>
        </p:nvSpPr>
        <p:spPr bwMode="auto">
          <a:xfrm>
            <a:off x="2795588" y="37814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00" name="Line 56">
            <a:extLst>
              <a:ext uri="{FF2B5EF4-FFF2-40B4-BE49-F238E27FC236}">
                <a16:creationId xmlns:a16="http://schemas.microsoft.com/office/drawing/2014/main" id="{5AAE3252-95A2-E4C6-69E7-9814F485FE11}"/>
              </a:ext>
            </a:extLst>
          </p:cNvPr>
          <p:cNvSpPr>
            <a:spLocks noChangeShapeType="1"/>
          </p:cNvSpPr>
          <p:nvPr/>
        </p:nvSpPr>
        <p:spPr bwMode="auto">
          <a:xfrm>
            <a:off x="2965450" y="49466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01" name="Line 57">
            <a:extLst>
              <a:ext uri="{FF2B5EF4-FFF2-40B4-BE49-F238E27FC236}">
                <a16:creationId xmlns:a16="http://schemas.microsoft.com/office/drawing/2014/main" id="{4FEA6BA9-5070-BD62-10FB-B72BF2CD089C}"/>
              </a:ext>
            </a:extLst>
          </p:cNvPr>
          <p:cNvSpPr>
            <a:spLocks noChangeShapeType="1"/>
          </p:cNvSpPr>
          <p:nvPr/>
        </p:nvSpPr>
        <p:spPr bwMode="auto">
          <a:xfrm>
            <a:off x="3117850" y="48704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02" name="Line 58">
            <a:extLst>
              <a:ext uri="{FF2B5EF4-FFF2-40B4-BE49-F238E27FC236}">
                <a16:creationId xmlns:a16="http://schemas.microsoft.com/office/drawing/2014/main" id="{1D52D0A4-FFD4-B615-8739-BD1D68C3F99B}"/>
              </a:ext>
            </a:extLst>
          </p:cNvPr>
          <p:cNvSpPr>
            <a:spLocks noChangeShapeType="1"/>
          </p:cNvSpPr>
          <p:nvPr/>
        </p:nvSpPr>
        <p:spPr bwMode="auto">
          <a:xfrm>
            <a:off x="2695575" y="522287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03" name="Line 59">
            <a:extLst>
              <a:ext uri="{FF2B5EF4-FFF2-40B4-BE49-F238E27FC236}">
                <a16:creationId xmlns:a16="http://schemas.microsoft.com/office/drawing/2014/main" id="{D14B3B57-7D0A-7873-4EA7-6130DEFC553D}"/>
              </a:ext>
            </a:extLst>
          </p:cNvPr>
          <p:cNvSpPr>
            <a:spLocks noChangeShapeType="1"/>
          </p:cNvSpPr>
          <p:nvPr/>
        </p:nvSpPr>
        <p:spPr bwMode="auto">
          <a:xfrm>
            <a:off x="1235075" y="34988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04" name="Line 60">
            <a:extLst>
              <a:ext uri="{FF2B5EF4-FFF2-40B4-BE49-F238E27FC236}">
                <a16:creationId xmlns:a16="http://schemas.microsoft.com/office/drawing/2014/main" id="{B105EA0D-4C0A-A65F-65AF-9BA69BA257B9}"/>
              </a:ext>
            </a:extLst>
          </p:cNvPr>
          <p:cNvSpPr>
            <a:spLocks noChangeShapeType="1"/>
          </p:cNvSpPr>
          <p:nvPr/>
        </p:nvSpPr>
        <p:spPr bwMode="auto">
          <a:xfrm>
            <a:off x="1143000" y="36576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05" name="Line 61">
            <a:extLst>
              <a:ext uri="{FF2B5EF4-FFF2-40B4-BE49-F238E27FC236}">
                <a16:creationId xmlns:a16="http://schemas.microsoft.com/office/drawing/2014/main" id="{54ECC2C5-0E9D-C655-7471-CA685A0BCAA8}"/>
              </a:ext>
            </a:extLst>
          </p:cNvPr>
          <p:cNvSpPr>
            <a:spLocks noChangeShapeType="1"/>
          </p:cNvSpPr>
          <p:nvPr/>
        </p:nvSpPr>
        <p:spPr bwMode="auto">
          <a:xfrm>
            <a:off x="1371600" y="34290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06" name="Line 62">
            <a:extLst>
              <a:ext uri="{FF2B5EF4-FFF2-40B4-BE49-F238E27FC236}">
                <a16:creationId xmlns:a16="http://schemas.microsoft.com/office/drawing/2014/main" id="{13FB329D-F81A-3746-8696-14E910F8BAAE}"/>
              </a:ext>
            </a:extLst>
          </p:cNvPr>
          <p:cNvSpPr>
            <a:spLocks noChangeShapeType="1"/>
          </p:cNvSpPr>
          <p:nvPr/>
        </p:nvSpPr>
        <p:spPr bwMode="auto">
          <a:xfrm>
            <a:off x="1052513" y="334803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07" name="Line 63">
            <a:extLst>
              <a:ext uri="{FF2B5EF4-FFF2-40B4-BE49-F238E27FC236}">
                <a16:creationId xmlns:a16="http://schemas.microsoft.com/office/drawing/2014/main" id="{9A73F567-67EA-D6A2-4117-BDF529ED5D6F}"/>
              </a:ext>
            </a:extLst>
          </p:cNvPr>
          <p:cNvSpPr>
            <a:spLocks noChangeShapeType="1"/>
          </p:cNvSpPr>
          <p:nvPr/>
        </p:nvSpPr>
        <p:spPr bwMode="auto">
          <a:xfrm>
            <a:off x="1447800" y="32004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08" name="Line 64">
            <a:extLst>
              <a:ext uri="{FF2B5EF4-FFF2-40B4-BE49-F238E27FC236}">
                <a16:creationId xmlns:a16="http://schemas.microsoft.com/office/drawing/2014/main" id="{1F6B3BE6-A903-698C-7BAD-2A4F55B08794}"/>
              </a:ext>
            </a:extLst>
          </p:cNvPr>
          <p:cNvSpPr>
            <a:spLocks noChangeShapeType="1"/>
          </p:cNvSpPr>
          <p:nvPr/>
        </p:nvSpPr>
        <p:spPr bwMode="auto">
          <a:xfrm>
            <a:off x="1066800" y="29718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09" name="Line 65">
            <a:extLst>
              <a:ext uri="{FF2B5EF4-FFF2-40B4-BE49-F238E27FC236}">
                <a16:creationId xmlns:a16="http://schemas.microsoft.com/office/drawing/2014/main" id="{D42EBCF1-D517-23DB-04C0-6A839D9972E6}"/>
              </a:ext>
            </a:extLst>
          </p:cNvPr>
          <p:cNvSpPr>
            <a:spLocks noChangeShapeType="1"/>
          </p:cNvSpPr>
          <p:nvPr/>
        </p:nvSpPr>
        <p:spPr bwMode="auto">
          <a:xfrm>
            <a:off x="1447800" y="29718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10" name="Line 66">
            <a:extLst>
              <a:ext uri="{FF2B5EF4-FFF2-40B4-BE49-F238E27FC236}">
                <a16:creationId xmlns:a16="http://schemas.microsoft.com/office/drawing/2014/main" id="{32FEAEB9-0562-90FA-344F-B9B949F1B45B}"/>
              </a:ext>
            </a:extLst>
          </p:cNvPr>
          <p:cNvSpPr>
            <a:spLocks noChangeShapeType="1"/>
          </p:cNvSpPr>
          <p:nvPr/>
        </p:nvSpPr>
        <p:spPr bwMode="auto">
          <a:xfrm>
            <a:off x="1155700" y="310197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11" name="Line 67">
            <a:extLst>
              <a:ext uri="{FF2B5EF4-FFF2-40B4-BE49-F238E27FC236}">
                <a16:creationId xmlns:a16="http://schemas.microsoft.com/office/drawing/2014/main" id="{C9B57D93-8E53-D2AB-6404-A3477D7507C9}"/>
              </a:ext>
            </a:extLst>
          </p:cNvPr>
          <p:cNvSpPr>
            <a:spLocks noChangeShapeType="1"/>
          </p:cNvSpPr>
          <p:nvPr/>
        </p:nvSpPr>
        <p:spPr bwMode="auto">
          <a:xfrm>
            <a:off x="1295400" y="28194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12" name="Line 68">
            <a:extLst>
              <a:ext uri="{FF2B5EF4-FFF2-40B4-BE49-F238E27FC236}">
                <a16:creationId xmlns:a16="http://schemas.microsoft.com/office/drawing/2014/main" id="{45618F23-867F-E960-8E5A-A7BE982E588E}"/>
              </a:ext>
            </a:extLst>
          </p:cNvPr>
          <p:cNvSpPr>
            <a:spLocks noChangeShapeType="1"/>
          </p:cNvSpPr>
          <p:nvPr/>
        </p:nvSpPr>
        <p:spPr bwMode="auto">
          <a:xfrm>
            <a:off x="3376613" y="29511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13" name="Line 69">
            <a:extLst>
              <a:ext uri="{FF2B5EF4-FFF2-40B4-BE49-F238E27FC236}">
                <a16:creationId xmlns:a16="http://schemas.microsoft.com/office/drawing/2014/main" id="{30755CE2-521C-9FDB-0EC0-5A32F6F83660}"/>
              </a:ext>
            </a:extLst>
          </p:cNvPr>
          <p:cNvSpPr>
            <a:spLocks noChangeShapeType="1"/>
          </p:cNvSpPr>
          <p:nvPr/>
        </p:nvSpPr>
        <p:spPr bwMode="auto">
          <a:xfrm>
            <a:off x="3605213" y="29511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14" name="Line 70">
            <a:extLst>
              <a:ext uri="{FF2B5EF4-FFF2-40B4-BE49-F238E27FC236}">
                <a16:creationId xmlns:a16="http://schemas.microsoft.com/office/drawing/2014/main" id="{0C329301-0447-5B3B-05ED-365DB87A1D16}"/>
              </a:ext>
            </a:extLst>
          </p:cNvPr>
          <p:cNvSpPr>
            <a:spLocks noChangeShapeType="1"/>
          </p:cNvSpPr>
          <p:nvPr/>
        </p:nvSpPr>
        <p:spPr bwMode="auto">
          <a:xfrm>
            <a:off x="3452813" y="31797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15" name="Line 71">
            <a:extLst>
              <a:ext uri="{FF2B5EF4-FFF2-40B4-BE49-F238E27FC236}">
                <a16:creationId xmlns:a16="http://schemas.microsoft.com/office/drawing/2014/main" id="{6FDFBBC1-15C5-0964-677C-B9A60C2DCA22}"/>
              </a:ext>
            </a:extLst>
          </p:cNvPr>
          <p:cNvSpPr>
            <a:spLocks noChangeShapeType="1"/>
          </p:cNvSpPr>
          <p:nvPr/>
        </p:nvSpPr>
        <p:spPr bwMode="auto">
          <a:xfrm>
            <a:off x="3529013" y="40179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16" name="Line 72">
            <a:extLst>
              <a:ext uri="{FF2B5EF4-FFF2-40B4-BE49-F238E27FC236}">
                <a16:creationId xmlns:a16="http://schemas.microsoft.com/office/drawing/2014/main" id="{DCD50304-0BAF-BD93-0D2C-8632B8539F46}"/>
              </a:ext>
            </a:extLst>
          </p:cNvPr>
          <p:cNvSpPr>
            <a:spLocks noChangeShapeType="1"/>
          </p:cNvSpPr>
          <p:nvPr/>
        </p:nvSpPr>
        <p:spPr bwMode="auto">
          <a:xfrm>
            <a:off x="3571875" y="43862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17" name="Line 73">
            <a:extLst>
              <a:ext uri="{FF2B5EF4-FFF2-40B4-BE49-F238E27FC236}">
                <a16:creationId xmlns:a16="http://schemas.microsoft.com/office/drawing/2014/main" id="{476D8836-80B5-04D9-FDC6-458ABF6555E0}"/>
              </a:ext>
            </a:extLst>
          </p:cNvPr>
          <p:cNvSpPr>
            <a:spLocks noChangeShapeType="1"/>
          </p:cNvSpPr>
          <p:nvPr/>
        </p:nvSpPr>
        <p:spPr bwMode="auto">
          <a:xfrm>
            <a:off x="3538538" y="37734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18" name="Line 74">
            <a:extLst>
              <a:ext uri="{FF2B5EF4-FFF2-40B4-BE49-F238E27FC236}">
                <a16:creationId xmlns:a16="http://schemas.microsoft.com/office/drawing/2014/main" id="{DA28F650-C259-CACC-60B4-3B5916D515B3}"/>
              </a:ext>
            </a:extLst>
          </p:cNvPr>
          <p:cNvSpPr>
            <a:spLocks noChangeShapeType="1"/>
          </p:cNvSpPr>
          <p:nvPr/>
        </p:nvSpPr>
        <p:spPr bwMode="auto">
          <a:xfrm>
            <a:off x="3170238" y="40941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19" name="Line 75">
            <a:extLst>
              <a:ext uri="{FF2B5EF4-FFF2-40B4-BE49-F238E27FC236}">
                <a16:creationId xmlns:a16="http://schemas.microsoft.com/office/drawing/2014/main" id="{7C82CBD2-547D-E806-8DE7-90127EDDE75A}"/>
              </a:ext>
            </a:extLst>
          </p:cNvPr>
          <p:cNvSpPr>
            <a:spLocks noChangeShapeType="1"/>
          </p:cNvSpPr>
          <p:nvPr/>
        </p:nvSpPr>
        <p:spPr bwMode="auto">
          <a:xfrm>
            <a:off x="3681413" y="40941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20" name="Line 76">
            <a:extLst>
              <a:ext uri="{FF2B5EF4-FFF2-40B4-BE49-F238E27FC236}">
                <a16:creationId xmlns:a16="http://schemas.microsoft.com/office/drawing/2014/main" id="{09975733-E777-64E3-D4EC-E2EDFAE284FB}"/>
              </a:ext>
            </a:extLst>
          </p:cNvPr>
          <p:cNvSpPr>
            <a:spLocks noChangeShapeType="1"/>
          </p:cNvSpPr>
          <p:nvPr/>
        </p:nvSpPr>
        <p:spPr bwMode="auto">
          <a:xfrm>
            <a:off x="2736850" y="49466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21" name="Line 77">
            <a:extLst>
              <a:ext uri="{FF2B5EF4-FFF2-40B4-BE49-F238E27FC236}">
                <a16:creationId xmlns:a16="http://schemas.microsoft.com/office/drawing/2014/main" id="{90E4B64D-BD73-D03A-370E-2A338A1795D5}"/>
              </a:ext>
            </a:extLst>
          </p:cNvPr>
          <p:cNvSpPr>
            <a:spLocks noChangeShapeType="1"/>
          </p:cNvSpPr>
          <p:nvPr/>
        </p:nvSpPr>
        <p:spPr bwMode="auto">
          <a:xfrm>
            <a:off x="2736850" y="47942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22" name="Line 78">
            <a:extLst>
              <a:ext uri="{FF2B5EF4-FFF2-40B4-BE49-F238E27FC236}">
                <a16:creationId xmlns:a16="http://schemas.microsoft.com/office/drawing/2014/main" id="{AC5C4C25-0E8C-BC45-ADE1-39ED456A07B2}"/>
              </a:ext>
            </a:extLst>
          </p:cNvPr>
          <p:cNvSpPr>
            <a:spLocks noChangeShapeType="1"/>
          </p:cNvSpPr>
          <p:nvPr/>
        </p:nvSpPr>
        <p:spPr bwMode="auto">
          <a:xfrm>
            <a:off x="2736850" y="45656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23" name="Line 79">
            <a:extLst>
              <a:ext uri="{FF2B5EF4-FFF2-40B4-BE49-F238E27FC236}">
                <a16:creationId xmlns:a16="http://schemas.microsoft.com/office/drawing/2014/main" id="{8D5E75BA-3DDF-0F50-C1C8-1081AF0F09D1}"/>
              </a:ext>
            </a:extLst>
          </p:cNvPr>
          <p:cNvSpPr>
            <a:spLocks noChangeShapeType="1"/>
          </p:cNvSpPr>
          <p:nvPr/>
        </p:nvSpPr>
        <p:spPr bwMode="auto">
          <a:xfrm>
            <a:off x="3270250" y="45656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24" name="Line 80">
            <a:extLst>
              <a:ext uri="{FF2B5EF4-FFF2-40B4-BE49-F238E27FC236}">
                <a16:creationId xmlns:a16="http://schemas.microsoft.com/office/drawing/2014/main" id="{F18FFD8C-9DA7-CFB4-2C54-0E578992BC92}"/>
              </a:ext>
            </a:extLst>
          </p:cNvPr>
          <p:cNvSpPr>
            <a:spLocks noChangeShapeType="1"/>
          </p:cNvSpPr>
          <p:nvPr/>
        </p:nvSpPr>
        <p:spPr bwMode="auto">
          <a:xfrm>
            <a:off x="2965450" y="47180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25" name="Line 81">
            <a:extLst>
              <a:ext uri="{FF2B5EF4-FFF2-40B4-BE49-F238E27FC236}">
                <a16:creationId xmlns:a16="http://schemas.microsoft.com/office/drawing/2014/main" id="{3A483159-BFA2-C0FD-0F03-58BE39924A67}"/>
              </a:ext>
            </a:extLst>
          </p:cNvPr>
          <p:cNvSpPr>
            <a:spLocks noChangeShapeType="1"/>
          </p:cNvSpPr>
          <p:nvPr/>
        </p:nvSpPr>
        <p:spPr bwMode="auto">
          <a:xfrm>
            <a:off x="1712913" y="46736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26" name="Line 82">
            <a:extLst>
              <a:ext uri="{FF2B5EF4-FFF2-40B4-BE49-F238E27FC236}">
                <a16:creationId xmlns:a16="http://schemas.microsoft.com/office/drawing/2014/main" id="{BD5B79E0-BFB4-7B84-1256-52B1D8F4A0EA}"/>
              </a:ext>
            </a:extLst>
          </p:cNvPr>
          <p:cNvSpPr>
            <a:spLocks noChangeShapeType="1"/>
          </p:cNvSpPr>
          <p:nvPr/>
        </p:nvSpPr>
        <p:spPr bwMode="auto">
          <a:xfrm>
            <a:off x="1865313" y="48260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27" name="Line 83">
            <a:extLst>
              <a:ext uri="{FF2B5EF4-FFF2-40B4-BE49-F238E27FC236}">
                <a16:creationId xmlns:a16="http://schemas.microsoft.com/office/drawing/2014/main" id="{82645D62-46C9-0A37-A38D-DCE5C6B8B672}"/>
              </a:ext>
            </a:extLst>
          </p:cNvPr>
          <p:cNvSpPr>
            <a:spLocks noChangeShapeType="1"/>
          </p:cNvSpPr>
          <p:nvPr/>
        </p:nvSpPr>
        <p:spPr bwMode="auto">
          <a:xfrm>
            <a:off x="2246313" y="47498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28" name="Line 84">
            <a:extLst>
              <a:ext uri="{FF2B5EF4-FFF2-40B4-BE49-F238E27FC236}">
                <a16:creationId xmlns:a16="http://schemas.microsoft.com/office/drawing/2014/main" id="{7C5FDDD0-2386-AD55-D4F5-271BCF53FCD6}"/>
              </a:ext>
            </a:extLst>
          </p:cNvPr>
          <p:cNvSpPr>
            <a:spLocks noChangeShapeType="1"/>
          </p:cNvSpPr>
          <p:nvPr/>
        </p:nvSpPr>
        <p:spPr bwMode="auto">
          <a:xfrm>
            <a:off x="2322513" y="52070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29" name="Line 85">
            <a:extLst>
              <a:ext uri="{FF2B5EF4-FFF2-40B4-BE49-F238E27FC236}">
                <a16:creationId xmlns:a16="http://schemas.microsoft.com/office/drawing/2014/main" id="{35D64315-769D-1DE9-1E30-5FF2B66D59FC}"/>
              </a:ext>
            </a:extLst>
          </p:cNvPr>
          <p:cNvSpPr>
            <a:spLocks noChangeShapeType="1"/>
          </p:cNvSpPr>
          <p:nvPr/>
        </p:nvSpPr>
        <p:spPr bwMode="auto">
          <a:xfrm>
            <a:off x="2543175" y="40306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30" name="Line 86">
            <a:extLst>
              <a:ext uri="{FF2B5EF4-FFF2-40B4-BE49-F238E27FC236}">
                <a16:creationId xmlns:a16="http://schemas.microsoft.com/office/drawing/2014/main" id="{7B8C7DF0-5106-DDE9-BE37-2A868495DBFA}"/>
              </a:ext>
            </a:extLst>
          </p:cNvPr>
          <p:cNvSpPr>
            <a:spLocks noChangeShapeType="1"/>
          </p:cNvSpPr>
          <p:nvPr/>
        </p:nvSpPr>
        <p:spPr bwMode="auto">
          <a:xfrm>
            <a:off x="2622550" y="41925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31" name="Line 87">
            <a:extLst>
              <a:ext uri="{FF2B5EF4-FFF2-40B4-BE49-F238E27FC236}">
                <a16:creationId xmlns:a16="http://schemas.microsoft.com/office/drawing/2014/main" id="{18EFCC71-BC64-4481-D264-AD3656F41AB0}"/>
              </a:ext>
            </a:extLst>
          </p:cNvPr>
          <p:cNvSpPr>
            <a:spLocks noChangeShapeType="1"/>
          </p:cNvSpPr>
          <p:nvPr/>
        </p:nvSpPr>
        <p:spPr bwMode="auto">
          <a:xfrm>
            <a:off x="2795588" y="41624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32" name="Line 88">
            <a:extLst>
              <a:ext uri="{FF2B5EF4-FFF2-40B4-BE49-F238E27FC236}">
                <a16:creationId xmlns:a16="http://schemas.microsoft.com/office/drawing/2014/main" id="{1FF9CDA2-DDD0-1BAC-2658-FD07B25D96D6}"/>
              </a:ext>
            </a:extLst>
          </p:cNvPr>
          <p:cNvSpPr>
            <a:spLocks noChangeShapeType="1"/>
          </p:cNvSpPr>
          <p:nvPr/>
        </p:nvSpPr>
        <p:spPr bwMode="auto">
          <a:xfrm>
            <a:off x="2543175" y="37258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33" name="Line 89">
            <a:extLst>
              <a:ext uri="{FF2B5EF4-FFF2-40B4-BE49-F238E27FC236}">
                <a16:creationId xmlns:a16="http://schemas.microsoft.com/office/drawing/2014/main" id="{28F1E863-A03E-22A7-B7F4-5A44E82B2816}"/>
              </a:ext>
            </a:extLst>
          </p:cNvPr>
          <p:cNvSpPr>
            <a:spLocks noChangeShapeType="1"/>
          </p:cNvSpPr>
          <p:nvPr/>
        </p:nvSpPr>
        <p:spPr bwMode="auto">
          <a:xfrm>
            <a:off x="2947988" y="38576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34" name="Line 90">
            <a:extLst>
              <a:ext uri="{FF2B5EF4-FFF2-40B4-BE49-F238E27FC236}">
                <a16:creationId xmlns:a16="http://schemas.microsoft.com/office/drawing/2014/main" id="{CA04FEFA-C3F6-FA7A-5AAF-C4B2FF0FBDED}"/>
              </a:ext>
            </a:extLst>
          </p:cNvPr>
          <p:cNvSpPr>
            <a:spLocks noChangeShapeType="1"/>
          </p:cNvSpPr>
          <p:nvPr/>
        </p:nvSpPr>
        <p:spPr bwMode="auto">
          <a:xfrm>
            <a:off x="2795588" y="39338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35" name="Line 91">
            <a:extLst>
              <a:ext uri="{FF2B5EF4-FFF2-40B4-BE49-F238E27FC236}">
                <a16:creationId xmlns:a16="http://schemas.microsoft.com/office/drawing/2014/main" id="{AEBB95B6-E056-7D1E-9ADA-9B72C9B81A2E}"/>
              </a:ext>
            </a:extLst>
          </p:cNvPr>
          <p:cNvSpPr>
            <a:spLocks noChangeShapeType="1"/>
          </p:cNvSpPr>
          <p:nvPr/>
        </p:nvSpPr>
        <p:spPr bwMode="auto">
          <a:xfrm>
            <a:off x="3300413" y="35607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36" name="Line 92">
            <a:extLst>
              <a:ext uri="{FF2B5EF4-FFF2-40B4-BE49-F238E27FC236}">
                <a16:creationId xmlns:a16="http://schemas.microsoft.com/office/drawing/2014/main" id="{DDB9C37B-CC9A-9286-3BC6-46D755FCC15C}"/>
              </a:ext>
            </a:extLst>
          </p:cNvPr>
          <p:cNvSpPr>
            <a:spLocks noChangeShapeType="1"/>
          </p:cNvSpPr>
          <p:nvPr/>
        </p:nvSpPr>
        <p:spPr bwMode="auto">
          <a:xfrm>
            <a:off x="2551113" y="50546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37" name="Line 93">
            <a:extLst>
              <a:ext uri="{FF2B5EF4-FFF2-40B4-BE49-F238E27FC236}">
                <a16:creationId xmlns:a16="http://schemas.microsoft.com/office/drawing/2014/main" id="{64F1233A-159A-2496-04D0-6F131C1CB5A7}"/>
              </a:ext>
            </a:extLst>
          </p:cNvPr>
          <p:cNvSpPr>
            <a:spLocks noChangeShapeType="1"/>
          </p:cNvSpPr>
          <p:nvPr/>
        </p:nvSpPr>
        <p:spPr bwMode="auto">
          <a:xfrm>
            <a:off x="3092450" y="35814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38" name="Line 94">
            <a:extLst>
              <a:ext uri="{FF2B5EF4-FFF2-40B4-BE49-F238E27FC236}">
                <a16:creationId xmlns:a16="http://schemas.microsoft.com/office/drawing/2014/main" id="{289023B0-1BDC-6C96-C1E9-B8654BBCDE47}"/>
              </a:ext>
            </a:extLst>
          </p:cNvPr>
          <p:cNvSpPr>
            <a:spLocks noChangeShapeType="1"/>
          </p:cNvSpPr>
          <p:nvPr/>
        </p:nvSpPr>
        <p:spPr bwMode="auto">
          <a:xfrm>
            <a:off x="3300413" y="32559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39" name="Line 95">
            <a:extLst>
              <a:ext uri="{FF2B5EF4-FFF2-40B4-BE49-F238E27FC236}">
                <a16:creationId xmlns:a16="http://schemas.microsoft.com/office/drawing/2014/main" id="{38872153-3DDB-7CD5-1B03-A7E17CE7B4F8}"/>
              </a:ext>
            </a:extLst>
          </p:cNvPr>
          <p:cNvSpPr>
            <a:spLocks noChangeShapeType="1"/>
          </p:cNvSpPr>
          <p:nvPr/>
        </p:nvSpPr>
        <p:spPr bwMode="auto">
          <a:xfrm>
            <a:off x="3224213" y="31035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40" name="Line 96">
            <a:extLst>
              <a:ext uri="{FF2B5EF4-FFF2-40B4-BE49-F238E27FC236}">
                <a16:creationId xmlns:a16="http://schemas.microsoft.com/office/drawing/2014/main" id="{81804D97-0CA2-8777-113C-CBAFA1C84BD8}"/>
              </a:ext>
            </a:extLst>
          </p:cNvPr>
          <p:cNvSpPr>
            <a:spLocks noChangeShapeType="1"/>
          </p:cNvSpPr>
          <p:nvPr/>
        </p:nvSpPr>
        <p:spPr bwMode="auto">
          <a:xfrm>
            <a:off x="3605213" y="34845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41" name="Line 97">
            <a:extLst>
              <a:ext uri="{FF2B5EF4-FFF2-40B4-BE49-F238E27FC236}">
                <a16:creationId xmlns:a16="http://schemas.microsoft.com/office/drawing/2014/main" id="{3D36500E-2A9B-A594-FC95-37EEC5860EF0}"/>
              </a:ext>
            </a:extLst>
          </p:cNvPr>
          <p:cNvSpPr>
            <a:spLocks noChangeShapeType="1"/>
          </p:cNvSpPr>
          <p:nvPr/>
        </p:nvSpPr>
        <p:spPr bwMode="auto">
          <a:xfrm>
            <a:off x="1544638" y="35687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42" name="Line 98">
            <a:extLst>
              <a:ext uri="{FF2B5EF4-FFF2-40B4-BE49-F238E27FC236}">
                <a16:creationId xmlns:a16="http://schemas.microsoft.com/office/drawing/2014/main" id="{AC024659-8608-756B-BBC1-05E7D4108C9B}"/>
              </a:ext>
            </a:extLst>
          </p:cNvPr>
          <p:cNvSpPr>
            <a:spLocks noChangeShapeType="1"/>
          </p:cNvSpPr>
          <p:nvPr/>
        </p:nvSpPr>
        <p:spPr bwMode="auto">
          <a:xfrm>
            <a:off x="2947988" y="43148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43" name="Line 99">
            <a:extLst>
              <a:ext uri="{FF2B5EF4-FFF2-40B4-BE49-F238E27FC236}">
                <a16:creationId xmlns:a16="http://schemas.microsoft.com/office/drawing/2014/main" id="{8E41D4D7-3B15-C723-44CB-5B8ECBC3CB2D}"/>
              </a:ext>
            </a:extLst>
          </p:cNvPr>
          <p:cNvSpPr>
            <a:spLocks noChangeShapeType="1"/>
          </p:cNvSpPr>
          <p:nvPr/>
        </p:nvSpPr>
        <p:spPr bwMode="auto">
          <a:xfrm>
            <a:off x="3214688" y="332581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44" name="Line 100">
            <a:extLst>
              <a:ext uri="{FF2B5EF4-FFF2-40B4-BE49-F238E27FC236}">
                <a16:creationId xmlns:a16="http://schemas.microsoft.com/office/drawing/2014/main" id="{20B3D169-07DD-D83D-7481-9C6964055AA1}"/>
              </a:ext>
            </a:extLst>
          </p:cNvPr>
          <p:cNvSpPr>
            <a:spLocks noChangeShapeType="1"/>
          </p:cNvSpPr>
          <p:nvPr/>
        </p:nvSpPr>
        <p:spPr bwMode="auto">
          <a:xfrm>
            <a:off x="3441700" y="30702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445" name="Rectangle 101">
            <a:extLst>
              <a:ext uri="{FF2B5EF4-FFF2-40B4-BE49-F238E27FC236}">
                <a16:creationId xmlns:a16="http://schemas.microsoft.com/office/drawing/2014/main" id="{41A0BE54-A441-74F5-7A07-85A984D7441E}"/>
              </a:ext>
            </a:extLst>
          </p:cNvPr>
          <p:cNvSpPr>
            <a:spLocks noChangeArrowheads="1"/>
          </p:cNvSpPr>
          <p:nvPr/>
        </p:nvSpPr>
        <p:spPr bwMode="auto">
          <a:xfrm>
            <a:off x="1362075" y="3603625"/>
            <a:ext cx="609600" cy="430213"/>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446" name="Rectangle 102">
            <a:extLst>
              <a:ext uri="{FF2B5EF4-FFF2-40B4-BE49-F238E27FC236}">
                <a16:creationId xmlns:a16="http://schemas.microsoft.com/office/drawing/2014/main" id="{39E0D0C9-E9E1-D58B-D9C3-02B07CCC7F32}"/>
              </a:ext>
            </a:extLst>
          </p:cNvPr>
          <p:cNvSpPr>
            <a:spLocks noChangeArrowheads="1"/>
          </p:cNvSpPr>
          <p:nvPr/>
        </p:nvSpPr>
        <p:spPr bwMode="auto">
          <a:xfrm>
            <a:off x="2660650" y="4524375"/>
            <a:ext cx="685800" cy="7620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447" name="Rectangle 103">
            <a:extLst>
              <a:ext uri="{FF2B5EF4-FFF2-40B4-BE49-F238E27FC236}">
                <a16:creationId xmlns:a16="http://schemas.microsoft.com/office/drawing/2014/main" id="{5108554E-3239-471B-2255-FBA94ABA00F2}"/>
              </a:ext>
            </a:extLst>
          </p:cNvPr>
          <p:cNvSpPr>
            <a:spLocks noChangeArrowheads="1"/>
          </p:cNvSpPr>
          <p:nvPr/>
        </p:nvSpPr>
        <p:spPr bwMode="auto">
          <a:xfrm>
            <a:off x="3148013" y="3713163"/>
            <a:ext cx="685800" cy="6858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448" name="Rectangle 104">
            <a:extLst>
              <a:ext uri="{FF2B5EF4-FFF2-40B4-BE49-F238E27FC236}">
                <a16:creationId xmlns:a16="http://schemas.microsoft.com/office/drawing/2014/main" id="{E5ED959B-3DC6-24C7-5BCA-F858A6BF5ACD}"/>
              </a:ext>
            </a:extLst>
          </p:cNvPr>
          <p:cNvSpPr>
            <a:spLocks noChangeArrowheads="1"/>
          </p:cNvSpPr>
          <p:nvPr/>
        </p:nvSpPr>
        <p:spPr bwMode="auto">
          <a:xfrm>
            <a:off x="533400" y="274320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7449" name="Rectangle 105">
            <a:extLst>
              <a:ext uri="{FF2B5EF4-FFF2-40B4-BE49-F238E27FC236}">
                <a16:creationId xmlns:a16="http://schemas.microsoft.com/office/drawing/2014/main" id="{2E3F702F-29EF-2896-79D1-BF3449439892}"/>
              </a:ext>
            </a:extLst>
          </p:cNvPr>
          <p:cNvSpPr>
            <a:spLocks noChangeArrowheads="1"/>
          </p:cNvSpPr>
          <p:nvPr/>
        </p:nvSpPr>
        <p:spPr bwMode="auto">
          <a:xfrm>
            <a:off x="533400" y="3429000"/>
            <a:ext cx="509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7450" name="Rectangle 106">
            <a:extLst>
              <a:ext uri="{FF2B5EF4-FFF2-40B4-BE49-F238E27FC236}">
                <a16:creationId xmlns:a16="http://schemas.microsoft.com/office/drawing/2014/main" id="{B9F63B85-7C9B-1F34-C670-BBE69F6C8E21}"/>
              </a:ext>
            </a:extLst>
          </p:cNvPr>
          <p:cNvSpPr>
            <a:spLocks noChangeArrowheads="1"/>
          </p:cNvSpPr>
          <p:nvPr/>
        </p:nvSpPr>
        <p:spPr bwMode="auto">
          <a:xfrm>
            <a:off x="920750" y="36115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7451" name="Rectangle 107">
            <a:extLst>
              <a:ext uri="{FF2B5EF4-FFF2-40B4-BE49-F238E27FC236}">
                <a16:creationId xmlns:a16="http://schemas.microsoft.com/office/drawing/2014/main" id="{BEAC8DB1-8DBF-72FF-864A-14CBF3C36A3E}"/>
              </a:ext>
            </a:extLst>
          </p:cNvPr>
          <p:cNvSpPr>
            <a:spLocks noChangeArrowheads="1"/>
          </p:cNvSpPr>
          <p:nvPr/>
        </p:nvSpPr>
        <p:spPr bwMode="auto">
          <a:xfrm>
            <a:off x="533400" y="495300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7452" name="Rectangle 108">
            <a:extLst>
              <a:ext uri="{FF2B5EF4-FFF2-40B4-BE49-F238E27FC236}">
                <a16:creationId xmlns:a16="http://schemas.microsoft.com/office/drawing/2014/main" id="{6BB40AE6-9A5B-58A1-3433-665B030495A8}"/>
              </a:ext>
            </a:extLst>
          </p:cNvPr>
          <p:cNvSpPr>
            <a:spLocks noChangeArrowheads="1"/>
          </p:cNvSpPr>
          <p:nvPr/>
        </p:nvSpPr>
        <p:spPr bwMode="auto">
          <a:xfrm>
            <a:off x="2632075" y="471805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7453" name="Rectangle 109">
            <a:extLst>
              <a:ext uri="{FF2B5EF4-FFF2-40B4-BE49-F238E27FC236}">
                <a16:creationId xmlns:a16="http://schemas.microsoft.com/office/drawing/2014/main" id="{15A532A7-41AB-9942-46EE-B7F269B9F800}"/>
              </a:ext>
            </a:extLst>
          </p:cNvPr>
          <p:cNvSpPr>
            <a:spLocks noChangeArrowheads="1"/>
          </p:cNvSpPr>
          <p:nvPr/>
        </p:nvSpPr>
        <p:spPr bwMode="auto">
          <a:xfrm>
            <a:off x="1789113" y="535940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7454" name="Rectangle 110">
            <a:extLst>
              <a:ext uri="{FF2B5EF4-FFF2-40B4-BE49-F238E27FC236}">
                <a16:creationId xmlns:a16="http://schemas.microsoft.com/office/drawing/2014/main" id="{98094AAB-070E-6BFF-A309-F51EB22A2A7D}"/>
              </a:ext>
            </a:extLst>
          </p:cNvPr>
          <p:cNvSpPr>
            <a:spLocks noChangeArrowheads="1"/>
          </p:cNvSpPr>
          <p:nvPr/>
        </p:nvSpPr>
        <p:spPr bwMode="auto">
          <a:xfrm>
            <a:off x="2743200" y="419100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7455" name="Rectangle 111">
            <a:extLst>
              <a:ext uri="{FF2B5EF4-FFF2-40B4-BE49-F238E27FC236}">
                <a16:creationId xmlns:a16="http://schemas.microsoft.com/office/drawing/2014/main" id="{BE0873AA-E204-C20C-AA4A-3CEEDAEF6F78}"/>
              </a:ext>
            </a:extLst>
          </p:cNvPr>
          <p:cNvSpPr>
            <a:spLocks noChangeArrowheads="1"/>
          </p:cNvSpPr>
          <p:nvPr/>
        </p:nvSpPr>
        <p:spPr bwMode="auto">
          <a:xfrm>
            <a:off x="2439988" y="2847975"/>
            <a:ext cx="1370012" cy="1571625"/>
          </a:xfrm>
          <a:prstGeom prst="rect">
            <a:avLst/>
          </a:prstGeom>
          <a:noFill/>
          <a:ln w="25400">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456" name="Rectangle 112">
            <a:extLst>
              <a:ext uri="{FF2B5EF4-FFF2-40B4-BE49-F238E27FC236}">
                <a16:creationId xmlns:a16="http://schemas.microsoft.com/office/drawing/2014/main" id="{5E2081E3-79A0-52E2-7BDA-E83B205BE8A1}"/>
              </a:ext>
            </a:extLst>
          </p:cNvPr>
          <p:cNvSpPr>
            <a:spLocks noChangeArrowheads="1"/>
          </p:cNvSpPr>
          <p:nvPr/>
        </p:nvSpPr>
        <p:spPr bwMode="auto">
          <a:xfrm>
            <a:off x="963613" y="2716213"/>
            <a:ext cx="1017587" cy="1344612"/>
          </a:xfrm>
          <a:prstGeom prst="rect">
            <a:avLst/>
          </a:prstGeom>
          <a:noFill/>
          <a:ln w="25400">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457" name="Rectangle 113">
            <a:extLst>
              <a:ext uri="{FF2B5EF4-FFF2-40B4-BE49-F238E27FC236}">
                <a16:creationId xmlns:a16="http://schemas.microsoft.com/office/drawing/2014/main" id="{4233D813-6D33-8870-F16F-65C79959A09F}"/>
              </a:ext>
            </a:extLst>
          </p:cNvPr>
          <p:cNvSpPr>
            <a:spLocks noChangeArrowheads="1"/>
          </p:cNvSpPr>
          <p:nvPr/>
        </p:nvSpPr>
        <p:spPr bwMode="auto">
          <a:xfrm>
            <a:off x="1158875" y="4495800"/>
            <a:ext cx="2212975" cy="962025"/>
          </a:xfrm>
          <a:prstGeom prst="rect">
            <a:avLst/>
          </a:prstGeom>
          <a:noFill/>
          <a:ln w="25400">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7458" name="Rectangle 114">
            <a:extLst>
              <a:ext uri="{FF2B5EF4-FFF2-40B4-BE49-F238E27FC236}">
                <a16:creationId xmlns:a16="http://schemas.microsoft.com/office/drawing/2014/main" id="{CFE3C045-7EBD-C26C-ADD1-9C536DDA6897}"/>
              </a:ext>
            </a:extLst>
          </p:cNvPr>
          <p:cNvSpPr>
            <a:spLocks noChangeArrowheads="1"/>
          </p:cNvSpPr>
          <p:nvPr/>
        </p:nvSpPr>
        <p:spPr bwMode="auto">
          <a:xfrm>
            <a:off x="1143000" y="2133600"/>
            <a:ext cx="650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FF9900"/>
                </a:solidFill>
                <a:latin typeface="Helvetica" panose="020B0604020202020204" pitchFamily="34" charset="0"/>
              </a:rPr>
              <a:t>R10</a:t>
            </a:r>
          </a:p>
        </p:txBody>
      </p:sp>
      <p:sp>
        <p:nvSpPr>
          <p:cNvPr id="57459" name="Rectangle 115">
            <a:extLst>
              <a:ext uri="{FF2B5EF4-FFF2-40B4-BE49-F238E27FC236}">
                <a16:creationId xmlns:a16="http://schemas.microsoft.com/office/drawing/2014/main" id="{CFE8FC34-4E4E-C142-BCAC-7A14D6462480}"/>
              </a:ext>
            </a:extLst>
          </p:cNvPr>
          <p:cNvSpPr>
            <a:spLocks noChangeArrowheads="1"/>
          </p:cNvSpPr>
          <p:nvPr/>
        </p:nvSpPr>
        <p:spPr bwMode="auto">
          <a:xfrm>
            <a:off x="2895600" y="2133600"/>
            <a:ext cx="650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FF9900"/>
                </a:solidFill>
                <a:latin typeface="Helvetica" panose="020B0604020202020204" pitchFamily="34" charset="0"/>
              </a:rPr>
              <a:t>R11</a:t>
            </a:r>
            <a:endParaRPr lang="en-US" altLang="en-US" sz="2000" b="1">
              <a:solidFill>
                <a:srgbClr val="3399FF"/>
              </a:solidFill>
              <a:latin typeface="Helvetica" panose="020B0604020202020204" pitchFamily="34" charset="0"/>
            </a:endParaRPr>
          </a:p>
        </p:txBody>
      </p:sp>
      <p:sp>
        <p:nvSpPr>
          <p:cNvPr id="57460" name="Rectangle 116">
            <a:extLst>
              <a:ext uri="{FF2B5EF4-FFF2-40B4-BE49-F238E27FC236}">
                <a16:creationId xmlns:a16="http://schemas.microsoft.com/office/drawing/2014/main" id="{2783B645-36B4-B69A-9D07-F1D399D53CEC}"/>
              </a:ext>
            </a:extLst>
          </p:cNvPr>
          <p:cNvSpPr>
            <a:spLocks noChangeArrowheads="1"/>
          </p:cNvSpPr>
          <p:nvPr/>
        </p:nvSpPr>
        <p:spPr bwMode="auto">
          <a:xfrm>
            <a:off x="3276600" y="5562600"/>
            <a:ext cx="650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FF9900"/>
                </a:solidFill>
                <a:latin typeface="Helvetica" panose="020B0604020202020204" pitchFamily="34" charset="0"/>
              </a:rPr>
              <a:t>R12</a:t>
            </a:r>
          </a:p>
        </p:txBody>
      </p:sp>
      <p:sp>
        <p:nvSpPr>
          <p:cNvPr id="57461" name="Text Box 117">
            <a:extLst>
              <a:ext uri="{FF2B5EF4-FFF2-40B4-BE49-F238E27FC236}">
                <a16:creationId xmlns:a16="http://schemas.microsoft.com/office/drawing/2014/main" id="{D9E4A2EA-A863-F5EA-A31F-3E126F90F5C9}"/>
              </a:ext>
            </a:extLst>
          </p:cNvPr>
          <p:cNvSpPr txBox="1">
            <a:spLocks noChangeArrowheads="1"/>
          </p:cNvSpPr>
          <p:nvPr/>
        </p:nvSpPr>
        <p:spPr bwMode="auto">
          <a:xfrm>
            <a:off x="1219200" y="1143000"/>
            <a:ext cx="657542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spcBef>
                <a:spcPct val="35000"/>
              </a:spcBef>
              <a:buClr>
                <a:schemeClr val="tx2"/>
              </a:buClr>
              <a:buSzPct val="90000"/>
              <a:buFont typeface="Monotype Sorts" pitchFamily="2" charset="2"/>
              <a:buNone/>
            </a:pPr>
            <a:r>
              <a:rPr kumimoji="1" lang="en-US" altLang="en-US" sz="1600">
                <a:latin typeface="Helvetica" panose="020B0604020202020204" pitchFamily="34" charset="0"/>
              </a:rPr>
              <a:t>We need to specify the number of clusters in advance, I have chosen 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D79A5BDC-2A2F-ADE0-2483-422689DA7AF7}"/>
              </a:ext>
            </a:extLst>
          </p:cNvPr>
          <p:cNvSpPr>
            <a:spLocks noGrp="1" noChangeArrowheads="1"/>
          </p:cNvSpPr>
          <p:nvPr>
            <p:ph type="title"/>
          </p:nvPr>
        </p:nvSpPr>
        <p:spPr>
          <a:xfrm>
            <a:off x="609600" y="228600"/>
            <a:ext cx="7772400" cy="1143000"/>
          </a:xfrm>
        </p:spPr>
        <p:txBody>
          <a:bodyPr/>
          <a:lstStyle/>
          <a:p>
            <a:pPr eaLnBrk="1" hangingPunct="1">
              <a:defRPr/>
            </a:pPr>
            <a:r>
              <a:rPr lang="en-US" altLang="en-US">
                <a:effectLst>
                  <a:outerShdw blurRad="38100" dist="38100" dir="2700000" algn="tl">
                    <a:srgbClr val="C0C0C0"/>
                  </a:outerShdw>
                </a:effectLst>
              </a:rPr>
              <a:t>Partitional Clustering Algorithms</a:t>
            </a:r>
          </a:p>
        </p:txBody>
      </p:sp>
      <p:sp>
        <p:nvSpPr>
          <p:cNvPr id="58371" name="Rectangle 3">
            <a:extLst>
              <a:ext uri="{FF2B5EF4-FFF2-40B4-BE49-F238E27FC236}">
                <a16:creationId xmlns:a16="http://schemas.microsoft.com/office/drawing/2014/main" id="{58AF81EB-90B4-69DB-475A-C57E9FF10928}"/>
              </a:ext>
            </a:extLst>
          </p:cNvPr>
          <p:cNvSpPr>
            <a:spLocks noGrp="1" noChangeArrowheads="1"/>
          </p:cNvSpPr>
          <p:nvPr>
            <p:ph type="body" idx="1"/>
          </p:nvPr>
        </p:nvSpPr>
        <p:spPr>
          <a:xfrm>
            <a:off x="685800" y="1447800"/>
            <a:ext cx="7772400" cy="423863"/>
          </a:xfrm>
        </p:spPr>
        <p:txBody>
          <a:bodyPr/>
          <a:lstStyle/>
          <a:p>
            <a:pPr eaLnBrk="1" hangingPunct="1">
              <a:lnSpc>
                <a:spcPct val="90000"/>
              </a:lnSpc>
            </a:pPr>
            <a:r>
              <a:rPr lang="en-US" altLang="en-US" sz="2800"/>
              <a:t>The </a:t>
            </a:r>
            <a:r>
              <a:rPr lang="en-US" altLang="en-US" sz="2800">
                <a:solidFill>
                  <a:schemeClr val="tx2"/>
                </a:solidFill>
              </a:rPr>
              <a:t>Birch algorithm</a:t>
            </a:r>
          </a:p>
        </p:txBody>
      </p:sp>
      <p:sp>
        <p:nvSpPr>
          <p:cNvPr id="58372" name="Rectangle 4">
            <a:extLst>
              <a:ext uri="{FF2B5EF4-FFF2-40B4-BE49-F238E27FC236}">
                <a16:creationId xmlns:a16="http://schemas.microsoft.com/office/drawing/2014/main" id="{6C674209-67C2-097C-9ECB-A1435EB6D297}"/>
              </a:ext>
            </a:extLst>
          </p:cNvPr>
          <p:cNvSpPr>
            <a:spLocks noChangeArrowheads="1"/>
          </p:cNvSpPr>
          <p:nvPr/>
        </p:nvSpPr>
        <p:spPr bwMode="auto">
          <a:xfrm>
            <a:off x="5562600" y="2667000"/>
            <a:ext cx="1905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373" name="Rectangle 5">
            <a:extLst>
              <a:ext uri="{FF2B5EF4-FFF2-40B4-BE49-F238E27FC236}">
                <a16:creationId xmlns:a16="http://schemas.microsoft.com/office/drawing/2014/main" id="{DAE50950-E473-AFCE-0D7E-615C9A827F80}"/>
              </a:ext>
            </a:extLst>
          </p:cNvPr>
          <p:cNvSpPr>
            <a:spLocks noChangeArrowheads="1"/>
          </p:cNvSpPr>
          <p:nvPr/>
        </p:nvSpPr>
        <p:spPr bwMode="auto">
          <a:xfrm>
            <a:off x="4419600" y="3733800"/>
            <a:ext cx="1397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374" name="Rectangle 6">
            <a:extLst>
              <a:ext uri="{FF2B5EF4-FFF2-40B4-BE49-F238E27FC236}">
                <a16:creationId xmlns:a16="http://schemas.microsoft.com/office/drawing/2014/main" id="{4E90E208-A346-A18B-5A66-B5C16CDD517C}"/>
              </a:ext>
            </a:extLst>
          </p:cNvPr>
          <p:cNvSpPr>
            <a:spLocks noChangeArrowheads="1"/>
          </p:cNvSpPr>
          <p:nvPr/>
        </p:nvSpPr>
        <p:spPr bwMode="auto">
          <a:xfrm>
            <a:off x="6019800" y="3733800"/>
            <a:ext cx="1371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375" name="Rectangle 7">
            <a:extLst>
              <a:ext uri="{FF2B5EF4-FFF2-40B4-BE49-F238E27FC236}">
                <a16:creationId xmlns:a16="http://schemas.microsoft.com/office/drawing/2014/main" id="{CD473622-5172-4530-97DB-4DA174E53F93}"/>
              </a:ext>
            </a:extLst>
          </p:cNvPr>
          <p:cNvSpPr>
            <a:spLocks noChangeArrowheads="1"/>
          </p:cNvSpPr>
          <p:nvPr/>
        </p:nvSpPr>
        <p:spPr bwMode="auto">
          <a:xfrm>
            <a:off x="7620000" y="3733800"/>
            <a:ext cx="1371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376" name="Rectangle 8">
            <a:extLst>
              <a:ext uri="{FF2B5EF4-FFF2-40B4-BE49-F238E27FC236}">
                <a16:creationId xmlns:a16="http://schemas.microsoft.com/office/drawing/2014/main" id="{740DD769-E9C6-95F0-F3FF-A71615B4416B}"/>
              </a:ext>
            </a:extLst>
          </p:cNvPr>
          <p:cNvSpPr>
            <a:spLocks noChangeArrowheads="1"/>
          </p:cNvSpPr>
          <p:nvPr/>
        </p:nvSpPr>
        <p:spPr bwMode="auto">
          <a:xfrm>
            <a:off x="4267200" y="4800600"/>
            <a:ext cx="915988" cy="381000"/>
          </a:xfrm>
          <a:prstGeom prst="rect">
            <a:avLst/>
          </a:prstGeom>
          <a:noFill/>
          <a:ln w="222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377" name="Rectangle 9">
            <a:extLst>
              <a:ext uri="{FF2B5EF4-FFF2-40B4-BE49-F238E27FC236}">
                <a16:creationId xmlns:a16="http://schemas.microsoft.com/office/drawing/2014/main" id="{DA3A6FCB-9099-3F2C-EC84-BF0D6709DC95}"/>
              </a:ext>
            </a:extLst>
          </p:cNvPr>
          <p:cNvSpPr>
            <a:spLocks noChangeArrowheads="1"/>
          </p:cNvSpPr>
          <p:nvPr/>
        </p:nvSpPr>
        <p:spPr bwMode="auto">
          <a:xfrm>
            <a:off x="54102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378" name="Rectangle 10">
            <a:extLst>
              <a:ext uri="{FF2B5EF4-FFF2-40B4-BE49-F238E27FC236}">
                <a16:creationId xmlns:a16="http://schemas.microsoft.com/office/drawing/2014/main" id="{3ABD6B3F-85BB-989B-818A-7F266EE36D75}"/>
              </a:ext>
            </a:extLst>
          </p:cNvPr>
          <p:cNvSpPr>
            <a:spLocks noChangeArrowheads="1"/>
          </p:cNvSpPr>
          <p:nvPr/>
        </p:nvSpPr>
        <p:spPr bwMode="auto">
          <a:xfrm>
            <a:off x="59436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379" name="Rectangle 11">
            <a:extLst>
              <a:ext uri="{FF2B5EF4-FFF2-40B4-BE49-F238E27FC236}">
                <a16:creationId xmlns:a16="http://schemas.microsoft.com/office/drawing/2014/main" id="{FD43635B-528E-C454-5A99-981536678D3B}"/>
              </a:ext>
            </a:extLst>
          </p:cNvPr>
          <p:cNvSpPr>
            <a:spLocks noChangeArrowheads="1"/>
          </p:cNvSpPr>
          <p:nvPr/>
        </p:nvSpPr>
        <p:spPr bwMode="auto">
          <a:xfrm>
            <a:off x="65532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380" name="Rectangle 12">
            <a:extLst>
              <a:ext uri="{FF2B5EF4-FFF2-40B4-BE49-F238E27FC236}">
                <a16:creationId xmlns:a16="http://schemas.microsoft.com/office/drawing/2014/main" id="{6DEACC5C-078F-8350-2F16-EA3045B1B428}"/>
              </a:ext>
            </a:extLst>
          </p:cNvPr>
          <p:cNvSpPr>
            <a:spLocks noChangeArrowheads="1"/>
          </p:cNvSpPr>
          <p:nvPr/>
        </p:nvSpPr>
        <p:spPr bwMode="auto">
          <a:xfrm>
            <a:off x="70866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381" name="Rectangle 13">
            <a:extLst>
              <a:ext uri="{FF2B5EF4-FFF2-40B4-BE49-F238E27FC236}">
                <a16:creationId xmlns:a16="http://schemas.microsoft.com/office/drawing/2014/main" id="{6BCF9ED9-1A83-4B38-C057-08693690B3E9}"/>
              </a:ext>
            </a:extLst>
          </p:cNvPr>
          <p:cNvSpPr>
            <a:spLocks noChangeArrowheads="1"/>
          </p:cNvSpPr>
          <p:nvPr/>
        </p:nvSpPr>
        <p:spPr bwMode="auto">
          <a:xfrm>
            <a:off x="76200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382" name="Rectangle 14">
            <a:extLst>
              <a:ext uri="{FF2B5EF4-FFF2-40B4-BE49-F238E27FC236}">
                <a16:creationId xmlns:a16="http://schemas.microsoft.com/office/drawing/2014/main" id="{A64F2AC4-2E70-4B1F-46B4-8786D87B2555}"/>
              </a:ext>
            </a:extLst>
          </p:cNvPr>
          <p:cNvSpPr>
            <a:spLocks noChangeArrowheads="1"/>
          </p:cNvSpPr>
          <p:nvPr/>
        </p:nvSpPr>
        <p:spPr bwMode="auto">
          <a:xfrm>
            <a:off x="8153400"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383" name="Rectangle 15">
            <a:extLst>
              <a:ext uri="{FF2B5EF4-FFF2-40B4-BE49-F238E27FC236}">
                <a16:creationId xmlns:a16="http://schemas.microsoft.com/office/drawing/2014/main" id="{7B8FF340-930C-1BA6-8C48-6393DE7BC042}"/>
              </a:ext>
            </a:extLst>
          </p:cNvPr>
          <p:cNvSpPr>
            <a:spLocks noChangeArrowheads="1"/>
          </p:cNvSpPr>
          <p:nvPr/>
        </p:nvSpPr>
        <p:spPr bwMode="auto">
          <a:xfrm>
            <a:off x="8683625" y="4800600"/>
            <a:ext cx="3810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384" name="Rectangle 16">
            <a:extLst>
              <a:ext uri="{FF2B5EF4-FFF2-40B4-BE49-F238E27FC236}">
                <a16:creationId xmlns:a16="http://schemas.microsoft.com/office/drawing/2014/main" id="{85777386-E395-92C3-89BC-59E1645895B9}"/>
              </a:ext>
            </a:extLst>
          </p:cNvPr>
          <p:cNvSpPr>
            <a:spLocks noChangeArrowheads="1"/>
          </p:cNvSpPr>
          <p:nvPr/>
        </p:nvSpPr>
        <p:spPr bwMode="auto">
          <a:xfrm>
            <a:off x="5562600" y="2667000"/>
            <a:ext cx="1981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FF9900"/>
                </a:solidFill>
                <a:latin typeface="Helvetica" panose="020B0604020202020204" pitchFamily="34" charset="0"/>
              </a:rPr>
              <a:t>R10   R11  R12</a:t>
            </a:r>
          </a:p>
        </p:txBody>
      </p:sp>
      <p:sp>
        <p:nvSpPr>
          <p:cNvPr id="58385" name="Line 17">
            <a:extLst>
              <a:ext uri="{FF2B5EF4-FFF2-40B4-BE49-F238E27FC236}">
                <a16:creationId xmlns:a16="http://schemas.microsoft.com/office/drawing/2014/main" id="{1B81F5DB-2ABD-524F-5BD2-E1853BE5B1FE}"/>
              </a:ext>
            </a:extLst>
          </p:cNvPr>
          <p:cNvSpPr>
            <a:spLocks noChangeShapeType="1"/>
          </p:cNvSpPr>
          <p:nvPr/>
        </p:nvSpPr>
        <p:spPr bwMode="auto">
          <a:xfrm flipH="1">
            <a:off x="5105400" y="3048000"/>
            <a:ext cx="7620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6" name="Line 18">
            <a:extLst>
              <a:ext uri="{FF2B5EF4-FFF2-40B4-BE49-F238E27FC236}">
                <a16:creationId xmlns:a16="http://schemas.microsoft.com/office/drawing/2014/main" id="{5E5CBADB-CC6C-3AA4-8364-72956B11E163}"/>
              </a:ext>
            </a:extLst>
          </p:cNvPr>
          <p:cNvSpPr>
            <a:spLocks noChangeShapeType="1"/>
          </p:cNvSpPr>
          <p:nvPr/>
        </p:nvSpPr>
        <p:spPr bwMode="auto">
          <a:xfrm flipH="1">
            <a:off x="6629400" y="30480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7" name="Line 19">
            <a:extLst>
              <a:ext uri="{FF2B5EF4-FFF2-40B4-BE49-F238E27FC236}">
                <a16:creationId xmlns:a16="http://schemas.microsoft.com/office/drawing/2014/main" id="{9CD9F6BE-A14E-C054-0BD5-E93DC348C5D2}"/>
              </a:ext>
            </a:extLst>
          </p:cNvPr>
          <p:cNvSpPr>
            <a:spLocks noChangeShapeType="1"/>
          </p:cNvSpPr>
          <p:nvPr/>
        </p:nvSpPr>
        <p:spPr bwMode="auto">
          <a:xfrm>
            <a:off x="7239000" y="3048000"/>
            <a:ext cx="7620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8" name="Line 20">
            <a:extLst>
              <a:ext uri="{FF2B5EF4-FFF2-40B4-BE49-F238E27FC236}">
                <a16:creationId xmlns:a16="http://schemas.microsoft.com/office/drawing/2014/main" id="{BA0C2260-17CA-F97F-B064-6E7120914B08}"/>
              </a:ext>
            </a:extLst>
          </p:cNvPr>
          <p:cNvSpPr>
            <a:spLocks noChangeShapeType="1"/>
          </p:cNvSpPr>
          <p:nvPr/>
        </p:nvSpPr>
        <p:spPr bwMode="auto">
          <a:xfrm flipH="1">
            <a:off x="6705600" y="41148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9" name="Line 21">
            <a:extLst>
              <a:ext uri="{FF2B5EF4-FFF2-40B4-BE49-F238E27FC236}">
                <a16:creationId xmlns:a16="http://schemas.microsoft.com/office/drawing/2014/main" id="{30FEA505-6985-46EB-CA84-928723F525DD}"/>
              </a:ext>
            </a:extLst>
          </p:cNvPr>
          <p:cNvSpPr>
            <a:spLocks noChangeShapeType="1"/>
          </p:cNvSpPr>
          <p:nvPr/>
        </p:nvSpPr>
        <p:spPr bwMode="auto">
          <a:xfrm flipH="1">
            <a:off x="8335963" y="41148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0" name="Line 22">
            <a:extLst>
              <a:ext uri="{FF2B5EF4-FFF2-40B4-BE49-F238E27FC236}">
                <a16:creationId xmlns:a16="http://schemas.microsoft.com/office/drawing/2014/main" id="{DEB36D88-20C5-D42F-4611-DA4881BF8DF1}"/>
              </a:ext>
            </a:extLst>
          </p:cNvPr>
          <p:cNvSpPr>
            <a:spLocks noChangeShapeType="1"/>
          </p:cNvSpPr>
          <p:nvPr/>
        </p:nvSpPr>
        <p:spPr bwMode="auto">
          <a:xfrm flipH="1">
            <a:off x="4419600" y="4114800"/>
            <a:ext cx="152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1" name="Line 23">
            <a:extLst>
              <a:ext uri="{FF2B5EF4-FFF2-40B4-BE49-F238E27FC236}">
                <a16:creationId xmlns:a16="http://schemas.microsoft.com/office/drawing/2014/main" id="{26065669-E818-2368-619D-7D5C96A8F4AE}"/>
              </a:ext>
            </a:extLst>
          </p:cNvPr>
          <p:cNvSpPr>
            <a:spLocks noChangeShapeType="1"/>
          </p:cNvSpPr>
          <p:nvPr/>
        </p:nvSpPr>
        <p:spPr bwMode="auto">
          <a:xfrm>
            <a:off x="5486400" y="4114800"/>
            <a:ext cx="152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2" name="Line 24">
            <a:extLst>
              <a:ext uri="{FF2B5EF4-FFF2-40B4-BE49-F238E27FC236}">
                <a16:creationId xmlns:a16="http://schemas.microsoft.com/office/drawing/2014/main" id="{AD4F7437-C444-10CA-D508-3F9E9FD4C780}"/>
              </a:ext>
            </a:extLst>
          </p:cNvPr>
          <p:cNvSpPr>
            <a:spLocks noChangeShapeType="1"/>
          </p:cNvSpPr>
          <p:nvPr/>
        </p:nvSpPr>
        <p:spPr bwMode="auto">
          <a:xfrm flipH="1">
            <a:off x="6096000" y="4114800"/>
            <a:ext cx="152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3" name="Line 25">
            <a:extLst>
              <a:ext uri="{FF2B5EF4-FFF2-40B4-BE49-F238E27FC236}">
                <a16:creationId xmlns:a16="http://schemas.microsoft.com/office/drawing/2014/main" id="{AEC23802-99C5-55EE-9240-AFC4905A9698}"/>
              </a:ext>
            </a:extLst>
          </p:cNvPr>
          <p:cNvSpPr>
            <a:spLocks noChangeShapeType="1"/>
          </p:cNvSpPr>
          <p:nvPr/>
        </p:nvSpPr>
        <p:spPr bwMode="auto">
          <a:xfrm>
            <a:off x="7162800" y="4114800"/>
            <a:ext cx="152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4" name="Line 26">
            <a:extLst>
              <a:ext uri="{FF2B5EF4-FFF2-40B4-BE49-F238E27FC236}">
                <a16:creationId xmlns:a16="http://schemas.microsoft.com/office/drawing/2014/main" id="{F993D4E9-0B08-8BAC-0DCC-13B6724C8D99}"/>
              </a:ext>
            </a:extLst>
          </p:cNvPr>
          <p:cNvSpPr>
            <a:spLocks noChangeShapeType="1"/>
          </p:cNvSpPr>
          <p:nvPr/>
        </p:nvSpPr>
        <p:spPr bwMode="auto">
          <a:xfrm flipH="1">
            <a:off x="7772400" y="4114800"/>
            <a:ext cx="152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5" name="Line 27">
            <a:extLst>
              <a:ext uri="{FF2B5EF4-FFF2-40B4-BE49-F238E27FC236}">
                <a16:creationId xmlns:a16="http://schemas.microsoft.com/office/drawing/2014/main" id="{A4199898-9500-D0AC-A116-6846DCABD6D3}"/>
              </a:ext>
            </a:extLst>
          </p:cNvPr>
          <p:cNvSpPr>
            <a:spLocks noChangeShapeType="1"/>
          </p:cNvSpPr>
          <p:nvPr/>
        </p:nvSpPr>
        <p:spPr bwMode="auto">
          <a:xfrm>
            <a:off x="8763000" y="4114800"/>
            <a:ext cx="152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6" name="Rectangle 28">
            <a:extLst>
              <a:ext uri="{FF2B5EF4-FFF2-40B4-BE49-F238E27FC236}">
                <a16:creationId xmlns:a16="http://schemas.microsoft.com/office/drawing/2014/main" id="{38C72AE7-5CCF-D0C1-D7E5-A7A318C2B6A2}"/>
              </a:ext>
            </a:extLst>
          </p:cNvPr>
          <p:cNvSpPr>
            <a:spLocks noChangeArrowheads="1"/>
          </p:cNvSpPr>
          <p:nvPr/>
        </p:nvSpPr>
        <p:spPr bwMode="auto">
          <a:xfrm>
            <a:off x="4343400" y="3733800"/>
            <a:ext cx="160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3399FF"/>
                </a:solidFill>
                <a:latin typeface="Helvetica" panose="020B0604020202020204" pitchFamily="34" charset="0"/>
              </a:rPr>
              <a:t>{R1,R2}  R3</a:t>
            </a:r>
          </a:p>
        </p:txBody>
      </p:sp>
      <p:sp>
        <p:nvSpPr>
          <p:cNvPr id="58397" name="Rectangle 29">
            <a:extLst>
              <a:ext uri="{FF2B5EF4-FFF2-40B4-BE49-F238E27FC236}">
                <a16:creationId xmlns:a16="http://schemas.microsoft.com/office/drawing/2014/main" id="{492B6334-6950-3623-6D0F-F0C2AC85E08F}"/>
              </a:ext>
            </a:extLst>
          </p:cNvPr>
          <p:cNvSpPr>
            <a:spLocks noChangeArrowheads="1"/>
          </p:cNvSpPr>
          <p:nvPr/>
        </p:nvSpPr>
        <p:spPr bwMode="auto">
          <a:xfrm>
            <a:off x="5943600" y="3733800"/>
            <a:ext cx="160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3399FF"/>
                </a:solidFill>
                <a:latin typeface="Helvetica" panose="020B0604020202020204" pitchFamily="34" charset="0"/>
              </a:rPr>
              <a:t>R4   R5  R6</a:t>
            </a:r>
          </a:p>
        </p:txBody>
      </p:sp>
      <p:sp>
        <p:nvSpPr>
          <p:cNvPr id="58398" name="Rectangle 30">
            <a:extLst>
              <a:ext uri="{FF2B5EF4-FFF2-40B4-BE49-F238E27FC236}">
                <a16:creationId xmlns:a16="http://schemas.microsoft.com/office/drawing/2014/main" id="{A610EC55-59CD-A8DB-9B51-A85A48758EAF}"/>
              </a:ext>
            </a:extLst>
          </p:cNvPr>
          <p:cNvSpPr>
            <a:spLocks noChangeArrowheads="1"/>
          </p:cNvSpPr>
          <p:nvPr/>
        </p:nvSpPr>
        <p:spPr bwMode="auto">
          <a:xfrm>
            <a:off x="7543800" y="3733800"/>
            <a:ext cx="160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3399FF"/>
                </a:solidFill>
                <a:latin typeface="Helvetica" panose="020B0604020202020204" pitchFamily="34" charset="0"/>
              </a:rPr>
              <a:t>R7   R8  R9</a:t>
            </a:r>
          </a:p>
        </p:txBody>
      </p:sp>
      <p:sp>
        <p:nvSpPr>
          <p:cNvPr id="58399" name="AutoShape 31">
            <a:extLst>
              <a:ext uri="{FF2B5EF4-FFF2-40B4-BE49-F238E27FC236}">
                <a16:creationId xmlns:a16="http://schemas.microsoft.com/office/drawing/2014/main" id="{F0C0B760-70FA-C4E9-1A6F-C9492BB284C6}"/>
              </a:ext>
            </a:extLst>
          </p:cNvPr>
          <p:cNvSpPr>
            <a:spLocks/>
          </p:cNvSpPr>
          <p:nvPr/>
        </p:nvSpPr>
        <p:spPr bwMode="auto">
          <a:xfrm rot="-5400000">
            <a:off x="6438900" y="3162300"/>
            <a:ext cx="381000" cy="4572000"/>
          </a:xfrm>
          <a:prstGeom prst="leftBrace">
            <a:avLst>
              <a:gd name="adj1" fmla="val 145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400" name="Rectangle 32">
            <a:extLst>
              <a:ext uri="{FF2B5EF4-FFF2-40B4-BE49-F238E27FC236}">
                <a16:creationId xmlns:a16="http://schemas.microsoft.com/office/drawing/2014/main" id="{8D263F2F-A690-4AA5-BC6A-98B4E383EB32}"/>
              </a:ext>
            </a:extLst>
          </p:cNvPr>
          <p:cNvSpPr>
            <a:spLocks noChangeArrowheads="1"/>
          </p:cNvSpPr>
          <p:nvPr/>
        </p:nvSpPr>
        <p:spPr bwMode="auto">
          <a:xfrm>
            <a:off x="4876800" y="5638800"/>
            <a:ext cx="403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008000"/>
                </a:solidFill>
                <a:latin typeface="Helvetica" panose="020B0604020202020204" pitchFamily="34" charset="0"/>
              </a:rPr>
              <a:t>Data nodes containing points</a:t>
            </a:r>
          </a:p>
        </p:txBody>
      </p:sp>
      <p:sp>
        <p:nvSpPr>
          <p:cNvPr id="58401" name="Rectangle 33">
            <a:extLst>
              <a:ext uri="{FF2B5EF4-FFF2-40B4-BE49-F238E27FC236}">
                <a16:creationId xmlns:a16="http://schemas.microsoft.com/office/drawing/2014/main" id="{8FA64E6F-D99A-B675-E8BA-AE00FC0334C7}"/>
              </a:ext>
            </a:extLst>
          </p:cNvPr>
          <p:cNvSpPr>
            <a:spLocks noChangeArrowheads="1"/>
          </p:cNvSpPr>
          <p:nvPr/>
        </p:nvSpPr>
        <p:spPr bwMode="auto">
          <a:xfrm>
            <a:off x="2466975" y="3644900"/>
            <a:ext cx="533400" cy="690563"/>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402" name="Rectangle 34">
            <a:extLst>
              <a:ext uri="{FF2B5EF4-FFF2-40B4-BE49-F238E27FC236}">
                <a16:creationId xmlns:a16="http://schemas.microsoft.com/office/drawing/2014/main" id="{3CA25C80-8541-1AB4-D3C4-CDD0C1662199}"/>
              </a:ext>
            </a:extLst>
          </p:cNvPr>
          <p:cNvSpPr>
            <a:spLocks noChangeArrowheads="1"/>
          </p:cNvSpPr>
          <p:nvPr/>
        </p:nvSpPr>
        <p:spPr bwMode="auto">
          <a:xfrm>
            <a:off x="3087688" y="2874963"/>
            <a:ext cx="669925" cy="7620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403" name="Rectangle 35">
            <a:extLst>
              <a:ext uri="{FF2B5EF4-FFF2-40B4-BE49-F238E27FC236}">
                <a16:creationId xmlns:a16="http://schemas.microsoft.com/office/drawing/2014/main" id="{D3FE9266-E65C-B909-CF26-2A5EE4D421D1}"/>
              </a:ext>
            </a:extLst>
          </p:cNvPr>
          <p:cNvSpPr>
            <a:spLocks noChangeArrowheads="1"/>
          </p:cNvSpPr>
          <p:nvPr/>
        </p:nvSpPr>
        <p:spPr bwMode="auto">
          <a:xfrm>
            <a:off x="990600" y="2743200"/>
            <a:ext cx="609600" cy="9398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404" name="Rectangle 36">
            <a:extLst>
              <a:ext uri="{FF2B5EF4-FFF2-40B4-BE49-F238E27FC236}">
                <a16:creationId xmlns:a16="http://schemas.microsoft.com/office/drawing/2014/main" id="{337FA5B4-1C7A-3BDF-DAB7-241B0BF44B38}"/>
              </a:ext>
            </a:extLst>
          </p:cNvPr>
          <p:cNvSpPr>
            <a:spLocks noChangeArrowheads="1"/>
          </p:cNvSpPr>
          <p:nvPr/>
        </p:nvSpPr>
        <p:spPr bwMode="auto">
          <a:xfrm>
            <a:off x="1179513" y="4749800"/>
            <a:ext cx="649287" cy="6858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405" name="Rectangle 37">
            <a:extLst>
              <a:ext uri="{FF2B5EF4-FFF2-40B4-BE49-F238E27FC236}">
                <a16:creationId xmlns:a16="http://schemas.microsoft.com/office/drawing/2014/main" id="{20341B61-D7F5-FE6F-E85C-8CAB170E3363}"/>
              </a:ext>
            </a:extLst>
          </p:cNvPr>
          <p:cNvSpPr>
            <a:spLocks noChangeArrowheads="1"/>
          </p:cNvSpPr>
          <p:nvPr/>
        </p:nvSpPr>
        <p:spPr bwMode="auto">
          <a:xfrm>
            <a:off x="1636713" y="4632325"/>
            <a:ext cx="1030287" cy="7620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406" name="Line 38">
            <a:extLst>
              <a:ext uri="{FF2B5EF4-FFF2-40B4-BE49-F238E27FC236}">
                <a16:creationId xmlns:a16="http://schemas.microsoft.com/office/drawing/2014/main" id="{B8B98E9A-A81D-7E25-DC3C-551436022262}"/>
              </a:ext>
            </a:extLst>
          </p:cNvPr>
          <p:cNvSpPr>
            <a:spLocks noChangeShapeType="1"/>
          </p:cNvSpPr>
          <p:nvPr/>
        </p:nvSpPr>
        <p:spPr bwMode="auto">
          <a:xfrm>
            <a:off x="1255713" y="52070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07" name="Line 39">
            <a:extLst>
              <a:ext uri="{FF2B5EF4-FFF2-40B4-BE49-F238E27FC236}">
                <a16:creationId xmlns:a16="http://schemas.microsoft.com/office/drawing/2014/main" id="{5F6CDCF5-6F12-1B11-FE9C-7EFAB126E000}"/>
              </a:ext>
            </a:extLst>
          </p:cNvPr>
          <p:cNvSpPr>
            <a:spLocks noChangeShapeType="1"/>
          </p:cNvSpPr>
          <p:nvPr/>
        </p:nvSpPr>
        <p:spPr bwMode="auto">
          <a:xfrm>
            <a:off x="1408113" y="50546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08" name="Line 40">
            <a:extLst>
              <a:ext uri="{FF2B5EF4-FFF2-40B4-BE49-F238E27FC236}">
                <a16:creationId xmlns:a16="http://schemas.microsoft.com/office/drawing/2014/main" id="{67EFC257-3617-AD99-D2A0-7D5FE15643D2}"/>
              </a:ext>
            </a:extLst>
          </p:cNvPr>
          <p:cNvSpPr>
            <a:spLocks noChangeShapeType="1"/>
          </p:cNvSpPr>
          <p:nvPr/>
        </p:nvSpPr>
        <p:spPr bwMode="auto">
          <a:xfrm>
            <a:off x="1560513" y="52070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09" name="Line 41">
            <a:extLst>
              <a:ext uri="{FF2B5EF4-FFF2-40B4-BE49-F238E27FC236}">
                <a16:creationId xmlns:a16="http://schemas.microsoft.com/office/drawing/2014/main" id="{5DEFEDFF-4769-840E-C3D8-588536760EBE}"/>
              </a:ext>
            </a:extLst>
          </p:cNvPr>
          <p:cNvSpPr>
            <a:spLocks noChangeShapeType="1"/>
          </p:cNvSpPr>
          <p:nvPr/>
        </p:nvSpPr>
        <p:spPr bwMode="auto">
          <a:xfrm>
            <a:off x="1712913" y="53594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10" name="Line 42">
            <a:extLst>
              <a:ext uri="{FF2B5EF4-FFF2-40B4-BE49-F238E27FC236}">
                <a16:creationId xmlns:a16="http://schemas.microsoft.com/office/drawing/2014/main" id="{22452F5E-6957-338A-4381-EE8557B60BB0}"/>
              </a:ext>
            </a:extLst>
          </p:cNvPr>
          <p:cNvSpPr>
            <a:spLocks noChangeShapeType="1"/>
          </p:cNvSpPr>
          <p:nvPr/>
        </p:nvSpPr>
        <p:spPr bwMode="auto">
          <a:xfrm>
            <a:off x="1835150" y="38401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11" name="Line 43">
            <a:extLst>
              <a:ext uri="{FF2B5EF4-FFF2-40B4-BE49-F238E27FC236}">
                <a16:creationId xmlns:a16="http://schemas.microsoft.com/office/drawing/2014/main" id="{76EDD703-9E65-AFE0-3AB1-AFF84E793318}"/>
              </a:ext>
            </a:extLst>
          </p:cNvPr>
          <p:cNvSpPr>
            <a:spLocks noChangeShapeType="1"/>
          </p:cNvSpPr>
          <p:nvPr/>
        </p:nvSpPr>
        <p:spPr bwMode="auto">
          <a:xfrm>
            <a:off x="1682750" y="37639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12" name="Line 44">
            <a:extLst>
              <a:ext uri="{FF2B5EF4-FFF2-40B4-BE49-F238E27FC236}">
                <a16:creationId xmlns:a16="http://schemas.microsoft.com/office/drawing/2014/main" id="{3A88703E-279B-B351-E1FF-DF3AFC4442A1}"/>
              </a:ext>
            </a:extLst>
          </p:cNvPr>
          <p:cNvSpPr>
            <a:spLocks noChangeShapeType="1"/>
          </p:cNvSpPr>
          <p:nvPr/>
        </p:nvSpPr>
        <p:spPr bwMode="auto">
          <a:xfrm>
            <a:off x="1255713" y="49784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13" name="Line 45">
            <a:extLst>
              <a:ext uri="{FF2B5EF4-FFF2-40B4-BE49-F238E27FC236}">
                <a16:creationId xmlns:a16="http://schemas.microsoft.com/office/drawing/2014/main" id="{E1C7D944-98E5-6CA8-BF51-CD4F38643832}"/>
              </a:ext>
            </a:extLst>
          </p:cNvPr>
          <p:cNvSpPr>
            <a:spLocks noChangeShapeType="1"/>
          </p:cNvSpPr>
          <p:nvPr/>
        </p:nvSpPr>
        <p:spPr bwMode="auto">
          <a:xfrm>
            <a:off x="1606550" y="36877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14" name="Line 46">
            <a:extLst>
              <a:ext uri="{FF2B5EF4-FFF2-40B4-BE49-F238E27FC236}">
                <a16:creationId xmlns:a16="http://schemas.microsoft.com/office/drawing/2014/main" id="{CAA4FF9C-DA0D-992B-612B-AB32DA68A375}"/>
              </a:ext>
            </a:extLst>
          </p:cNvPr>
          <p:cNvSpPr>
            <a:spLocks noChangeShapeType="1"/>
          </p:cNvSpPr>
          <p:nvPr/>
        </p:nvSpPr>
        <p:spPr bwMode="auto">
          <a:xfrm>
            <a:off x="1835150" y="36877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15" name="Line 47">
            <a:extLst>
              <a:ext uri="{FF2B5EF4-FFF2-40B4-BE49-F238E27FC236}">
                <a16:creationId xmlns:a16="http://schemas.microsoft.com/office/drawing/2014/main" id="{27132FCC-883D-0DE7-ABD0-0243F7EB0816}"/>
              </a:ext>
            </a:extLst>
          </p:cNvPr>
          <p:cNvSpPr>
            <a:spLocks noChangeShapeType="1"/>
          </p:cNvSpPr>
          <p:nvPr/>
        </p:nvSpPr>
        <p:spPr bwMode="auto">
          <a:xfrm>
            <a:off x="1530350" y="37639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16" name="Line 48">
            <a:extLst>
              <a:ext uri="{FF2B5EF4-FFF2-40B4-BE49-F238E27FC236}">
                <a16:creationId xmlns:a16="http://schemas.microsoft.com/office/drawing/2014/main" id="{B26EA235-38C2-CA9A-AF18-F042450AA2C1}"/>
              </a:ext>
            </a:extLst>
          </p:cNvPr>
          <p:cNvSpPr>
            <a:spLocks noChangeShapeType="1"/>
          </p:cNvSpPr>
          <p:nvPr/>
        </p:nvSpPr>
        <p:spPr bwMode="auto">
          <a:xfrm>
            <a:off x="1636713" y="49784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17" name="Line 49">
            <a:extLst>
              <a:ext uri="{FF2B5EF4-FFF2-40B4-BE49-F238E27FC236}">
                <a16:creationId xmlns:a16="http://schemas.microsoft.com/office/drawing/2014/main" id="{8CBA55AC-A092-ABDE-DAB1-6D18B714E837}"/>
              </a:ext>
            </a:extLst>
          </p:cNvPr>
          <p:cNvSpPr>
            <a:spLocks noChangeShapeType="1"/>
          </p:cNvSpPr>
          <p:nvPr/>
        </p:nvSpPr>
        <p:spPr bwMode="auto">
          <a:xfrm>
            <a:off x="1331913" y="48260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18" name="Line 50">
            <a:extLst>
              <a:ext uri="{FF2B5EF4-FFF2-40B4-BE49-F238E27FC236}">
                <a16:creationId xmlns:a16="http://schemas.microsoft.com/office/drawing/2014/main" id="{620B1A65-E082-3C11-649B-09577BB6D75D}"/>
              </a:ext>
            </a:extLst>
          </p:cNvPr>
          <p:cNvSpPr>
            <a:spLocks noChangeShapeType="1"/>
          </p:cNvSpPr>
          <p:nvPr/>
        </p:nvSpPr>
        <p:spPr bwMode="auto">
          <a:xfrm>
            <a:off x="1843088" y="40068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19" name="Line 51">
            <a:extLst>
              <a:ext uri="{FF2B5EF4-FFF2-40B4-BE49-F238E27FC236}">
                <a16:creationId xmlns:a16="http://schemas.microsoft.com/office/drawing/2014/main" id="{C31BCAF2-2A00-70E8-F3FC-730B23A364DA}"/>
              </a:ext>
            </a:extLst>
          </p:cNvPr>
          <p:cNvSpPr>
            <a:spLocks noChangeShapeType="1"/>
          </p:cNvSpPr>
          <p:nvPr/>
        </p:nvSpPr>
        <p:spPr bwMode="auto">
          <a:xfrm>
            <a:off x="1363663" y="39338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20" name="Line 52">
            <a:extLst>
              <a:ext uri="{FF2B5EF4-FFF2-40B4-BE49-F238E27FC236}">
                <a16:creationId xmlns:a16="http://schemas.microsoft.com/office/drawing/2014/main" id="{66F68EB6-DFF3-F235-F9E7-0C54F78238F9}"/>
              </a:ext>
            </a:extLst>
          </p:cNvPr>
          <p:cNvSpPr>
            <a:spLocks noChangeShapeType="1"/>
          </p:cNvSpPr>
          <p:nvPr/>
        </p:nvSpPr>
        <p:spPr bwMode="auto">
          <a:xfrm>
            <a:off x="2795588" y="37814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21" name="Line 53">
            <a:extLst>
              <a:ext uri="{FF2B5EF4-FFF2-40B4-BE49-F238E27FC236}">
                <a16:creationId xmlns:a16="http://schemas.microsoft.com/office/drawing/2014/main" id="{D1062A6F-2F39-0773-E559-37006CDF813E}"/>
              </a:ext>
            </a:extLst>
          </p:cNvPr>
          <p:cNvSpPr>
            <a:spLocks noChangeShapeType="1"/>
          </p:cNvSpPr>
          <p:nvPr/>
        </p:nvSpPr>
        <p:spPr bwMode="auto">
          <a:xfrm>
            <a:off x="2965450" y="49466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22" name="Line 54">
            <a:extLst>
              <a:ext uri="{FF2B5EF4-FFF2-40B4-BE49-F238E27FC236}">
                <a16:creationId xmlns:a16="http://schemas.microsoft.com/office/drawing/2014/main" id="{F638815A-DEE1-BD68-1108-85CB2CC0046D}"/>
              </a:ext>
            </a:extLst>
          </p:cNvPr>
          <p:cNvSpPr>
            <a:spLocks noChangeShapeType="1"/>
          </p:cNvSpPr>
          <p:nvPr/>
        </p:nvSpPr>
        <p:spPr bwMode="auto">
          <a:xfrm>
            <a:off x="3117850" y="48704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23" name="Line 55">
            <a:extLst>
              <a:ext uri="{FF2B5EF4-FFF2-40B4-BE49-F238E27FC236}">
                <a16:creationId xmlns:a16="http://schemas.microsoft.com/office/drawing/2014/main" id="{F1EC0CD1-17ED-A537-EC43-E4C68D65053F}"/>
              </a:ext>
            </a:extLst>
          </p:cNvPr>
          <p:cNvSpPr>
            <a:spLocks noChangeShapeType="1"/>
          </p:cNvSpPr>
          <p:nvPr/>
        </p:nvSpPr>
        <p:spPr bwMode="auto">
          <a:xfrm>
            <a:off x="2695575" y="522287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24" name="Line 56">
            <a:extLst>
              <a:ext uri="{FF2B5EF4-FFF2-40B4-BE49-F238E27FC236}">
                <a16:creationId xmlns:a16="http://schemas.microsoft.com/office/drawing/2014/main" id="{2C99DE87-0AA9-BA77-B5A9-BF08C1A7230B}"/>
              </a:ext>
            </a:extLst>
          </p:cNvPr>
          <p:cNvSpPr>
            <a:spLocks noChangeShapeType="1"/>
          </p:cNvSpPr>
          <p:nvPr/>
        </p:nvSpPr>
        <p:spPr bwMode="auto">
          <a:xfrm>
            <a:off x="1235075" y="349885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25" name="Line 57">
            <a:extLst>
              <a:ext uri="{FF2B5EF4-FFF2-40B4-BE49-F238E27FC236}">
                <a16:creationId xmlns:a16="http://schemas.microsoft.com/office/drawing/2014/main" id="{D53396A9-15C8-C492-B187-F61A3CB37B72}"/>
              </a:ext>
            </a:extLst>
          </p:cNvPr>
          <p:cNvSpPr>
            <a:spLocks noChangeShapeType="1"/>
          </p:cNvSpPr>
          <p:nvPr/>
        </p:nvSpPr>
        <p:spPr bwMode="auto">
          <a:xfrm>
            <a:off x="1143000" y="36576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26" name="Line 58">
            <a:extLst>
              <a:ext uri="{FF2B5EF4-FFF2-40B4-BE49-F238E27FC236}">
                <a16:creationId xmlns:a16="http://schemas.microsoft.com/office/drawing/2014/main" id="{D5B46840-0DAC-3526-831C-67BDB26B9448}"/>
              </a:ext>
            </a:extLst>
          </p:cNvPr>
          <p:cNvSpPr>
            <a:spLocks noChangeShapeType="1"/>
          </p:cNvSpPr>
          <p:nvPr/>
        </p:nvSpPr>
        <p:spPr bwMode="auto">
          <a:xfrm>
            <a:off x="1371600" y="34290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27" name="Line 59">
            <a:extLst>
              <a:ext uri="{FF2B5EF4-FFF2-40B4-BE49-F238E27FC236}">
                <a16:creationId xmlns:a16="http://schemas.microsoft.com/office/drawing/2014/main" id="{54FFC70D-592C-A481-A134-A30A90BF9CA4}"/>
              </a:ext>
            </a:extLst>
          </p:cNvPr>
          <p:cNvSpPr>
            <a:spLocks noChangeShapeType="1"/>
          </p:cNvSpPr>
          <p:nvPr/>
        </p:nvSpPr>
        <p:spPr bwMode="auto">
          <a:xfrm>
            <a:off x="1052513" y="3348038"/>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28" name="Line 60">
            <a:extLst>
              <a:ext uri="{FF2B5EF4-FFF2-40B4-BE49-F238E27FC236}">
                <a16:creationId xmlns:a16="http://schemas.microsoft.com/office/drawing/2014/main" id="{68263C81-AFB3-C115-8B55-935E918A7F1C}"/>
              </a:ext>
            </a:extLst>
          </p:cNvPr>
          <p:cNvSpPr>
            <a:spLocks noChangeShapeType="1"/>
          </p:cNvSpPr>
          <p:nvPr/>
        </p:nvSpPr>
        <p:spPr bwMode="auto">
          <a:xfrm>
            <a:off x="1447800" y="32004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29" name="Line 61">
            <a:extLst>
              <a:ext uri="{FF2B5EF4-FFF2-40B4-BE49-F238E27FC236}">
                <a16:creationId xmlns:a16="http://schemas.microsoft.com/office/drawing/2014/main" id="{835F8AEE-62C6-D788-8E4B-684F7D0D02B9}"/>
              </a:ext>
            </a:extLst>
          </p:cNvPr>
          <p:cNvSpPr>
            <a:spLocks noChangeShapeType="1"/>
          </p:cNvSpPr>
          <p:nvPr/>
        </p:nvSpPr>
        <p:spPr bwMode="auto">
          <a:xfrm>
            <a:off x="1066800" y="29718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30" name="Line 62">
            <a:extLst>
              <a:ext uri="{FF2B5EF4-FFF2-40B4-BE49-F238E27FC236}">
                <a16:creationId xmlns:a16="http://schemas.microsoft.com/office/drawing/2014/main" id="{89A35EF4-F293-6B12-94A5-15E97268F013}"/>
              </a:ext>
            </a:extLst>
          </p:cNvPr>
          <p:cNvSpPr>
            <a:spLocks noChangeShapeType="1"/>
          </p:cNvSpPr>
          <p:nvPr/>
        </p:nvSpPr>
        <p:spPr bwMode="auto">
          <a:xfrm>
            <a:off x="1447800" y="29718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31" name="Line 63">
            <a:extLst>
              <a:ext uri="{FF2B5EF4-FFF2-40B4-BE49-F238E27FC236}">
                <a16:creationId xmlns:a16="http://schemas.microsoft.com/office/drawing/2014/main" id="{768C2017-E3A2-D5DB-9EA1-7818498BD4A7}"/>
              </a:ext>
            </a:extLst>
          </p:cNvPr>
          <p:cNvSpPr>
            <a:spLocks noChangeShapeType="1"/>
          </p:cNvSpPr>
          <p:nvPr/>
        </p:nvSpPr>
        <p:spPr bwMode="auto">
          <a:xfrm>
            <a:off x="1155700" y="3101975"/>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32" name="Line 64">
            <a:extLst>
              <a:ext uri="{FF2B5EF4-FFF2-40B4-BE49-F238E27FC236}">
                <a16:creationId xmlns:a16="http://schemas.microsoft.com/office/drawing/2014/main" id="{DF478981-9AF8-C6F1-A0E8-A2C69FB8B080}"/>
              </a:ext>
            </a:extLst>
          </p:cNvPr>
          <p:cNvSpPr>
            <a:spLocks noChangeShapeType="1"/>
          </p:cNvSpPr>
          <p:nvPr/>
        </p:nvSpPr>
        <p:spPr bwMode="auto">
          <a:xfrm>
            <a:off x="1295400" y="28194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33" name="Line 65">
            <a:extLst>
              <a:ext uri="{FF2B5EF4-FFF2-40B4-BE49-F238E27FC236}">
                <a16:creationId xmlns:a16="http://schemas.microsoft.com/office/drawing/2014/main" id="{16B5129E-AF8B-9FCD-4E3B-F21AC8B73D08}"/>
              </a:ext>
            </a:extLst>
          </p:cNvPr>
          <p:cNvSpPr>
            <a:spLocks noChangeShapeType="1"/>
          </p:cNvSpPr>
          <p:nvPr/>
        </p:nvSpPr>
        <p:spPr bwMode="auto">
          <a:xfrm>
            <a:off x="3376613" y="29511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34" name="Line 66">
            <a:extLst>
              <a:ext uri="{FF2B5EF4-FFF2-40B4-BE49-F238E27FC236}">
                <a16:creationId xmlns:a16="http://schemas.microsoft.com/office/drawing/2014/main" id="{984A5CBD-3A8C-07E5-81C1-2D5B59A30CEB}"/>
              </a:ext>
            </a:extLst>
          </p:cNvPr>
          <p:cNvSpPr>
            <a:spLocks noChangeShapeType="1"/>
          </p:cNvSpPr>
          <p:nvPr/>
        </p:nvSpPr>
        <p:spPr bwMode="auto">
          <a:xfrm>
            <a:off x="3605213" y="29511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35" name="Line 67">
            <a:extLst>
              <a:ext uri="{FF2B5EF4-FFF2-40B4-BE49-F238E27FC236}">
                <a16:creationId xmlns:a16="http://schemas.microsoft.com/office/drawing/2014/main" id="{220CD42B-8BB5-2CB3-2DB4-5BF15D1B784C}"/>
              </a:ext>
            </a:extLst>
          </p:cNvPr>
          <p:cNvSpPr>
            <a:spLocks noChangeShapeType="1"/>
          </p:cNvSpPr>
          <p:nvPr/>
        </p:nvSpPr>
        <p:spPr bwMode="auto">
          <a:xfrm>
            <a:off x="3452813" y="31797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36" name="Line 68">
            <a:extLst>
              <a:ext uri="{FF2B5EF4-FFF2-40B4-BE49-F238E27FC236}">
                <a16:creationId xmlns:a16="http://schemas.microsoft.com/office/drawing/2014/main" id="{7D4CF0FF-FF50-D0B8-AB05-726D7725EA00}"/>
              </a:ext>
            </a:extLst>
          </p:cNvPr>
          <p:cNvSpPr>
            <a:spLocks noChangeShapeType="1"/>
          </p:cNvSpPr>
          <p:nvPr/>
        </p:nvSpPr>
        <p:spPr bwMode="auto">
          <a:xfrm>
            <a:off x="3529013" y="40179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37" name="Line 69">
            <a:extLst>
              <a:ext uri="{FF2B5EF4-FFF2-40B4-BE49-F238E27FC236}">
                <a16:creationId xmlns:a16="http://schemas.microsoft.com/office/drawing/2014/main" id="{5A3C5A79-36F6-B978-E3E5-D0B4EDC141F3}"/>
              </a:ext>
            </a:extLst>
          </p:cNvPr>
          <p:cNvSpPr>
            <a:spLocks noChangeShapeType="1"/>
          </p:cNvSpPr>
          <p:nvPr/>
        </p:nvSpPr>
        <p:spPr bwMode="auto">
          <a:xfrm>
            <a:off x="3571875" y="43862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38" name="Line 70">
            <a:extLst>
              <a:ext uri="{FF2B5EF4-FFF2-40B4-BE49-F238E27FC236}">
                <a16:creationId xmlns:a16="http://schemas.microsoft.com/office/drawing/2014/main" id="{B889BBA6-C52D-618C-AA68-317603C911CE}"/>
              </a:ext>
            </a:extLst>
          </p:cNvPr>
          <p:cNvSpPr>
            <a:spLocks noChangeShapeType="1"/>
          </p:cNvSpPr>
          <p:nvPr/>
        </p:nvSpPr>
        <p:spPr bwMode="auto">
          <a:xfrm>
            <a:off x="3538538" y="37734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39" name="Line 71">
            <a:extLst>
              <a:ext uri="{FF2B5EF4-FFF2-40B4-BE49-F238E27FC236}">
                <a16:creationId xmlns:a16="http://schemas.microsoft.com/office/drawing/2014/main" id="{8C16BED8-43F3-2B19-329E-FE53778DD2AC}"/>
              </a:ext>
            </a:extLst>
          </p:cNvPr>
          <p:cNvSpPr>
            <a:spLocks noChangeShapeType="1"/>
          </p:cNvSpPr>
          <p:nvPr/>
        </p:nvSpPr>
        <p:spPr bwMode="auto">
          <a:xfrm>
            <a:off x="3170238" y="40941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40" name="Line 72">
            <a:extLst>
              <a:ext uri="{FF2B5EF4-FFF2-40B4-BE49-F238E27FC236}">
                <a16:creationId xmlns:a16="http://schemas.microsoft.com/office/drawing/2014/main" id="{B4781BFC-0980-BD1D-DBEA-E2977B67B185}"/>
              </a:ext>
            </a:extLst>
          </p:cNvPr>
          <p:cNvSpPr>
            <a:spLocks noChangeShapeType="1"/>
          </p:cNvSpPr>
          <p:nvPr/>
        </p:nvSpPr>
        <p:spPr bwMode="auto">
          <a:xfrm>
            <a:off x="3681413" y="40941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41" name="Line 73">
            <a:extLst>
              <a:ext uri="{FF2B5EF4-FFF2-40B4-BE49-F238E27FC236}">
                <a16:creationId xmlns:a16="http://schemas.microsoft.com/office/drawing/2014/main" id="{CF6CE5B2-108F-6C4E-5F73-63AC2714807E}"/>
              </a:ext>
            </a:extLst>
          </p:cNvPr>
          <p:cNvSpPr>
            <a:spLocks noChangeShapeType="1"/>
          </p:cNvSpPr>
          <p:nvPr/>
        </p:nvSpPr>
        <p:spPr bwMode="auto">
          <a:xfrm>
            <a:off x="2736850" y="49466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42" name="Line 74">
            <a:extLst>
              <a:ext uri="{FF2B5EF4-FFF2-40B4-BE49-F238E27FC236}">
                <a16:creationId xmlns:a16="http://schemas.microsoft.com/office/drawing/2014/main" id="{8E5A5EC7-0E1F-1395-591D-EB8AD5B69781}"/>
              </a:ext>
            </a:extLst>
          </p:cNvPr>
          <p:cNvSpPr>
            <a:spLocks noChangeShapeType="1"/>
          </p:cNvSpPr>
          <p:nvPr/>
        </p:nvSpPr>
        <p:spPr bwMode="auto">
          <a:xfrm>
            <a:off x="2736850" y="47942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43" name="Line 75">
            <a:extLst>
              <a:ext uri="{FF2B5EF4-FFF2-40B4-BE49-F238E27FC236}">
                <a16:creationId xmlns:a16="http://schemas.microsoft.com/office/drawing/2014/main" id="{4BD19120-C0E5-3A4B-3789-4063610260A3}"/>
              </a:ext>
            </a:extLst>
          </p:cNvPr>
          <p:cNvSpPr>
            <a:spLocks noChangeShapeType="1"/>
          </p:cNvSpPr>
          <p:nvPr/>
        </p:nvSpPr>
        <p:spPr bwMode="auto">
          <a:xfrm>
            <a:off x="2736850" y="45656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44" name="Line 76">
            <a:extLst>
              <a:ext uri="{FF2B5EF4-FFF2-40B4-BE49-F238E27FC236}">
                <a16:creationId xmlns:a16="http://schemas.microsoft.com/office/drawing/2014/main" id="{1E421A1A-90B5-D2F7-42B8-49FBD886112A}"/>
              </a:ext>
            </a:extLst>
          </p:cNvPr>
          <p:cNvSpPr>
            <a:spLocks noChangeShapeType="1"/>
          </p:cNvSpPr>
          <p:nvPr/>
        </p:nvSpPr>
        <p:spPr bwMode="auto">
          <a:xfrm>
            <a:off x="3270250" y="45656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45" name="Line 77">
            <a:extLst>
              <a:ext uri="{FF2B5EF4-FFF2-40B4-BE49-F238E27FC236}">
                <a16:creationId xmlns:a16="http://schemas.microsoft.com/office/drawing/2014/main" id="{E8C21AA7-5D50-DCFA-D30F-9C42AD211B8F}"/>
              </a:ext>
            </a:extLst>
          </p:cNvPr>
          <p:cNvSpPr>
            <a:spLocks noChangeShapeType="1"/>
          </p:cNvSpPr>
          <p:nvPr/>
        </p:nvSpPr>
        <p:spPr bwMode="auto">
          <a:xfrm>
            <a:off x="2965450" y="47180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46" name="Line 78">
            <a:extLst>
              <a:ext uri="{FF2B5EF4-FFF2-40B4-BE49-F238E27FC236}">
                <a16:creationId xmlns:a16="http://schemas.microsoft.com/office/drawing/2014/main" id="{784892EA-DC33-3A84-23CC-987EA82D2EB1}"/>
              </a:ext>
            </a:extLst>
          </p:cNvPr>
          <p:cNvSpPr>
            <a:spLocks noChangeShapeType="1"/>
          </p:cNvSpPr>
          <p:nvPr/>
        </p:nvSpPr>
        <p:spPr bwMode="auto">
          <a:xfrm>
            <a:off x="1712913" y="46736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47" name="Line 79">
            <a:extLst>
              <a:ext uri="{FF2B5EF4-FFF2-40B4-BE49-F238E27FC236}">
                <a16:creationId xmlns:a16="http://schemas.microsoft.com/office/drawing/2014/main" id="{FE1F322C-12DF-E0DC-A3DA-EBAC6A11B353}"/>
              </a:ext>
            </a:extLst>
          </p:cNvPr>
          <p:cNvSpPr>
            <a:spLocks noChangeShapeType="1"/>
          </p:cNvSpPr>
          <p:nvPr/>
        </p:nvSpPr>
        <p:spPr bwMode="auto">
          <a:xfrm>
            <a:off x="1865313" y="48260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48" name="Line 80">
            <a:extLst>
              <a:ext uri="{FF2B5EF4-FFF2-40B4-BE49-F238E27FC236}">
                <a16:creationId xmlns:a16="http://schemas.microsoft.com/office/drawing/2014/main" id="{1DD70374-5A6B-7EA1-0E55-5D95F6DED934}"/>
              </a:ext>
            </a:extLst>
          </p:cNvPr>
          <p:cNvSpPr>
            <a:spLocks noChangeShapeType="1"/>
          </p:cNvSpPr>
          <p:nvPr/>
        </p:nvSpPr>
        <p:spPr bwMode="auto">
          <a:xfrm>
            <a:off x="2246313" y="47498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49" name="Line 81">
            <a:extLst>
              <a:ext uri="{FF2B5EF4-FFF2-40B4-BE49-F238E27FC236}">
                <a16:creationId xmlns:a16="http://schemas.microsoft.com/office/drawing/2014/main" id="{C80BB642-32D5-AAB7-9751-74781CB8B7F7}"/>
              </a:ext>
            </a:extLst>
          </p:cNvPr>
          <p:cNvSpPr>
            <a:spLocks noChangeShapeType="1"/>
          </p:cNvSpPr>
          <p:nvPr/>
        </p:nvSpPr>
        <p:spPr bwMode="auto">
          <a:xfrm>
            <a:off x="2322513" y="52070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50" name="Line 82">
            <a:extLst>
              <a:ext uri="{FF2B5EF4-FFF2-40B4-BE49-F238E27FC236}">
                <a16:creationId xmlns:a16="http://schemas.microsoft.com/office/drawing/2014/main" id="{5192B3AC-7716-5135-CEF5-4257BC379A04}"/>
              </a:ext>
            </a:extLst>
          </p:cNvPr>
          <p:cNvSpPr>
            <a:spLocks noChangeShapeType="1"/>
          </p:cNvSpPr>
          <p:nvPr/>
        </p:nvSpPr>
        <p:spPr bwMode="auto">
          <a:xfrm>
            <a:off x="2543175" y="40306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51" name="Line 83">
            <a:extLst>
              <a:ext uri="{FF2B5EF4-FFF2-40B4-BE49-F238E27FC236}">
                <a16:creationId xmlns:a16="http://schemas.microsoft.com/office/drawing/2014/main" id="{0E8346CA-D35B-E5EF-15BE-CEB8F620F3FF}"/>
              </a:ext>
            </a:extLst>
          </p:cNvPr>
          <p:cNvSpPr>
            <a:spLocks noChangeShapeType="1"/>
          </p:cNvSpPr>
          <p:nvPr/>
        </p:nvSpPr>
        <p:spPr bwMode="auto">
          <a:xfrm>
            <a:off x="2622550" y="41925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52" name="Line 84">
            <a:extLst>
              <a:ext uri="{FF2B5EF4-FFF2-40B4-BE49-F238E27FC236}">
                <a16:creationId xmlns:a16="http://schemas.microsoft.com/office/drawing/2014/main" id="{F7999E91-B91C-2B07-0AA9-E1D6CE3AE87C}"/>
              </a:ext>
            </a:extLst>
          </p:cNvPr>
          <p:cNvSpPr>
            <a:spLocks noChangeShapeType="1"/>
          </p:cNvSpPr>
          <p:nvPr/>
        </p:nvSpPr>
        <p:spPr bwMode="auto">
          <a:xfrm>
            <a:off x="2795588" y="41624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53" name="Line 85">
            <a:extLst>
              <a:ext uri="{FF2B5EF4-FFF2-40B4-BE49-F238E27FC236}">
                <a16:creationId xmlns:a16="http://schemas.microsoft.com/office/drawing/2014/main" id="{E73C5BDD-29E8-87D6-9662-6A214C2FB553}"/>
              </a:ext>
            </a:extLst>
          </p:cNvPr>
          <p:cNvSpPr>
            <a:spLocks noChangeShapeType="1"/>
          </p:cNvSpPr>
          <p:nvPr/>
        </p:nvSpPr>
        <p:spPr bwMode="auto">
          <a:xfrm>
            <a:off x="2543175" y="37258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54" name="Line 86">
            <a:extLst>
              <a:ext uri="{FF2B5EF4-FFF2-40B4-BE49-F238E27FC236}">
                <a16:creationId xmlns:a16="http://schemas.microsoft.com/office/drawing/2014/main" id="{3A5B8D12-C1B2-4C04-AB7E-FEE8C3D4C26C}"/>
              </a:ext>
            </a:extLst>
          </p:cNvPr>
          <p:cNvSpPr>
            <a:spLocks noChangeShapeType="1"/>
          </p:cNvSpPr>
          <p:nvPr/>
        </p:nvSpPr>
        <p:spPr bwMode="auto">
          <a:xfrm>
            <a:off x="2947988" y="38576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55" name="Line 87">
            <a:extLst>
              <a:ext uri="{FF2B5EF4-FFF2-40B4-BE49-F238E27FC236}">
                <a16:creationId xmlns:a16="http://schemas.microsoft.com/office/drawing/2014/main" id="{308D343D-0BF0-58DA-0FEC-F71576567E6E}"/>
              </a:ext>
            </a:extLst>
          </p:cNvPr>
          <p:cNvSpPr>
            <a:spLocks noChangeShapeType="1"/>
          </p:cNvSpPr>
          <p:nvPr/>
        </p:nvSpPr>
        <p:spPr bwMode="auto">
          <a:xfrm>
            <a:off x="2795588" y="39338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56" name="Line 88">
            <a:extLst>
              <a:ext uri="{FF2B5EF4-FFF2-40B4-BE49-F238E27FC236}">
                <a16:creationId xmlns:a16="http://schemas.microsoft.com/office/drawing/2014/main" id="{16A227AC-9CB1-DDD1-3F44-038D3F147C79}"/>
              </a:ext>
            </a:extLst>
          </p:cNvPr>
          <p:cNvSpPr>
            <a:spLocks noChangeShapeType="1"/>
          </p:cNvSpPr>
          <p:nvPr/>
        </p:nvSpPr>
        <p:spPr bwMode="auto">
          <a:xfrm>
            <a:off x="3300413" y="35607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57" name="Line 89">
            <a:extLst>
              <a:ext uri="{FF2B5EF4-FFF2-40B4-BE49-F238E27FC236}">
                <a16:creationId xmlns:a16="http://schemas.microsoft.com/office/drawing/2014/main" id="{03BF1E36-EBB7-7D61-BD70-C009D5F8258E}"/>
              </a:ext>
            </a:extLst>
          </p:cNvPr>
          <p:cNvSpPr>
            <a:spLocks noChangeShapeType="1"/>
          </p:cNvSpPr>
          <p:nvPr/>
        </p:nvSpPr>
        <p:spPr bwMode="auto">
          <a:xfrm>
            <a:off x="2551113" y="50546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58" name="Line 90">
            <a:extLst>
              <a:ext uri="{FF2B5EF4-FFF2-40B4-BE49-F238E27FC236}">
                <a16:creationId xmlns:a16="http://schemas.microsoft.com/office/drawing/2014/main" id="{5FC69519-4BFA-6DFF-2E30-76F1ADFA2D73}"/>
              </a:ext>
            </a:extLst>
          </p:cNvPr>
          <p:cNvSpPr>
            <a:spLocks noChangeShapeType="1"/>
          </p:cNvSpPr>
          <p:nvPr/>
        </p:nvSpPr>
        <p:spPr bwMode="auto">
          <a:xfrm>
            <a:off x="3092450" y="35814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59" name="Line 91">
            <a:extLst>
              <a:ext uri="{FF2B5EF4-FFF2-40B4-BE49-F238E27FC236}">
                <a16:creationId xmlns:a16="http://schemas.microsoft.com/office/drawing/2014/main" id="{D378C2F6-F760-11D1-2A65-D9B36CDC8772}"/>
              </a:ext>
            </a:extLst>
          </p:cNvPr>
          <p:cNvSpPr>
            <a:spLocks noChangeShapeType="1"/>
          </p:cNvSpPr>
          <p:nvPr/>
        </p:nvSpPr>
        <p:spPr bwMode="auto">
          <a:xfrm>
            <a:off x="3300413" y="32559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60" name="Line 92">
            <a:extLst>
              <a:ext uri="{FF2B5EF4-FFF2-40B4-BE49-F238E27FC236}">
                <a16:creationId xmlns:a16="http://schemas.microsoft.com/office/drawing/2014/main" id="{719DAF56-2D13-4269-726A-FAEE256E1409}"/>
              </a:ext>
            </a:extLst>
          </p:cNvPr>
          <p:cNvSpPr>
            <a:spLocks noChangeShapeType="1"/>
          </p:cNvSpPr>
          <p:nvPr/>
        </p:nvSpPr>
        <p:spPr bwMode="auto">
          <a:xfrm>
            <a:off x="3224213" y="31035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61" name="Line 93">
            <a:extLst>
              <a:ext uri="{FF2B5EF4-FFF2-40B4-BE49-F238E27FC236}">
                <a16:creationId xmlns:a16="http://schemas.microsoft.com/office/drawing/2014/main" id="{12E6422E-74C3-182D-7ED9-CF546BA4AACE}"/>
              </a:ext>
            </a:extLst>
          </p:cNvPr>
          <p:cNvSpPr>
            <a:spLocks noChangeShapeType="1"/>
          </p:cNvSpPr>
          <p:nvPr/>
        </p:nvSpPr>
        <p:spPr bwMode="auto">
          <a:xfrm>
            <a:off x="3605213" y="348456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62" name="Line 94">
            <a:extLst>
              <a:ext uri="{FF2B5EF4-FFF2-40B4-BE49-F238E27FC236}">
                <a16:creationId xmlns:a16="http://schemas.microsoft.com/office/drawing/2014/main" id="{E00CE9FD-91BE-7417-4825-2DBA6E9FD6CD}"/>
              </a:ext>
            </a:extLst>
          </p:cNvPr>
          <p:cNvSpPr>
            <a:spLocks noChangeShapeType="1"/>
          </p:cNvSpPr>
          <p:nvPr/>
        </p:nvSpPr>
        <p:spPr bwMode="auto">
          <a:xfrm>
            <a:off x="1544638" y="35687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63" name="Line 95">
            <a:extLst>
              <a:ext uri="{FF2B5EF4-FFF2-40B4-BE49-F238E27FC236}">
                <a16:creationId xmlns:a16="http://schemas.microsoft.com/office/drawing/2014/main" id="{302E9CFB-59F0-30A1-60C9-0D06DA5C5EBC}"/>
              </a:ext>
            </a:extLst>
          </p:cNvPr>
          <p:cNvSpPr>
            <a:spLocks noChangeShapeType="1"/>
          </p:cNvSpPr>
          <p:nvPr/>
        </p:nvSpPr>
        <p:spPr bwMode="auto">
          <a:xfrm>
            <a:off x="2947988" y="43148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64" name="Line 96">
            <a:extLst>
              <a:ext uri="{FF2B5EF4-FFF2-40B4-BE49-F238E27FC236}">
                <a16:creationId xmlns:a16="http://schemas.microsoft.com/office/drawing/2014/main" id="{DE1CA4EB-9C8C-767F-9C1C-C133313DBB47}"/>
              </a:ext>
            </a:extLst>
          </p:cNvPr>
          <p:cNvSpPr>
            <a:spLocks noChangeShapeType="1"/>
          </p:cNvSpPr>
          <p:nvPr/>
        </p:nvSpPr>
        <p:spPr bwMode="auto">
          <a:xfrm>
            <a:off x="3214688" y="332581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65" name="Line 97">
            <a:extLst>
              <a:ext uri="{FF2B5EF4-FFF2-40B4-BE49-F238E27FC236}">
                <a16:creationId xmlns:a16="http://schemas.microsoft.com/office/drawing/2014/main" id="{74411C32-1D2B-A66F-7E95-FB7050AB7691}"/>
              </a:ext>
            </a:extLst>
          </p:cNvPr>
          <p:cNvSpPr>
            <a:spLocks noChangeShapeType="1"/>
          </p:cNvSpPr>
          <p:nvPr/>
        </p:nvSpPr>
        <p:spPr bwMode="auto">
          <a:xfrm>
            <a:off x="3441700" y="30702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66" name="Rectangle 98">
            <a:extLst>
              <a:ext uri="{FF2B5EF4-FFF2-40B4-BE49-F238E27FC236}">
                <a16:creationId xmlns:a16="http://schemas.microsoft.com/office/drawing/2014/main" id="{2DE00145-48BC-D801-BF6F-48D819DAB983}"/>
              </a:ext>
            </a:extLst>
          </p:cNvPr>
          <p:cNvSpPr>
            <a:spLocks noChangeArrowheads="1"/>
          </p:cNvSpPr>
          <p:nvPr/>
        </p:nvSpPr>
        <p:spPr bwMode="auto">
          <a:xfrm>
            <a:off x="1362075" y="3603625"/>
            <a:ext cx="609600" cy="430213"/>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467" name="Rectangle 99">
            <a:extLst>
              <a:ext uri="{FF2B5EF4-FFF2-40B4-BE49-F238E27FC236}">
                <a16:creationId xmlns:a16="http://schemas.microsoft.com/office/drawing/2014/main" id="{10DC4005-29D2-6590-9B28-18BFDEA2EC27}"/>
              </a:ext>
            </a:extLst>
          </p:cNvPr>
          <p:cNvSpPr>
            <a:spLocks noChangeArrowheads="1"/>
          </p:cNvSpPr>
          <p:nvPr/>
        </p:nvSpPr>
        <p:spPr bwMode="auto">
          <a:xfrm>
            <a:off x="2660650" y="4524375"/>
            <a:ext cx="685800" cy="7620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468" name="Rectangle 100">
            <a:extLst>
              <a:ext uri="{FF2B5EF4-FFF2-40B4-BE49-F238E27FC236}">
                <a16:creationId xmlns:a16="http://schemas.microsoft.com/office/drawing/2014/main" id="{B33D6AD8-B5AD-59C4-ACB3-7A1EA16DBEEF}"/>
              </a:ext>
            </a:extLst>
          </p:cNvPr>
          <p:cNvSpPr>
            <a:spLocks noChangeArrowheads="1"/>
          </p:cNvSpPr>
          <p:nvPr/>
        </p:nvSpPr>
        <p:spPr bwMode="auto">
          <a:xfrm>
            <a:off x="3148013" y="3713163"/>
            <a:ext cx="685800" cy="6858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469" name="Rectangle 101">
            <a:extLst>
              <a:ext uri="{FF2B5EF4-FFF2-40B4-BE49-F238E27FC236}">
                <a16:creationId xmlns:a16="http://schemas.microsoft.com/office/drawing/2014/main" id="{4EA388B8-10C7-EC45-EABC-FEBB306D9148}"/>
              </a:ext>
            </a:extLst>
          </p:cNvPr>
          <p:cNvSpPr>
            <a:spLocks noChangeArrowheads="1"/>
          </p:cNvSpPr>
          <p:nvPr/>
        </p:nvSpPr>
        <p:spPr bwMode="auto">
          <a:xfrm>
            <a:off x="533400" y="3429000"/>
            <a:ext cx="509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8470" name="Rectangle 102">
            <a:extLst>
              <a:ext uri="{FF2B5EF4-FFF2-40B4-BE49-F238E27FC236}">
                <a16:creationId xmlns:a16="http://schemas.microsoft.com/office/drawing/2014/main" id="{9BCC1221-C2F2-163C-8B64-AB76F67079B9}"/>
              </a:ext>
            </a:extLst>
          </p:cNvPr>
          <p:cNvSpPr>
            <a:spLocks noChangeArrowheads="1"/>
          </p:cNvSpPr>
          <p:nvPr/>
        </p:nvSpPr>
        <p:spPr bwMode="auto">
          <a:xfrm>
            <a:off x="920750" y="36115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8471" name="Rectangle 103">
            <a:extLst>
              <a:ext uri="{FF2B5EF4-FFF2-40B4-BE49-F238E27FC236}">
                <a16:creationId xmlns:a16="http://schemas.microsoft.com/office/drawing/2014/main" id="{F0D83B51-74F2-91EF-80C3-2F3D7665819D}"/>
              </a:ext>
            </a:extLst>
          </p:cNvPr>
          <p:cNvSpPr>
            <a:spLocks noChangeArrowheads="1"/>
          </p:cNvSpPr>
          <p:nvPr/>
        </p:nvSpPr>
        <p:spPr bwMode="auto">
          <a:xfrm>
            <a:off x="533400" y="495300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8472" name="Rectangle 104">
            <a:extLst>
              <a:ext uri="{FF2B5EF4-FFF2-40B4-BE49-F238E27FC236}">
                <a16:creationId xmlns:a16="http://schemas.microsoft.com/office/drawing/2014/main" id="{FA794B59-6268-2649-0ECF-8EEF50CFFBFC}"/>
              </a:ext>
            </a:extLst>
          </p:cNvPr>
          <p:cNvSpPr>
            <a:spLocks noChangeArrowheads="1"/>
          </p:cNvSpPr>
          <p:nvPr/>
        </p:nvSpPr>
        <p:spPr bwMode="auto">
          <a:xfrm>
            <a:off x="2632075" y="471805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8473" name="Rectangle 105">
            <a:extLst>
              <a:ext uri="{FF2B5EF4-FFF2-40B4-BE49-F238E27FC236}">
                <a16:creationId xmlns:a16="http://schemas.microsoft.com/office/drawing/2014/main" id="{B84BE34A-D89D-C455-C2F1-B0F32E640933}"/>
              </a:ext>
            </a:extLst>
          </p:cNvPr>
          <p:cNvSpPr>
            <a:spLocks noChangeArrowheads="1"/>
          </p:cNvSpPr>
          <p:nvPr/>
        </p:nvSpPr>
        <p:spPr bwMode="auto">
          <a:xfrm>
            <a:off x="1789113" y="535940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8474" name="Rectangle 106">
            <a:extLst>
              <a:ext uri="{FF2B5EF4-FFF2-40B4-BE49-F238E27FC236}">
                <a16:creationId xmlns:a16="http://schemas.microsoft.com/office/drawing/2014/main" id="{3B2011D3-BA22-30BB-F31B-642679DFF79C}"/>
              </a:ext>
            </a:extLst>
          </p:cNvPr>
          <p:cNvSpPr>
            <a:spLocks noChangeArrowheads="1"/>
          </p:cNvSpPr>
          <p:nvPr/>
        </p:nvSpPr>
        <p:spPr bwMode="auto">
          <a:xfrm>
            <a:off x="2743200" y="419100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8475" name="Rectangle 107">
            <a:extLst>
              <a:ext uri="{FF2B5EF4-FFF2-40B4-BE49-F238E27FC236}">
                <a16:creationId xmlns:a16="http://schemas.microsoft.com/office/drawing/2014/main" id="{F364B105-D001-7678-F902-27EA73EDF539}"/>
              </a:ext>
            </a:extLst>
          </p:cNvPr>
          <p:cNvSpPr>
            <a:spLocks noChangeArrowheads="1"/>
          </p:cNvSpPr>
          <p:nvPr/>
        </p:nvSpPr>
        <p:spPr bwMode="auto">
          <a:xfrm>
            <a:off x="2439988" y="2847975"/>
            <a:ext cx="1370012" cy="1571625"/>
          </a:xfrm>
          <a:prstGeom prst="rect">
            <a:avLst/>
          </a:prstGeom>
          <a:noFill/>
          <a:ln w="25400">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476" name="Rectangle 108">
            <a:extLst>
              <a:ext uri="{FF2B5EF4-FFF2-40B4-BE49-F238E27FC236}">
                <a16:creationId xmlns:a16="http://schemas.microsoft.com/office/drawing/2014/main" id="{98ADB6D9-A0C2-1B0F-AD13-BC0727AA7B77}"/>
              </a:ext>
            </a:extLst>
          </p:cNvPr>
          <p:cNvSpPr>
            <a:spLocks noChangeArrowheads="1"/>
          </p:cNvSpPr>
          <p:nvPr/>
        </p:nvSpPr>
        <p:spPr bwMode="auto">
          <a:xfrm>
            <a:off x="963613" y="2716213"/>
            <a:ext cx="1017587" cy="1344612"/>
          </a:xfrm>
          <a:prstGeom prst="rect">
            <a:avLst/>
          </a:prstGeom>
          <a:noFill/>
          <a:ln w="25400">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477" name="Rectangle 109">
            <a:extLst>
              <a:ext uri="{FF2B5EF4-FFF2-40B4-BE49-F238E27FC236}">
                <a16:creationId xmlns:a16="http://schemas.microsoft.com/office/drawing/2014/main" id="{AD7EB33E-8A8D-C002-8D01-061B2803BBEC}"/>
              </a:ext>
            </a:extLst>
          </p:cNvPr>
          <p:cNvSpPr>
            <a:spLocks noChangeArrowheads="1"/>
          </p:cNvSpPr>
          <p:nvPr/>
        </p:nvSpPr>
        <p:spPr bwMode="auto">
          <a:xfrm>
            <a:off x="1158875" y="4495800"/>
            <a:ext cx="2212975" cy="962025"/>
          </a:xfrm>
          <a:prstGeom prst="rect">
            <a:avLst/>
          </a:prstGeom>
          <a:noFill/>
          <a:ln w="25400">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8478" name="Rectangle 110">
            <a:extLst>
              <a:ext uri="{FF2B5EF4-FFF2-40B4-BE49-F238E27FC236}">
                <a16:creationId xmlns:a16="http://schemas.microsoft.com/office/drawing/2014/main" id="{B486893E-0EB9-705D-364F-A574C2096EC9}"/>
              </a:ext>
            </a:extLst>
          </p:cNvPr>
          <p:cNvSpPr>
            <a:spLocks noChangeArrowheads="1"/>
          </p:cNvSpPr>
          <p:nvPr/>
        </p:nvSpPr>
        <p:spPr bwMode="auto">
          <a:xfrm>
            <a:off x="1143000" y="2133600"/>
            <a:ext cx="650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FF9900"/>
                </a:solidFill>
                <a:latin typeface="Helvetica" panose="020B0604020202020204" pitchFamily="34" charset="0"/>
              </a:rPr>
              <a:t>R10</a:t>
            </a:r>
          </a:p>
        </p:txBody>
      </p:sp>
      <p:sp>
        <p:nvSpPr>
          <p:cNvPr id="58479" name="Rectangle 111">
            <a:extLst>
              <a:ext uri="{FF2B5EF4-FFF2-40B4-BE49-F238E27FC236}">
                <a16:creationId xmlns:a16="http://schemas.microsoft.com/office/drawing/2014/main" id="{02C6B619-5D6B-5BB4-9A19-8FE14886D8FD}"/>
              </a:ext>
            </a:extLst>
          </p:cNvPr>
          <p:cNvSpPr>
            <a:spLocks noChangeArrowheads="1"/>
          </p:cNvSpPr>
          <p:nvPr/>
        </p:nvSpPr>
        <p:spPr bwMode="auto">
          <a:xfrm>
            <a:off x="2895600" y="2133600"/>
            <a:ext cx="650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FF9900"/>
                </a:solidFill>
                <a:latin typeface="Helvetica" panose="020B0604020202020204" pitchFamily="34" charset="0"/>
              </a:rPr>
              <a:t>R11</a:t>
            </a:r>
            <a:endParaRPr lang="en-US" altLang="en-US" sz="2000" b="1">
              <a:solidFill>
                <a:srgbClr val="3399FF"/>
              </a:solidFill>
              <a:latin typeface="Helvetica" panose="020B0604020202020204" pitchFamily="34" charset="0"/>
            </a:endParaRPr>
          </a:p>
        </p:txBody>
      </p:sp>
      <p:sp>
        <p:nvSpPr>
          <p:cNvPr id="58480" name="Rectangle 112">
            <a:extLst>
              <a:ext uri="{FF2B5EF4-FFF2-40B4-BE49-F238E27FC236}">
                <a16:creationId xmlns:a16="http://schemas.microsoft.com/office/drawing/2014/main" id="{34D5438B-7216-0C53-38C3-24C264589639}"/>
              </a:ext>
            </a:extLst>
          </p:cNvPr>
          <p:cNvSpPr>
            <a:spLocks noChangeArrowheads="1"/>
          </p:cNvSpPr>
          <p:nvPr/>
        </p:nvSpPr>
        <p:spPr bwMode="auto">
          <a:xfrm>
            <a:off x="3276600" y="5562600"/>
            <a:ext cx="650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FF9900"/>
                </a:solidFill>
                <a:latin typeface="Helvetica" panose="020B0604020202020204" pitchFamily="34" charset="0"/>
              </a:rPr>
              <a:t>R12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30402" name="Rectangle 2">
            <a:extLst>
              <a:ext uri="{FF2B5EF4-FFF2-40B4-BE49-F238E27FC236}">
                <a16:creationId xmlns:a16="http://schemas.microsoft.com/office/drawing/2014/main" id="{B456F4FB-C004-8CB9-BB86-1361F8C3099E}"/>
              </a:ext>
            </a:extLst>
          </p:cNvPr>
          <p:cNvSpPr>
            <a:spLocks noGrp="1" noChangeArrowheads="1"/>
          </p:cNvSpPr>
          <p:nvPr>
            <p:ph type="title"/>
          </p:nvPr>
        </p:nvSpPr>
        <p:spPr>
          <a:xfrm>
            <a:off x="533400" y="152400"/>
            <a:ext cx="7772400" cy="1143000"/>
          </a:xfrm>
        </p:spPr>
        <p:txBody>
          <a:bodyPr/>
          <a:lstStyle/>
          <a:p>
            <a:pPr eaLnBrk="1" hangingPunct="1">
              <a:defRPr/>
            </a:pPr>
            <a:r>
              <a:rPr lang="en-US" altLang="en-US">
                <a:effectLst>
                  <a:outerShdw blurRad="38100" dist="38100" dir="2700000" algn="tl">
                    <a:srgbClr val="C0C0C0"/>
                  </a:outerShdw>
                </a:effectLst>
              </a:rPr>
              <a:t>Partitional Clustering Algorithms</a:t>
            </a:r>
          </a:p>
        </p:txBody>
      </p:sp>
      <p:sp>
        <p:nvSpPr>
          <p:cNvPr id="59395" name="Rectangle 3">
            <a:extLst>
              <a:ext uri="{FF2B5EF4-FFF2-40B4-BE49-F238E27FC236}">
                <a16:creationId xmlns:a16="http://schemas.microsoft.com/office/drawing/2014/main" id="{7CB8090A-8907-A169-9537-4931FB2DC482}"/>
              </a:ext>
            </a:extLst>
          </p:cNvPr>
          <p:cNvSpPr>
            <a:spLocks noGrp="1" noChangeArrowheads="1"/>
          </p:cNvSpPr>
          <p:nvPr>
            <p:ph type="body" idx="1"/>
          </p:nvPr>
        </p:nvSpPr>
        <p:spPr>
          <a:xfrm>
            <a:off x="609600" y="1295400"/>
            <a:ext cx="7772400" cy="423863"/>
          </a:xfrm>
        </p:spPr>
        <p:txBody>
          <a:bodyPr/>
          <a:lstStyle/>
          <a:p>
            <a:pPr eaLnBrk="1" hangingPunct="1">
              <a:lnSpc>
                <a:spcPct val="90000"/>
              </a:lnSpc>
            </a:pPr>
            <a:r>
              <a:rPr lang="en-US" altLang="en-US" sz="2800"/>
              <a:t>The </a:t>
            </a:r>
            <a:r>
              <a:rPr lang="en-US" altLang="en-US" sz="2800">
                <a:solidFill>
                  <a:schemeClr val="tx2"/>
                </a:solidFill>
              </a:rPr>
              <a:t>Birch algorithm</a:t>
            </a:r>
          </a:p>
        </p:txBody>
      </p:sp>
      <p:sp>
        <p:nvSpPr>
          <p:cNvPr id="59396" name="Rectangle 4">
            <a:extLst>
              <a:ext uri="{FF2B5EF4-FFF2-40B4-BE49-F238E27FC236}">
                <a16:creationId xmlns:a16="http://schemas.microsoft.com/office/drawing/2014/main" id="{4941A849-A837-D217-D3E4-FEEEB22D7350}"/>
              </a:ext>
            </a:extLst>
          </p:cNvPr>
          <p:cNvSpPr>
            <a:spLocks noChangeArrowheads="1"/>
          </p:cNvSpPr>
          <p:nvPr/>
        </p:nvSpPr>
        <p:spPr bwMode="auto">
          <a:xfrm>
            <a:off x="1898650" y="3654425"/>
            <a:ext cx="533400" cy="690563"/>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9397" name="Rectangle 5">
            <a:extLst>
              <a:ext uri="{FF2B5EF4-FFF2-40B4-BE49-F238E27FC236}">
                <a16:creationId xmlns:a16="http://schemas.microsoft.com/office/drawing/2014/main" id="{9205B176-90CD-2AC0-417C-D6EEBE460822}"/>
              </a:ext>
            </a:extLst>
          </p:cNvPr>
          <p:cNvSpPr>
            <a:spLocks noChangeArrowheads="1"/>
          </p:cNvSpPr>
          <p:nvPr/>
        </p:nvSpPr>
        <p:spPr bwMode="auto">
          <a:xfrm>
            <a:off x="2519363" y="2884488"/>
            <a:ext cx="669925" cy="7620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9398" name="Rectangle 6">
            <a:extLst>
              <a:ext uri="{FF2B5EF4-FFF2-40B4-BE49-F238E27FC236}">
                <a16:creationId xmlns:a16="http://schemas.microsoft.com/office/drawing/2014/main" id="{1E09FA9C-0F8C-A786-3597-5DACD0F47612}"/>
              </a:ext>
            </a:extLst>
          </p:cNvPr>
          <p:cNvSpPr>
            <a:spLocks noChangeArrowheads="1"/>
          </p:cNvSpPr>
          <p:nvPr/>
        </p:nvSpPr>
        <p:spPr bwMode="auto">
          <a:xfrm>
            <a:off x="422275" y="2752725"/>
            <a:ext cx="609600" cy="9398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9399" name="Rectangle 7">
            <a:extLst>
              <a:ext uri="{FF2B5EF4-FFF2-40B4-BE49-F238E27FC236}">
                <a16:creationId xmlns:a16="http://schemas.microsoft.com/office/drawing/2014/main" id="{63F89651-C23F-8976-0636-6D06411867A0}"/>
              </a:ext>
            </a:extLst>
          </p:cNvPr>
          <p:cNvSpPr>
            <a:spLocks noChangeArrowheads="1"/>
          </p:cNvSpPr>
          <p:nvPr/>
        </p:nvSpPr>
        <p:spPr bwMode="auto">
          <a:xfrm>
            <a:off x="615950" y="4641850"/>
            <a:ext cx="1482725" cy="7620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9400" name="Line 8">
            <a:extLst>
              <a:ext uri="{FF2B5EF4-FFF2-40B4-BE49-F238E27FC236}">
                <a16:creationId xmlns:a16="http://schemas.microsoft.com/office/drawing/2014/main" id="{0269E970-AB44-DF6D-7A03-A25EDBA7E3C6}"/>
              </a:ext>
            </a:extLst>
          </p:cNvPr>
          <p:cNvSpPr>
            <a:spLocks noChangeShapeType="1"/>
          </p:cNvSpPr>
          <p:nvPr/>
        </p:nvSpPr>
        <p:spPr bwMode="auto">
          <a:xfrm>
            <a:off x="687388" y="52165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1" name="Line 9">
            <a:extLst>
              <a:ext uri="{FF2B5EF4-FFF2-40B4-BE49-F238E27FC236}">
                <a16:creationId xmlns:a16="http://schemas.microsoft.com/office/drawing/2014/main" id="{1622CFF0-9B06-9291-04FC-C64B312012EC}"/>
              </a:ext>
            </a:extLst>
          </p:cNvPr>
          <p:cNvSpPr>
            <a:spLocks noChangeShapeType="1"/>
          </p:cNvSpPr>
          <p:nvPr/>
        </p:nvSpPr>
        <p:spPr bwMode="auto">
          <a:xfrm>
            <a:off x="839788" y="50641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2" name="Line 10">
            <a:extLst>
              <a:ext uri="{FF2B5EF4-FFF2-40B4-BE49-F238E27FC236}">
                <a16:creationId xmlns:a16="http://schemas.microsoft.com/office/drawing/2014/main" id="{3318E517-F9E2-4023-7EC0-B03C28437C56}"/>
              </a:ext>
            </a:extLst>
          </p:cNvPr>
          <p:cNvSpPr>
            <a:spLocks noChangeShapeType="1"/>
          </p:cNvSpPr>
          <p:nvPr/>
        </p:nvSpPr>
        <p:spPr bwMode="auto">
          <a:xfrm>
            <a:off x="992188" y="52165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3" name="Line 11">
            <a:extLst>
              <a:ext uri="{FF2B5EF4-FFF2-40B4-BE49-F238E27FC236}">
                <a16:creationId xmlns:a16="http://schemas.microsoft.com/office/drawing/2014/main" id="{3B72A7C6-C9BB-0255-623C-A2197E04126F}"/>
              </a:ext>
            </a:extLst>
          </p:cNvPr>
          <p:cNvSpPr>
            <a:spLocks noChangeShapeType="1"/>
          </p:cNvSpPr>
          <p:nvPr/>
        </p:nvSpPr>
        <p:spPr bwMode="auto">
          <a:xfrm>
            <a:off x="1144588" y="53689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4" name="Line 12">
            <a:extLst>
              <a:ext uri="{FF2B5EF4-FFF2-40B4-BE49-F238E27FC236}">
                <a16:creationId xmlns:a16="http://schemas.microsoft.com/office/drawing/2014/main" id="{198112C3-B511-0116-B7BD-FE189D66E2F7}"/>
              </a:ext>
            </a:extLst>
          </p:cNvPr>
          <p:cNvSpPr>
            <a:spLocks noChangeShapeType="1"/>
          </p:cNvSpPr>
          <p:nvPr/>
        </p:nvSpPr>
        <p:spPr bwMode="auto">
          <a:xfrm>
            <a:off x="1266825" y="38496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5" name="Line 13">
            <a:extLst>
              <a:ext uri="{FF2B5EF4-FFF2-40B4-BE49-F238E27FC236}">
                <a16:creationId xmlns:a16="http://schemas.microsoft.com/office/drawing/2014/main" id="{9F39B53D-2D02-DEDD-B571-C42BFDC4475A}"/>
              </a:ext>
            </a:extLst>
          </p:cNvPr>
          <p:cNvSpPr>
            <a:spLocks noChangeShapeType="1"/>
          </p:cNvSpPr>
          <p:nvPr/>
        </p:nvSpPr>
        <p:spPr bwMode="auto">
          <a:xfrm>
            <a:off x="1114425" y="37734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6" name="Line 14">
            <a:extLst>
              <a:ext uri="{FF2B5EF4-FFF2-40B4-BE49-F238E27FC236}">
                <a16:creationId xmlns:a16="http://schemas.microsoft.com/office/drawing/2014/main" id="{30219553-411A-D58E-75E1-3C7F142739EA}"/>
              </a:ext>
            </a:extLst>
          </p:cNvPr>
          <p:cNvSpPr>
            <a:spLocks noChangeShapeType="1"/>
          </p:cNvSpPr>
          <p:nvPr/>
        </p:nvSpPr>
        <p:spPr bwMode="auto">
          <a:xfrm>
            <a:off x="687388" y="49879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7" name="Line 15">
            <a:extLst>
              <a:ext uri="{FF2B5EF4-FFF2-40B4-BE49-F238E27FC236}">
                <a16:creationId xmlns:a16="http://schemas.microsoft.com/office/drawing/2014/main" id="{2BB1B573-25E5-A949-D451-F27AAA28FC1D}"/>
              </a:ext>
            </a:extLst>
          </p:cNvPr>
          <p:cNvSpPr>
            <a:spLocks noChangeShapeType="1"/>
          </p:cNvSpPr>
          <p:nvPr/>
        </p:nvSpPr>
        <p:spPr bwMode="auto">
          <a:xfrm>
            <a:off x="1038225" y="36972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8" name="Line 16">
            <a:extLst>
              <a:ext uri="{FF2B5EF4-FFF2-40B4-BE49-F238E27FC236}">
                <a16:creationId xmlns:a16="http://schemas.microsoft.com/office/drawing/2014/main" id="{E93905D0-5A9C-1177-811A-6DAB3F602CDE}"/>
              </a:ext>
            </a:extLst>
          </p:cNvPr>
          <p:cNvSpPr>
            <a:spLocks noChangeShapeType="1"/>
          </p:cNvSpPr>
          <p:nvPr/>
        </p:nvSpPr>
        <p:spPr bwMode="auto">
          <a:xfrm>
            <a:off x="1266825" y="36972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9" name="Line 17">
            <a:extLst>
              <a:ext uri="{FF2B5EF4-FFF2-40B4-BE49-F238E27FC236}">
                <a16:creationId xmlns:a16="http://schemas.microsoft.com/office/drawing/2014/main" id="{2AE5834E-E2E5-832E-1D30-02BD1FF0202A}"/>
              </a:ext>
            </a:extLst>
          </p:cNvPr>
          <p:cNvSpPr>
            <a:spLocks noChangeShapeType="1"/>
          </p:cNvSpPr>
          <p:nvPr/>
        </p:nvSpPr>
        <p:spPr bwMode="auto">
          <a:xfrm>
            <a:off x="962025" y="37734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0" name="Line 18">
            <a:extLst>
              <a:ext uri="{FF2B5EF4-FFF2-40B4-BE49-F238E27FC236}">
                <a16:creationId xmlns:a16="http://schemas.microsoft.com/office/drawing/2014/main" id="{62DB288C-0BB0-1906-362D-E610E4CBD8A0}"/>
              </a:ext>
            </a:extLst>
          </p:cNvPr>
          <p:cNvSpPr>
            <a:spLocks noChangeShapeType="1"/>
          </p:cNvSpPr>
          <p:nvPr/>
        </p:nvSpPr>
        <p:spPr bwMode="auto">
          <a:xfrm>
            <a:off x="1068388" y="49879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1" name="Line 19">
            <a:extLst>
              <a:ext uri="{FF2B5EF4-FFF2-40B4-BE49-F238E27FC236}">
                <a16:creationId xmlns:a16="http://schemas.microsoft.com/office/drawing/2014/main" id="{B283806C-9B69-1A95-6C3F-A08D5CEAF979}"/>
              </a:ext>
            </a:extLst>
          </p:cNvPr>
          <p:cNvSpPr>
            <a:spLocks noChangeShapeType="1"/>
          </p:cNvSpPr>
          <p:nvPr/>
        </p:nvSpPr>
        <p:spPr bwMode="auto">
          <a:xfrm>
            <a:off x="763588" y="48355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2" name="Line 20">
            <a:extLst>
              <a:ext uri="{FF2B5EF4-FFF2-40B4-BE49-F238E27FC236}">
                <a16:creationId xmlns:a16="http://schemas.microsoft.com/office/drawing/2014/main" id="{4010FBE5-9FC5-391A-5406-3EB4217177D6}"/>
              </a:ext>
            </a:extLst>
          </p:cNvPr>
          <p:cNvSpPr>
            <a:spLocks noChangeShapeType="1"/>
          </p:cNvSpPr>
          <p:nvPr/>
        </p:nvSpPr>
        <p:spPr bwMode="auto">
          <a:xfrm>
            <a:off x="1274763" y="401637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3" name="Line 21">
            <a:extLst>
              <a:ext uri="{FF2B5EF4-FFF2-40B4-BE49-F238E27FC236}">
                <a16:creationId xmlns:a16="http://schemas.microsoft.com/office/drawing/2014/main" id="{6516366A-DA37-0249-F4C6-B985F659B86B}"/>
              </a:ext>
            </a:extLst>
          </p:cNvPr>
          <p:cNvSpPr>
            <a:spLocks noChangeShapeType="1"/>
          </p:cNvSpPr>
          <p:nvPr/>
        </p:nvSpPr>
        <p:spPr bwMode="auto">
          <a:xfrm>
            <a:off x="795338" y="39433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4" name="Line 22">
            <a:extLst>
              <a:ext uri="{FF2B5EF4-FFF2-40B4-BE49-F238E27FC236}">
                <a16:creationId xmlns:a16="http://schemas.microsoft.com/office/drawing/2014/main" id="{9C5023CC-2BCD-6601-6803-BF6690583C5C}"/>
              </a:ext>
            </a:extLst>
          </p:cNvPr>
          <p:cNvSpPr>
            <a:spLocks noChangeShapeType="1"/>
          </p:cNvSpPr>
          <p:nvPr/>
        </p:nvSpPr>
        <p:spPr bwMode="auto">
          <a:xfrm>
            <a:off x="2227263" y="37909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5" name="Line 23">
            <a:extLst>
              <a:ext uri="{FF2B5EF4-FFF2-40B4-BE49-F238E27FC236}">
                <a16:creationId xmlns:a16="http://schemas.microsoft.com/office/drawing/2014/main" id="{A8047396-E920-28C0-D87B-EFB3E5182EF7}"/>
              </a:ext>
            </a:extLst>
          </p:cNvPr>
          <p:cNvSpPr>
            <a:spLocks noChangeShapeType="1"/>
          </p:cNvSpPr>
          <p:nvPr/>
        </p:nvSpPr>
        <p:spPr bwMode="auto">
          <a:xfrm>
            <a:off x="2397125" y="495617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6" name="Line 24">
            <a:extLst>
              <a:ext uri="{FF2B5EF4-FFF2-40B4-BE49-F238E27FC236}">
                <a16:creationId xmlns:a16="http://schemas.microsoft.com/office/drawing/2014/main" id="{C19833EB-DAF0-E7C3-6E41-5C7647E63253}"/>
              </a:ext>
            </a:extLst>
          </p:cNvPr>
          <p:cNvSpPr>
            <a:spLocks noChangeShapeType="1"/>
          </p:cNvSpPr>
          <p:nvPr/>
        </p:nvSpPr>
        <p:spPr bwMode="auto">
          <a:xfrm>
            <a:off x="2549525" y="487997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7" name="Line 25">
            <a:extLst>
              <a:ext uri="{FF2B5EF4-FFF2-40B4-BE49-F238E27FC236}">
                <a16:creationId xmlns:a16="http://schemas.microsoft.com/office/drawing/2014/main" id="{DAA4338B-09C4-B625-AC27-A3ABA61D6A36}"/>
              </a:ext>
            </a:extLst>
          </p:cNvPr>
          <p:cNvSpPr>
            <a:spLocks noChangeShapeType="1"/>
          </p:cNvSpPr>
          <p:nvPr/>
        </p:nvSpPr>
        <p:spPr bwMode="auto">
          <a:xfrm>
            <a:off x="2127250" y="523240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8" name="Line 26">
            <a:extLst>
              <a:ext uri="{FF2B5EF4-FFF2-40B4-BE49-F238E27FC236}">
                <a16:creationId xmlns:a16="http://schemas.microsoft.com/office/drawing/2014/main" id="{F147F75D-ACFE-0D21-F1CF-3AC1A74CA259}"/>
              </a:ext>
            </a:extLst>
          </p:cNvPr>
          <p:cNvSpPr>
            <a:spLocks noChangeShapeType="1"/>
          </p:cNvSpPr>
          <p:nvPr/>
        </p:nvSpPr>
        <p:spPr bwMode="auto">
          <a:xfrm>
            <a:off x="666750" y="3508375"/>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9" name="Line 27">
            <a:extLst>
              <a:ext uri="{FF2B5EF4-FFF2-40B4-BE49-F238E27FC236}">
                <a16:creationId xmlns:a16="http://schemas.microsoft.com/office/drawing/2014/main" id="{1916A71F-1471-40C9-385C-B6B5E63D0B39}"/>
              </a:ext>
            </a:extLst>
          </p:cNvPr>
          <p:cNvSpPr>
            <a:spLocks noChangeShapeType="1"/>
          </p:cNvSpPr>
          <p:nvPr/>
        </p:nvSpPr>
        <p:spPr bwMode="auto">
          <a:xfrm>
            <a:off x="574675" y="3667125"/>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0" name="Line 28">
            <a:extLst>
              <a:ext uri="{FF2B5EF4-FFF2-40B4-BE49-F238E27FC236}">
                <a16:creationId xmlns:a16="http://schemas.microsoft.com/office/drawing/2014/main" id="{B927006F-BBA8-8DB5-1FF6-15784D09D8B6}"/>
              </a:ext>
            </a:extLst>
          </p:cNvPr>
          <p:cNvSpPr>
            <a:spLocks noChangeShapeType="1"/>
          </p:cNvSpPr>
          <p:nvPr/>
        </p:nvSpPr>
        <p:spPr bwMode="auto">
          <a:xfrm>
            <a:off x="803275" y="3438525"/>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1" name="Line 29">
            <a:extLst>
              <a:ext uri="{FF2B5EF4-FFF2-40B4-BE49-F238E27FC236}">
                <a16:creationId xmlns:a16="http://schemas.microsoft.com/office/drawing/2014/main" id="{2D579A86-D31B-DBE3-1EA3-EEFB9D716520}"/>
              </a:ext>
            </a:extLst>
          </p:cNvPr>
          <p:cNvSpPr>
            <a:spLocks noChangeShapeType="1"/>
          </p:cNvSpPr>
          <p:nvPr/>
        </p:nvSpPr>
        <p:spPr bwMode="auto">
          <a:xfrm>
            <a:off x="484188" y="3357563"/>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2" name="Line 30">
            <a:extLst>
              <a:ext uri="{FF2B5EF4-FFF2-40B4-BE49-F238E27FC236}">
                <a16:creationId xmlns:a16="http://schemas.microsoft.com/office/drawing/2014/main" id="{9FE9B4CB-E5DB-D429-8B5C-518DDA3F62D3}"/>
              </a:ext>
            </a:extLst>
          </p:cNvPr>
          <p:cNvSpPr>
            <a:spLocks noChangeShapeType="1"/>
          </p:cNvSpPr>
          <p:nvPr/>
        </p:nvSpPr>
        <p:spPr bwMode="auto">
          <a:xfrm>
            <a:off x="879475" y="3209925"/>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3" name="Line 31">
            <a:extLst>
              <a:ext uri="{FF2B5EF4-FFF2-40B4-BE49-F238E27FC236}">
                <a16:creationId xmlns:a16="http://schemas.microsoft.com/office/drawing/2014/main" id="{90841131-3DED-5207-0C16-26B696F9C00F}"/>
              </a:ext>
            </a:extLst>
          </p:cNvPr>
          <p:cNvSpPr>
            <a:spLocks noChangeShapeType="1"/>
          </p:cNvSpPr>
          <p:nvPr/>
        </p:nvSpPr>
        <p:spPr bwMode="auto">
          <a:xfrm>
            <a:off x="498475" y="2981325"/>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4" name="Line 32">
            <a:extLst>
              <a:ext uri="{FF2B5EF4-FFF2-40B4-BE49-F238E27FC236}">
                <a16:creationId xmlns:a16="http://schemas.microsoft.com/office/drawing/2014/main" id="{DD866B25-268A-63A3-ED37-1B404DC53A01}"/>
              </a:ext>
            </a:extLst>
          </p:cNvPr>
          <p:cNvSpPr>
            <a:spLocks noChangeShapeType="1"/>
          </p:cNvSpPr>
          <p:nvPr/>
        </p:nvSpPr>
        <p:spPr bwMode="auto">
          <a:xfrm>
            <a:off x="879475" y="2981325"/>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5" name="Line 33">
            <a:extLst>
              <a:ext uri="{FF2B5EF4-FFF2-40B4-BE49-F238E27FC236}">
                <a16:creationId xmlns:a16="http://schemas.microsoft.com/office/drawing/2014/main" id="{FF888347-81F8-63C4-54AE-00ABA3BE6832}"/>
              </a:ext>
            </a:extLst>
          </p:cNvPr>
          <p:cNvSpPr>
            <a:spLocks noChangeShapeType="1"/>
          </p:cNvSpPr>
          <p:nvPr/>
        </p:nvSpPr>
        <p:spPr bwMode="auto">
          <a:xfrm>
            <a:off x="587375" y="31115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6" name="Line 34">
            <a:extLst>
              <a:ext uri="{FF2B5EF4-FFF2-40B4-BE49-F238E27FC236}">
                <a16:creationId xmlns:a16="http://schemas.microsoft.com/office/drawing/2014/main" id="{87843AE1-B3A7-D4D2-A263-2651A882C0F7}"/>
              </a:ext>
            </a:extLst>
          </p:cNvPr>
          <p:cNvSpPr>
            <a:spLocks noChangeShapeType="1"/>
          </p:cNvSpPr>
          <p:nvPr/>
        </p:nvSpPr>
        <p:spPr bwMode="auto">
          <a:xfrm>
            <a:off x="727075" y="2828925"/>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7" name="Line 35">
            <a:extLst>
              <a:ext uri="{FF2B5EF4-FFF2-40B4-BE49-F238E27FC236}">
                <a16:creationId xmlns:a16="http://schemas.microsoft.com/office/drawing/2014/main" id="{B7103AC5-19CF-3DED-4CD9-9D0B71990BEC}"/>
              </a:ext>
            </a:extLst>
          </p:cNvPr>
          <p:cNvSpPr>
            <a:spLocks noChangeShapeType="1"/>
          </p:cNvSpPr>
          <p:nvPr/>
        </p:nvSpPr>
        <p:spPr bwMode="auto">
          <a:xfrm>
            <a:off x="2808288" y="29606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8" name="Line 36">
            <a:extLst>
              <a:ext uri="{FF2B5EF4-FFF2-40B4-BE49-F238E27FC236}">
                <a16:creationId xmlns:a16="http://schemas.microsoft.com/office/drawing/2014/main" id="{389C8FD2-3B41-CB7F-A22D-19594355B9A2}"/>
              </a:ext>
            </a:extLst>
          </p:cNvPr>
          <p:cNvSpPr>
            <a:spLocks noChangeShapeType="1"/>
          </p:cNvSpPr>
          <p:nvPr/>
        </p:nvSpPr>
        <p:spPr bwMode="auto">
          <a:xfrm>
            <a:off x="3036888" y="29606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9" name="Line 37">
            <a:extLst>
              <a:ext uri="{FF2B5EF4-FFF2-40B4-BE49-F238E27FC236}">
                <a16:creationId xmlns:a16="http://schemas.microsoft.com/office/drawing/2014/main" id="{7606588B-525A-8448-925B-D9DDDC18D821}"/>
              </a:ext>
            </a:extLst>
          </p:cNvPr>
          <p:cNvSpPr>
            <a:spLocks noChangeShapeType="1"/>
          </p:cNvSpPr>
          <p:nvPr/>
        </p:nvSpPr>
        <p:spPr bwMode="auto">
          <a:xfrm>
            <a:off x="2884488" y="31892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30" name="Line 38">
            <a:extLst>
              <a:ext uri="{FF2B5EF4-FFF2-40B4-BE49-F238E27FC236}">
                <a16:creationId xmlns:a16="http://schemas.microsoft.com/office/drawing/2014/main" id="{B5C00347-7BEA-44CE-1C61-032FB7D33BFF}"/>
              </a:ext>
            </a:extLst>
          </p:cNvPr>
          <p:cNvSpPr>
            <a:spLocks noChangeShapeType="1"/>
          </p:cNvSpPr>
          <p:nvPr/>
        </p:nvSpPr>
        <p:spPr bwMode="auto">
          <a:xfrm>
            <a:off x="2960688" y="40274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31" name="Line 39">
            <a:extLst>
              <a:ext uri="{FF2B5EF4-FFF2-40B4-BE49-F238E27FC236}">
                <a16:creationId xmlns:a16="http://schemas.microsoft.com/office/drawing/2014/main" id="{F107C1E7-D5D8-2707-EC56-7885F91132C8}"/>
              </a:ext>
            </a:extLst>
          </p:cNvPr>
          <p:cNvSpPr>
            <a:spLocks noChangeShapeType="1"/>
          </p:cNvSpPr>
          <p:nvPr/>
        </p:nvSpPr>
        <p:spPr bwMode="auto">
          <a:xfrm>
            <a:off x="3003550" y="43957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32" name="Line 40">
            <a:extLst>
              <a:ext uri="{FF2B5EF4-FFF2-40B4-BE49-F238E27FC236}">
                <a16:creationId xmlns:a16="http://schemas.microsoft.com/office/drawing/2014/main" id="{0A108463-44C2-202B-18F7-AF57CE533C49}"/>
              </a:ext>
            </a:extLst>
          </p:cNvPr>
          <p:cNvSpPr>
            <a:spLocks noChangeShapeType="1"/>
          </p:cNvSpPr>
          <p:nvPr/>
        </p:nvSpPr>
        <p:spPr bwMode="auto">
          <a:xfrm>
            <a:off x="2970213" y="378301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33" name="Line 41">
            <a:extLst>
              <a:ext uri="{FF2B5EF4-FFF2-40B4-BE49-F238E27FC236}">
                <a16:creationId xmlns:a16="http://schemas.microsoft.com/office/drawing/2014/main" id="{DB0D5033-DADF-C8B5-7147-E2F0E7DE3B6B}"/>
              </a:ext>
            </a:extLst>
          </p:cNvPr>
          <p:cNvSpPr>
            <a:spLocks noChangeShapeType="1"/>
          </p:cNvSpPr>
          <p:nvPr/>
        </p:nvSpPr>
        <p:spPr bwMode="auto">
          <a:xfrm>
            <a:off x="2601913" y="41036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34" name="Line 42">
            <a:extLst>
              <a:ext uri="{FF2B5EF4-FFF2-40B4-BE49-F238E27FC236}">
                <a16:creationId xmlns:a16="http://schemas.microsoft.com/office/drawing/2014/main" id="{0C07BB54-B90C-8344-732F-5C33C6182A8A}"/>
              </a:ext>
            </a:extLst>
          </p:cNvPr>
          <p:cNvSpPr>
            <a:spLocks noChangeShapeType="1"/>
          </p:cNvSpPr>
          <p:nvPr/>
        </p:nvSpPr>
        <p:spPr bwMode="auto">
          <a:xfrm>
            <a:off x="3113088" y="41036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35" name="Line 43">
            <a:extLst>
              <a:ext uri="{FF2B5EF4-FFF2-40B4-BE49-F238E27FC236}">
                <a16:creationId xmlns:a16="http://schemas.microsoft.com/office/drawing/2014/main" id="{18ABF415-45F0-DAAE-72FF-A83DCD6782C7}"/>
              </a:ext>
            </a:extLst>
          </p:cNvPr>
          <p:cNvSpPr>
            <a:spLocks noChangeShapeType="1"/>
          </p:cNvSpPr>
          <p:nvPr/>
        </p:nvSpPr>
        <p:spPr bwMode="auto">
          <a:xfrm>
            <a:off x="2168525" y="495617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36" name="Line 44">
            <a:extLst>
              <a:ext uri="{FF2B5EF4-FFF2-40B4-BE49-F238E27FC236}">
                <a16:creationId xmlns:a16="http://schemas.microsoft.com/office/drawing/2014/main" id="{47B8B7E6-15B4-C638-1539-12024B6BF718}"/>
              </a:ext>
            </a:extLst>
          </p:cNvPr>
          <p:cNvSpPr>
            <a:spLocks noChangeShapeType="1"/>
          </p:cNvSpPr>
          <p:nvPr/>
        </p:nvSpPr>
        <p:spPr bwMode="auto">
          <a:xfrm>
            <a:off x="2168525" y="480377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37" name="Line 45">
            <a:extLst>
              <a:ext uri="{FF2B5EF4-FFF2-40B4-BE49-F238E27FC236}">
                <a16:creationId xmlns:a16="http://schemas.microsoft.com/office/drawing/2014/main" id="{49EA55C0-EDBB-C895-BC34-7DE99D8E6F74}"/>
              </a:ext>
            </a:extLst>
          </p:cNvPr>
          <p:cNvSpPr>
            <a:spLocks noChangeShapeType="1"/>
          </p:cNvSpPr>
          <p:nvPr/>
        </p:nvSpPr>
        <p:spPr bwMode="auto">
          <a:xfrm>
            <a:off x="2168525" y="457517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38" name="Line 46">
            <a:extLst>
              <a:ext uri="{FF2B5EF4-FFF2-40B4-BE49-F238E27FC236}">
                <a16:creationId xmlns:a16="http://schemas.microsoft.com/office/drawing/2014/main" id="{EE5CAC36-8721-D792-8FC4-BB37550F5BF6}"/>
              </a:ext>
            </a:extLst>
          </p:cNvPr>
          <p:cNvSpPr>
            <a:spLocks noChangeShapeType="1"/>
          </p:cNvSpPr>
          <p:nvPr/>
        </p:nvSpPr>
        <p:spPr bwMode="auto">
          <a:xfrm>
            <a:off x="2701925" y="457517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39" name="Line 47">
            <a:extLst>
              <a:ext uri="{FF2B5EF4-FFF2-40B4-BE49-F238E27FC236}">
                <a16:creationId xmlns:a16="http://schemas.microsoft.com/office/drawing/2014/main" id="{83E07E6F-15E6-8F54-1F31-817CDFFB236A}"/>
              </a:ext>
            </a:extLst>
          </p:cNvPr>
          <p:cNvSpPr>
            <a:spLocks noChangeShapeType="1"/>
          </p:cNvSpPr>
          <p:nvPr/>
        </p:nvSpPr>
        <p:spPr bwMode="auto">
          <a:xfrm>
            <a:off x="2397125" y="472757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40" name="Line 48">
            <a:extLst>
              <a:ext uri="{FF2B5EF4-FFF2-40B4-BE49-F238E27FC236}">
                <a16:creationId xmlns:a16="http://schemas.microsoft.com/office/drawing/2014/main" id="{6639A982-E8A2-DFA2-E6DC-25785B143CAA}"/>
              </a:ext>
            </a:extLst>
          </p:cNvPr>
          <p:cNvSpPr>
            <a:spLocks noChangeShapeType="1"/>
          </p:cNvSpPr>
          <p:nvPr/>
        </p:nvSpPr>
        <p:spPr bwMode="auto">
          <a:xfrm>
            <a:off x="1144588" y="46831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41" name="Line 49">
            <a:extLst>
              <a:ext uri="{FF2B5EF4-FFF2-40B4-BE49-F238E27FC236}">
                <a16:creationId xmlns:a16="http://schemas.microsoft.com/office/drawing/2014/main" id="{9B37EF2B-BE34-DDC9-F7E2-6C6CACC22ED7}"/>
              </a:ext>
            </a:extLst>
          </p:cNvPr>
          <p:cNvSpPr>
            <a:spLocks noChangeShapeType="1"/>
          </p:cNvSpPr>
          <p:nvPr/>
        </p:nvSpPr>
        <p:spPr bwMode="auto">
          <a:xfrm>
            <a:off x="1296988" y="48355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42" name="Line 50">
            <a:extLst>
              <a:ext uri="{FF2B5EF4-FFF2-40B4-BE49-F238E27FC236}">
                <a16:creationId xmlns:a16="http://schemas.microsoft.com/office/drawing/2014/main" id="{7C9F68D6-0138-7932-7FDE-6B30C94EBE4C}"/>
              </a:ext>
            </a:extLst>
          </p:cNvPr>
          <p:cNvSpPr>
            <a:spLocks noChangeShapeType="1"/>
          </p:cNvSpPr>
          <p:nvPr/>
        </p:nvSpPr>
        <p:spPr bwMode="auto">
          <a:xfrm>
            <a:off x="1677988" y="47593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43" name="Line 51">
            <a:extLst>
              <a:ext uri="{FF2B5EF4-FFF2-40B4-BE49-F238E27FC236}">
                <a16:creationId xmlns:a16="http://schemas.microsoft.com/office/drawing/2014/main" id="{DC7DD383-BAAF-0E28-79BE-3CF81956C462}"/>
              </a:ext>
            </a:extLst>
          </p:cNvPr>
          <p:cNvSpPr>
            <a:spLocks noChangeShapeType="1"/>
          </p:cNvSpPr>
          <p:nvPr/>
        </p:nvSpPr>
        <p:spPr bwMode="auto">
          <a:xfrm>
            <a:off x="1754188" y="52165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44" name="Line 52">
            <a:extLst>
              <a:ext uri="{FF2B5EF4-FFF2-40B4-BE49-F238E27FC236}">
                <a16:creationId xmlns:a16="http://schemas.microsoft.com/office/drawing/2014/main" id="{F340E8DE-F28F-5059-DF78-B96911ECDCD2}"/>
              </a:ext>
            </a:extLst>
          </p:cNvPr>
          <p:cNvSpPr>
            <a:spLocks noChangeShapeType="1"/>
          </p:cNvSpPr>
          <p:nvPr/>
        </p:nvSpPr>
        <p:spPr bwMode="auto">
          <a:xfrm>
            <a:off x="1974850" y="40401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45" name="Line 53">
            <a:extLst>
              <a:ext uri="{FF2B5EF4-FFF2-40B4-BE49-F238E27FC236}">
                <a16:creationId xmlns:a16="http://schemas.microsoft.com/office/drawing/2014/main" id="{A820020D-2053-950B-9FD8-9CAA4A342BD9}"/>
              </a:ext>
            </a:extLst>
          </p:cNvPr>
          <p:cNvSpPr>
            <a:spLocks noChangeShapeType="1"/>
          </p:cNvSpPr>
          <p:nvPr/>
        </p:nvSpPr>
        <p:spPr bwMode="auto">
          <a:xfrm>
            <a:off x="2054225" y="4202113"/>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46" name="Line 54">
            <a:extLst>
              <a:ext uri="{FF2B5EF4-FFF2-40B4-BE49-F238E27FC236}">
                <a16:creationId xmlns:a16="http://schemas.microsoft.com/office/drawing/2014/main" id="{8A5B7918-F92B-046D-D6C7-35A4B50C015D}"/>
              </a:ext>
            </a:extLst>
          </p:cNvPr>
          <p:cNvSpPr>
            <a:spLocks noChangeShapeType="1"/>
          </p:cNvSpPr>
          <p:nvPr/>
        </p:nvSpPr>
        <p:spPr bwMode="auto">
          <a:xfrm>
            <a:off x="2227263" y="41719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47" name="Line 55">
            <a:extLst>
              <a:ext uri="{FF2B5EF4-FFF2-40B4-BE49-F238E27FC236}">
                <a16:creationId xmlns:a16="http://schemas.microsoft.com/office/drawing/2014/main" id="{A5FC2E0A-141B-1F50-3A53-4A229D02D0B5}"/>
              </a:ext>
            </a:extLst>
          </p:cNvPr>
          <p:cNvSpPr>
            <a:spLocks noChangeShapeType="1"/>
          </p:cNvSpPr>
          <p:nvPr/>
        </p:nvSpPr>
        <p:spPr bwMode="auto">
          <a:xfrm>
            <a:off x="1974850" y="37353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48" name="Line 56">
            <a:extLst>
              <a:ext uri="{FF2B5EF4-FFF2-40B4-BE49-F238E27FC236}">
                <a16:creationId xmlns:a16="http://schemas.microsoft.com/office/drawing/2014/main" id="{4B315BCE-8C67-44A7-4A1A-4C7E27230ABB}"/>
              </a:ext>
            </a:extLst>
          </p:cNvPr>
          <p:cNvSpPr>
            <a:spLocks noChangeShapeType="1"/>
          </p:cNvSpPr>
          <p:nvPr/>
        </p:nvSpPr>
        <p:spPr bwMode="auto">
          <a:xfrm>
            <a:off x="2379663" y="38671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49" name="Line 57">
            <a:extLst>
              <a:ext uri="{FF2B5EF4-FFF2-40B4-BE49-F238E27FC236}">
                <a16:creationId xmlns:a16="http://schemas.microsoft.com/office/drawing/2014/main" id="{F4DB3704-7116-5AEE-46C0-D089240AAFCD}"/>
              </a:ext>
            </a:extLst>
          </p:cNvPr>
          <p:cNvSpPr>
            <a:spLocks noChangeShapeType="1"/>
          </p:cNvSpPr>
          <p:nvPr/>
        </p:nvSpPr>
        <p:spPr bwMode="auto">
          <a:xfrm>
            <a:off x="2227263" y="39433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50" name="Line 58">
            <a:extLst>
              <a:ext uri="{FF2B5EF4-FFF2-40B4-BE49-F238E27FC236}">
                <a16:creationId xmlns:a16="http://schemas.microsoft.com/office/drawing/2014/main" id="{D24BA542-EB31-6FA5-19E2-FEFFE6440B56}"/>
              </a:ext>
            </a:extLst>
          </p:cNvPr>
          <p:cNvSpPr>
            <a:spLocks noChangeShapeType="1"/>
          </p:cNvSpPr>
          <p:nvPr/>
        </p:nvSpPr>
        <p:spPr bwMode="auto">
          <a:xfrm>
            <a:off x="2732088" y="35702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51" name="Line 59">
            <a:extLst>
              <a:ext uri="{FF2B5EF4-FFF2-40B4-BE49-F238E27FC236}">
                <a16:creationId xmlns:a16="http://schemas.microsoft.com/office/drawing/2014/main" id="{2A2679AA-AC93-4848-D6DF-FDC6D7C8F6EB}"/>
              </a:ext>
            </a:extLst>
          </p:cNvPr>
          <p:cNvSpPr>
            <a:spLocks noChangeShapeType="1"/>
          </p:cNvSpPr>
          <p:nvPr/>
        </p:nvSpPr>
        <p:spPr bwMode="auto">
          <a:xfrm>
            <a:off x="1982788" y="50641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52" name="Line 60">
            <a:extLst>
              <a:ext uri="{FF2B5EF4-FFF2-40B4-BE49-F238E27FC236}">
                <a16:creationId xmlns:a16="http://schemas.microsoft.com/office/drawing/2014/main" id="{5B305BDA-C0ED-04C6-7C72-575C94634350}"/>
              </a:ext>
            </a:extLst>
          </p:cNvPr>
          <p:cNvSpPr>
            <a:spLocks noChangeShapeType="1"/>
          </p:cNvSpPr>
          <p:nvPr/>
        </p:nvSpPr>
        <p:spPr bwMode="auto">
          <a:xfrm>
            <a:off x="2524125" y="3590925"/>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53" name="Line 61">
            <a:extLst>
              <a:ext uri="{FF2B5EF4-FFF2-40B4-BE49-F238E27FC236}">
                <a16:creationId xmlns:a16="http://schemas.microsoft.com/office/drawing/2014/main" id="{4354A857-65A9-33DF-5773-42545C40EAC3}"/>
              </a:ext>
            </a:extLst>
          </p:cNvPr>
          <p:cNvSpPr>
            <a:spLocks noChangeShapeType="1"/>
          </p:cNvSpPr>
          <p:nvPr/>
        </p:nvSpPr>
        <p:spPr bwMode="auto">
          <a:xfrm>
            <a:off x="2732088" y="32654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54" name="Line 62">
            <a:extLst>
              <a:ext uri="{FF2B5EF4-FFF2-40B4-BE49-F238E27FC236}">
                <a16:creationId xmlns:a16="http://schemas.microsoft.com/office/drawing/2014/main" id="{CBE07FC9-70C8-9E70-AE32-A498CA8FAE70}"/>
              </a:ext>
            </a:extLst>
          </p:cNvPr>
          <p:cNvSpPr>
            <a:spLocks noChangeShapeType="1"/>
          </p:cNvSpPr>
          <p:nvPr/>
        </p:nvSpPr>
        <p:spPr bwMode="auto">
          <a:xfrm>
            <a:off x="2655888" y="31130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55" name="Line 63">
            <a:extLst>
              <a:ext uri="{FF2B5EF4-FFF2-40B4-BE49-F238E27FC236}">
                <a16:creationId xmlns:a16="http://schemas.microsoft.com/office/drawing/2014/main" id="{D84C7553-8D04-0045-30D5-52A022D5AA6A}"/>
              </a:ext>
            </a:extLst>
          </p:cNvPr>
          <p:cNvSpPr>
            <a:spLocks noChangeShapeType="1"/>
          </p:cNvSpPr>
          <p:nvPr/>
        </p:nvSpPr>
        <p:spPr bwMode="auto">
          <a:xfrm>
            <a:off x="3036888" y="349408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56" name="Line 64">
            <a:extLst>
              <a:ext uri="{FF2B5EF4-FFF2-40B4-BE49-F238E27FC236}">
                <a16:creationId xmlns:a16="http://schemas.microsoft.com/office/drawing/2014/main" id="{6E6AB7F1-E7E4-6E35-D40C-300E9B0C01A5}"/>
              </a:ext>
            </a:extLst>
          </p:cNvPr>
          <p:cNvSpPr>
            <a:spLocks noChangeShapeType="1"/>
          </p:cNvSpPr>
          <p:nvPr/>
        </p:nvSpPr>
        <p:spPr bwMode="auto">
          <a:xfrm>
            <a:off x="976313" y="3578225"/>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57" name="Line 65">
            <a:extLst>
              <a:ext uri="{FF2B5EF4-FFF2-40B4-BE49-F238E27FC236}">
                <a16:creationId xmlns:a16="http://schemas.microsoft.com/office/drawing/2014/main" id="{662C0747-450C-7E67-FAD9-8541383D5BD2}"/>
              </a:ext>
            </a:extLst>
          </p:cNvPr>
          <p:cNvSpPr>
            <a:spLocks noChangeShapeType="1"/>
          </p:cNvSpPr>
          <p:nvPr/>
        </p:nvSpPr>
        <p:spPr bwMode="auto">
          <a:xfrm>
            <a:off x="2379663" y="43243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58" name="Line 66">
            <a:extLst>
              <a:ext uri="{FF2B5EF4-FFF2-40B4-BE49-F238E27FC236}">
                <a16:creationId xmlns:a16="http://schemas.microsoft.com/office/drawing/2014/main" id="{EB59F7B6-AE50-414C-19FC-7D2ABD0EBA28}"/>
              </a:ext>
            </a:extLst>
          </p:cNvPr>
          <p:cNvSpPr>
            <a:spLocks noChangeShapeType="1"/>
          </p:cNvSpPr>
          <p:nvPr/>
        </p:nvSpPr>
        <p:spPr bwMode="auto">
          <a:xfrm>
            <a:off x="2646363" y="3335338"/>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59" name="Line 67">
            <a:extLst>
              <a:ext uri="{FF2B5EF4-FFF2-40B4-BE49-F238E27FC236}">
                <a16:creationId xmlns:a16="http://schemas.microsoft.com/office/drawing/2014/main" id="{7EA8D055-5A7F-7CE9-DC5A-3A14B88510A2}"/>
              </a:ext>
            </a:extLst>
          </p:cNvPr>
          <p:cNvSpPr>
            <a:spLocks noChangeShapeType="1"/>
          </p:cNvSpPr>
          <p:nvPr/>
        </p:nvSpPr>
        <p:spPr bwMode="auto">
          <a:xfrm>
            <a:off x="2873375" y="3079750"/>
            <a:ext cx="635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60" name="Rectangle 68">
            <a:extLst>
              <a:ext uri="{FF2B5EF4-FFF2-40B4-BE49-F238E27FC236}">
                <a16:creationId xmlns:a16="http://schemas.microsoft.com/office/drawing/2014/main" id="{6B25ED06-D8BB-2408-D432-15B0D81DADD8}"/>
              </a:ext>
            </a:extLst>
          </p:cNvPr>
          <p:cNvSpPr>
            <a:spLocks noChangeArrowheads="1"/>
          </p:cNvSpPr>
          <p:nvPr/>
        </p:nvSpPr>
        <p:spPr bwMode="auto">
          <a:xfrm>
            <a:off x="793750" y="3613150"/>
            <a:ext cx="609600" cy="430213"/>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9461" name="Rectangle 69">
            <a:extLst>
              <a:ext uri="{FF2B5EF4-FFF2-40B4-BE49-F238E27FC236}">
                <a16:creationId xmlns:a16="http://schemas.microsoft.com/office/drawing/2014/main" id="{0FE48057-F691-040E-8BE4-A2B3316A7D1D}"/>
              </a:ext>
            </a:extLst>
          </p:cNvPr>
          <p:cNvSpPr>
            <a:spLocks noChangeArrowheads="1"/>
          </p:cNvSpPr>
          <p:nvPr/>
        </p:nvSpPr>
        <p:spPr bwMode="auto">
          <a:xfrm>
            <a:off x="2092325" y="4533900"/>
            <a:ext cx="685800" cy="7620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9462" name="Rectangle 70">
            <a:extLst>
              <a:ext uri="{FF2B5EF4-FFF2-40B4-BE49-F238E27FC236}">
                <a16:creationId xmlns:a16="http://schemas.microsoft.com/office/drawing/2014/main" id="{D3E937C7-5E3F-9C72-BDD2-422C7740E971}"/>
              </a:ext>
            </a:extLst>
          </p:cNvPr>
          <p:cNvSpPr>
            <a:spLocks noChangeArrowheads="1"/>
          </p:cNvSpPr>
          <p:nvPr/>
        </p:nvSpPr>
        <p:spPr bwMode="auto">
          <a:xfrm>
            <a:off x="2579688" y="3722688"/>
            <a:ext cx="685800" cy="685800"/>
          </a:xfrm>
          <a:prstGeom prst="rect">
            <a:avLst/>
          </a:prstGeom>
          <a:noFill/>
          <a:ln w="25400">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9463" name="Rectangle 71">
            <a:extLst>
              <a:ext uri="{FF2B5EF4-FFF2-40B4-BE49-F238E27FC236}">
                <a16:creationId xmlns:a16="http://schemas.microsoft.com/office/drawing/2014/main" id="{F63B04A7-4EE1-E0DC-B3B9-848235F18A01}"/>
              </a:ext>
            </a:extLst>
          </p:cNvPr>
          <p:cNvSpPr>
            <a:spLocks noChangeArrowheads="1"/>
          </p:cNvSpPr>
          <p:nvPr/>
        </p:nvSpPr>
        <p:spPr bwMode="auto">
          <a:xfrm>
            <a:off x="533400" y="3429000"/>
            <a:ext cx="509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9464" name="Rectangle 72">
            <a:extLst>
              <a:ext uri="{FF2B5EF4-FFF2-40B4-BE49-F238E27FC236}">
                <a16:creationId xmlns:a16="http://schemas.microsoft.com/office/drawing/2014/main" id="{B3D4EA4F-5684-6D8E-A112-275A3E56299B}"/>
              </a:ext>
            </a:extLst>
          </p:cNvPr>
          <p:cNvSpPr>
            <a:spLocks noChangeArrowheads="1"/>
          </p:cNvSpPr>
          <p:nvPr/>
        </p:nvSpPr>
        <p:spPr bwMode="auto">
          <a:xfrm>
            <a:off x="352425" y="3621088"/>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9465" name="Rectangle 73">
            <a:extLst>
              <a:ext uri="{FF2B5EF4-FFF2-40B4-BE49-F238E27FC236}">
                <a16:creationId xmlns:a16="http://schemas.microsoft.com/office/drawing/2014/main" id="{ECB6FA9F-4A42-8F76-DF3D-29207EDC9C77}"/>
              </a:ext>
            </a:extLst>
          </p:cNvPr>
          <p:cNvSpPr>
            <a:spLocks noChangeArrowheads="1"/>
          </p:cNvSpPr>
          <p:nvPr/>
        </p:nvSpPr>
        <p:spPr bwMode="auto">
          <a:xfrm>
            <a:off x="533400" y="495300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9466" name="Rectangle 74">
            <a:extLst>
              <a:ext uri="{FF2B5EF4-FFF2-40B4-BE49-F238E27FC236}">
                <a16:creationId xmlns:a16="http://schemas.microsoft.com/office/drawing/2014/main" id="{C71C93F1-17EA-072A-69A1-8E8B40CCB21A}"/>
              </a:ext>
            </a:extLst>
          </p:cNvPr>
          <p:cNvSpPr>
            <a:spLocks noChangeArrowheads="1"/>
          </p:cNvSpPr>
          <p:nvPr/>
        </p:nvSpPr>
        <p:spPr bwMode="auto">
          <a:xfrm>
            <a:off x="2063750" y="4727575"/>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9467" name="Rectangle 75">
            <a:extLst>
              <a:ext uri="{FF2B5EF4-FFF2-40B4-BE49-F238E27FC236}">
                <a16:creationId xmlns:a16="http://schemas.microsoft.com/office/drawing/2014/main" id="{747A511B-8D49-07B4-5C73-20544EAB3D20}"/>
              </a:ext>
            </a:extLst>
          </p:cNvPr>
          <p:cNvSpPr>
            <a:spLocks noChangeArrowheads="1"/>
          </p:cNvSpPr>
          <p:nvPr/>
        </p:nvSpPr>
        <p:spPr bwMode="auto">
          <a:xfrm>
            <a:off x="2174875" y="4200525"/>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sz="2000" b="1">
              <a:solidFill>
                <a:srgbClr val="3399FF"/>
              </a:solidFill>
              <a:latin typeface="Helvetica" panose="020B0604020202020204" pitchFamily="34" charset="0"/>
            </a:endParaRPr>
          </a:p>
        </p:txBody>
      </p:sp>
      <p:sp>
        <p:nvSpPr>
          <p:cNvPr id="59468" name="Rectangle 76">
            <a:extLst>
              <a:ext uri="{FF2B5EF4-FFF2-40B4-BE49-F238E27FC236}">
                <a16:creationId xmlns:a16="http://schemas.microsoft.com/office/drawing/2014/main" id="{B973F426-0836-1810-8CE0-23F113AF7294}"/>
              </a:ext>
            </a:extLst>
          </p:cNvPr>
          <p:cNvSpPr>
            <a:spLocks noChangeArrowheads="1"/>
          </p:cNvSpPr>
          <p:nvPr/>
        </p:nvSpPr>
        <p:spPr bwMode="auto">
          <a:xfrm>
            <a:off x="1871663" y="2857500"/>
            <a:ext cx="1370012" cy="1571625"/>
          </a:xfrm>
          <a:prstGeom prst="rect">
            <a:avLst/>
          </a:prstGeom>
          <a:noFill/>
          <a:ln w="25400">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9469" name="Rectangle 77">
            <a:extLst>
              <a:ext uri="{FF2B5EF4-FFF2-40B4-BE49-F238E27FC236}">
                <a16:creationId xmlns:a16="http://schemas.microsoft.com/office/drawing/2014/main" id="{B0500EF7-EFC7-BED4-6910-66470FAC6E3A}"/>
              </a:ext>
            </a:extLst>
          </p:cNvPr>
          <p:cNvSpPr>
            <a:spLocks noChangeArrowheads="1"/>
          </p:cNvSpPr>
          <p:nvPr/>
        </p:nvSpPr>
        <p:spPr bwMode="auto">
          <a:xfrm>
            <a:off x="395288" y="2725738"/>
            <a:ext cx="1017587" cy="1344612"/>
          </a:xfrm>
          <a:prstGeom prst="rect">
            <a:avLst/>
          </a:prstGeom>
          <a:noFill/>
          <a:ln w="25400">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9470" name="Rectangle 78">
            <a:extLst>
              <a:ext uri="{FF2B5EF4-FFF2-40B4-BE49-F238E27FC236}">
                <a16:creationId xmlns:a16="http://schemas.microsoft.com/office/drawing/2014/main" id="{6F56F860-F5CE-37A8-07EF-B1F4EE39CC71}"/>
              </a:ext>
            </a:extLst>
          </p:cNvPr>
          <p:cNvSpPr>
            <a:spLocks noChangeArrowheads="1"/>
          </p:cNvSpPr>
          <p:nvPr/>
        </p:nvSpPr>
        <p:spPr bwMode="auto">
          <a:xfrm>
            <a:off x="590550" y="4505325"/>
            <a:ext cx="2212975" cy="969963"/>
          </a:xfrm>
          <a:prstGeom prst="rect">
            <a:avLst/>
          </a:prstGeom>
          <a:noFill/>
          <a:ln w="25400">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9471" name="Rectangle 79">
            <a:extLst>
              <a:ext uri="{FF2B5EF4-FFF2-40B4-BE49-F238E27FC236}">
                <a16:creationId xmlns:a16="http://schemas.microsoft.com/office/drawing/2014/main" id="{04B6509B-3D04-CB6E-B66F-B79ADDA5B858}"/>
              </a:ext>
            </a:extLst>
          </p:cNvPr>
          <p:cNvSpPr>
            <a:spLocks noChangeArrowheads="1"/>
          </p:cNvSpPr>
          <p:nvPr/>
        </p:nvSpPr>
        <p:spPr bwMode="auto">
          <a:xfrm>
            <a:off x="574675" y="2143125"/>
            <a:ext cx="650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FF9900"/>
                </a:solidFill>
                <a:latin typeface="Helvetica" panose="020B0604020202020204" pitchFamily="34" charset="0"/>
              </a:rPr>
              <a:t>R10</a:t>
            </a:r>
          </a:p>
        </p:txBody>
      </p:sp>
      <p:sp>
        <p:nvSpPr>
          <p:cNvPr id="59472" name="Rectangle 80">
            <a:extLst>
              <a:ext uri="{FF2B5EF4-FFF2-40B4-BE49-F238E27FC236}">
                <a16:creationId xmlns:a16="http://schemas.microsoft.com/office/drawing/2014/main" id="{3C1B49F5-A9B0-88E9-EE5C-FC12C055DDF9}"/>
              </a:ext>
            </a:extLst>
          </p:cNvPr>
          <p:cNvSpPr>
            <a:spLocks noChangeArrowheads="1"/>
          </p:cNvSpPr>
          <p:nvPr/>
        </p:nvSpPr>
        <p:spPr bwMode="auto">
          <a:xfrm>
            <a:off x="2327275" y="2143125"/>
            <a:ext cx="650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FF9900"/>
                </a:solidFill>
                <a:latin typeface="Helvetica" panose="020B0604020202020204" pitchFamily="34" charset="0"/>
              </a:rPr>
              <a:t>R11</a:t>
            </a:r>
            <a:endParaRPr lang="en-US" altLang="en-US" sz="2000" b="1">
              <a:solidFill>
                <a:srgbClr val="3399FF"/>
              </a:solidFill>
              <a:latin typeface="Helvetica" panose="020B0604020202020204" pitchFamily="34" charset="0"/>
            </a:endParaRPr>
          </a:p>
        </p:txBody>
      </p:sp>
      <p:sp>
        <p:nvSpPr>
          <p:cNvPr id="59473" name="Rectangle 81">
            <a:extLst>
              <a:ext uri="{FF2B5EF4-FFF2-40B4-BE49-F238E27FC236}">
                <a16:creationId xmlns:a16="http://schemas.microsoft.com/office/drawing/2014/main" id="{1CBF0D7D-8154-4571-CF4A-829D1108DB16}"/>
              </a:ext>
            </a:extLst>
          </p:cNvPr>
          <p:cNvSpPr>
            <a:spLocks noChangeArrowheads="1"/>
          </p:cNvSpPr>
          <p:nvPr/>
        </p:nvSpPr>
        <p:spPr bwMode="auto">
          <a:xfrm>
            <a:off x="2708275" y="5572125"/>
            <a:ext cx="650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b="1">
                <a:solidFill>
                  <a:srgbClr val="FF9900"/>
                </a:solidFill>
                <a:latin typeface="Helvetica" panose="020B0604020202020204" pitchFamily="34" charset="0"/>
              </a:rPr>
              <a:t>R12</a:t>
            </a:r>
          </a:p>
        </p:txBody>
      </p:sp>
      <p:sp>
        <p:nvSpPr>
          <p:cNvPr id="59474" name="Line 82">
            <a:extLst>
              <a:ext uri="{FF2B5EF4-FFF2-40B4-BE49-F238E27FC236}">
                <a16:creationId xmlns:a16="http://schemas.microsoft.com/office/drawing/2014/main" id="{549662E7-BC7C-0F4B-B1EE-AD085DF5B254}"/>
              </a:ext>
            </a:extLst>
          </p:cNvPr>
          <p:cNvSpPr>
            <a:spLocks noChangeShapeType="1"/>
          </p:cNvSpPr>
          <p:nvPr/>
        </p:nvSpPr>
        <p:spPr bwMode="auto">
          <a:xfrm>
            <a:off x="5461000" y="527050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75" name="Line 83">
            <a:extLst>
              <a:ext uri="{FF2B5EF4-FFF2-40B4-BE49-F238E27FC236}">
                <a16:creationId xmlns:a16="http://schemas.microsoft.com/office/drawing/2014/main" id="{9393BEB7-EBD2-312F-ABDD-BAD6CD118E0F}"/>
              </a:ext>
            </a:extLst>
          </p:cNvPr>
          <p:cNvSpPr>
            <a:spLocks noChangeShapeType="1"/>
          </p:cNvSpPr>
          <p:nvPr/>
        </p:nvSpPr>
        <p:spPr bwMode="auto">
          <a:xfrm>
            <a:off x="5613400" y="511810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76" name="Line 84">
            <a:extLst>
              <a:ext uri="{FF2B5EF4-FFF2-40B4-BE49-F238E27FC236}">
                <a16:creationId xmlns:a16="http://schemas.microsoft.com/office/drawing/2014/main" id="{900A8375-9ED1-0CB6-988A-2EF18221E22F}"/>
              </a:ext>
            </a:extLst>
          </p:cNvPr>
          <p:cNvSpPr>
            <a:spLocks noChangeShapeType="1"/>
          </p:cNvSpPr>
          <p:nvPr/>
        </p:nvSpPr>
        <p:spPr bwMode="auto">
          <a:xfrm>
            <a:off x="5765800" y="527050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77" name="Line 85">
            <a:extLst>
              <a:ext uri="{FF2B5EF4-FFF2-40B4-BE49-F238E27FC236}">
                <a16:creationId xmlns:a16="http://schemas.microsoft.com/office/drawing/2014/main" id="{F4982C7B-4096-166C-271D-CFE98B298EBA}"/>
              </a:ext>
            </a:extLst>
          </p:cNvPr>
          <p:cNvSpPr>
            <a:spLocks noChangeShapeType="1"/>
          </p:cNvSpPr>
          <p:nvPr/>
        </p:nvSpPr>
        <p:spPr bwMode="auto">
          <a:xfrm>
            <a:off x="5918200" y="542290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78" name="Line 86">
            <a:extLst>
              <a:ext uri="{FF2B5EF4-FFF2-40B4-BE49-F238E27FC236}">
                <a16:creationId xmlns:a16="http://schemas.microsoft.com/office/drawing/2014/main" id="{020EC7D7-712A-19E2-A989-AC710AC4709F}"/>
              </a:ext>
            </a:extLst>
          </p:cNvPr>
          <p:cNvSpPr>
            <a:spLocks noChangeShapeType="1"/>
          </p:cNvSpPr>
          <p:nvPr/>
        </p:nvSpPr>
        <p:spPr bwMode="auto">
          <a:xfrm>
            <a:off x="6040438" y="3903663"/>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79" name="Line 87">
            <a:extLst>
              <a:ext uri="{FF2B5EF4-FFF2-40B4-BE49-F238E27FC236}">
                <a16:creationId xmlns:a16="http://schemas.microsoft.com/office/drawing/2014/main" id="{95BEE4AC-8BB0-44FD-606D-1D73501681F9}"/>
              </a:ext>
            </a:extLst>
          </p:cNvPr>
          <p:cNvSpPr>
            <a:spLocks noChangeShapeType="1"/>
          </p:cNvSpPr>
          <p:nvPr/>
        </p:nvSpPr>
        <p:spPr bwMode="auto">
          <a:xfrm>
            <a:off x="5888038" y="3827463"/>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80" name="Line 88">
            <a:extLst>
              <a:ext uri="{FF2B5EF4-FFF2-40B4-BE49-F238E27FC236}">
                <a16:creationId xmlns:a16="http://schemas.microsoft.com/office/drawing/2014/main" id="{D3549A9E-88FD-9606-8C8E-206B1DB4BFA7}"/>
              </a:ext>
            </a:extLst>
          </p:cNvPr>
          <p:cNvSpPr>
            <a:spLocks noChangeShapeType="1"/>
          </p:cNvSpPr>
          <p:nvPr/>
        </p:nvSpPr>
        <p:spPr bwMode="auto">
          <a:xfrm>
            <a:off x="5461000" y="504190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81" name="Line 89">
            <a:extLst>
              <a:ext uri="{FF2B5EF4-FFF2-40B4-BE49-F238E27FC236}">
                <a16:creationId xmlns:a16="http://schemas.microsoft.com/office/drawing/2014/main" id="{B7CBD0D4-7B6D-51BF-C14A-213B064F69AC}"/>
              </a:ext>
            </a:extLst>
          </p:cNvPr>
          <p:cNvSpPr>
            <a:spLocks noChangeShapeType="1"/>
          </p:cNvSpPr>
          <p:nvPr/>
        </p:nvSpPr>
        <p:spPr bwMode="auto">
          <a:xfrm>
            <a:off x="5811838" y="3751263"/>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82" name="Line 90">
            <a:extLst>
              <a:ext uri="{FF2B5EF4-FFF2-40B4-BE49-F238E27FC236}">
                <a16:creationId xmlns:a16="http://schemas.microsoft.com/office/drawing/2014/main" id="{AF4BE481-E1AC-A5FB-84A2-360649BFC5A7}"/>
              </a:ext>
            </a:extLst>
          </p:cNvPr>
          <p:cNvSpPr>
            <a:spLocks noChangeShapeType="1"/>
          </p:cNvSpPr>
          <p:nvPr/>
        </p:nvSpPr>
        <p:spPr bwMode="auto">
          <a:xfrm>
            <a:off x="6040438" y="3751263"/>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83" name="Line 91">
            <a:extLst>
              <a:ext uri="{FF2B5EF4-FFF2-40B4-BE49-F238E27FC236}">
                <a16:creationId xmlns:a16="http://schemas.microsoft.com/office/drawing/2014/main" id="{E2DE74DE-9DAC-9C16-3318-3103C9EFDE83}"/>
              </a:ext>
            </a:extLst>
          </p:cNvPr>
          <p:cNvSpPr>
            <a:spLocks noChangeShapeType="1"/>
          </p:cNvSpPr>
          <p:nvPr/>
        </p:nvSpPr>
        <p:spPr bwMode="auto">
          <a:xfrm>
            <a:off x="5735638" y="3827463"/>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84" name="Line 92">
            <a:extLst>
              <a:ext uri="{FF2B5EF4-FFF2-40B4-BE49-F238E27FC236}">
                <a16:creationId xmlns:a16="http://schemas.microsoft.com/office/drawing/2014/main" id="{50963069-6F16-F02A-DEDA-215DB86F72AF}"/>
              </a:ext>
            </a:extLst>
          </p:cNvPr>
          <p:cNvSpPr>
            <a:spLocks noChangeShapeType="1"/>
          </p:cNvSpPr>
          <p:nvPr/>
        </p:nvSpPr>
        <p:spPr bwMode="auto">
          <a:xfrm>
            <a:off x="5842000" y="504190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85" name="Line 93">
            <a:extLst>
              <a:ext uri="{FF2B5EF4-FFF2-40B4-BE49-F238E27FC236}">
                <a16:creationId xmlns:a16="http://schemas.microsoft.com/office/drawing/2014/main" id="{9E9EC324-B3F6-8792-9202-BF44B3938951}"/>
              </a:ext>
            </a:extLst>
          </p:cNvPr>
          <p:cNvSpPr>
            <a:spLocks noChangeShapeType="1"/>
          </p:cNvSpPr>
          <p:nvPr/>
        </p:nvSpPr>
        <p:spPr bwMode="auto">
          <a:xfrm>
            <a:off x="5537200" y="488950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86" name="Line 94">
            <a:extLst>
              <a:ext uri="{FF2B5EF4-FFF2-40B4-BE49-F238E27FC236}">
                <a16:creationId xmlns:a16="http://schemas.microsoft.com/office/drawing/2014/main" id="{0A4E8AEB-E83D-65F2-92D6-29A1F55465EF}"/>
              </a:ext>
            </a:extLst>
          </p:cNvPr>
          <p:cNvSpPr>
            <a:spLocks noChangeShapeType="1"/>
          </p:cNvSpPr>
          <p:nvPr/>
        </p:nvSpPr>
        <p:spPr bwMode="auto">
          <a:xfrm>
            <a:off x="6048375" y="407035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87" name="Line 95">
            <a:extLst>
              <a:ext uri="{FF2B5EF4-FFF2-40B4-BE49-F238E27FC236}">
                <a16:creationId xmlns:a16="http://schemas.microsoft.com/office/drawing/2014/main" id="{EDACBE1B-5225-6352-1609-C6FC11D35728}"/>
              </a:ext>
            </a:extLst>
          </p:cNvPr>
          <p:cNvSpPr>
            <a:spLocks noChangeShapeType="1"/>
          </p:cNvSpPr>
          <p:nvPr/>
        </p:nvSpPr>
        <p:spPr bwMode="auto">
          <a:xfrm>
            <a:off x="5568950" y="3997325"/>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88" name="Line 96">
            <a:extLst>
              <a:ext uri="{FF2B5EF4-FFF2-40B4-BE49-F238E27FC236}">
                <a16:creationId xmlns:a16="http://schemas.microsoft.com/office/drawing/2014/main" id="{5E64772A-27F1-C468-EB7E-ED6DCFB6FEDB}"/>
              </a:ext>
            </a:extLst>
          </p:cNvPr>
          <p:cNvSpPr>
            <a:spLocks noChangeShapeType="1"/>
          </p:cNvSpPr>
          <p:nvPr/>
        </p:nvSpPr>
        <p:spPr bwMode="auto">
          <a:xfrm>
            <a:off x="7000875" y="38449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89" name="Line 97">
            <a:extLst>
              <a:ext uri="{FF2B5EF4-FFF2-40B4-BE49-F238E27FC236}">
                <a16:creationId xmlns:a16="http://schemas.microsoft.com/office/drawing/2014/main" id="{30325A02-F723-8488-97CD-C6F3073A2DD7}"/>
              </a:ext>
            </a:extLst>
          </p:cNvPr>
          <p:cNvSpPr>
            <a:spLocks noChangeShapeType="1"/>
          </p:cNvSpPr>
          <p:nvPr/>
        </p:nvSpPr>
        <p:spPr bwMode="auto">
          <a:xfrm>
            <a:off x="7170738" y="501015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90" name="Line 98">
            <a:extLst>
              <a:ext uri="{FF2B5EF4-FFF2-40B4-BE49-F238E27FC236}">
                <a16:creationId xmlns:a16="http://schemas.microsoft.com/office/drawing/2014/main" id="{CDD1BFE9-CA71-789B-C4E0-AE1E15DCEC15}"/>
              </a:ext>
            </a:extLst>
          </p:cNvPr>
          <p:cNvSpPr>
            <a:spLocks noChangeShapeType="1"/>
          </p:cNvSpPr>
          <p:nvPr/>
        </p:nvSpPr>
        <p:spPr bwMode="auto">
          <a:xfrm>
            <a:off x="7323138" y="493395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91" name="Line 99">
            <a:extLst>
              <a:ext uri="{FF2B5EF4-FFF2-40B4-BE49-F238E27FC236}">
                <a16:creationId xmlns:a16="http://schemas.microsoft.com/office/drawing/2014/main" id="{88A97335-7F0B-4C28-C77C-BF2877DCC9DD}"/>
              </a:ext>
            </a:extLst>
          </p:cNvPr>
          <p:cNvSpPr>
            <a:spLocks noChangeShapeType="1"/>
          </p:cNvSpPr>
          <p:nvPr/>
        </p:nvSpPr>
        <p:spPr bwMode="auto">
          <a:xfrm>
            <a:off x="6900863" y="528637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92" name="Line 100">
            <a:extLst>
              <a:ext uri="{FF2B5EF4-FFF2-40B4-BE49-F238E27FC236}">
                <a16:creationId xmlns:a16="http://schemas.microsoft.com/office/drawing/2014/main" id="{E9546153-5E2E-EDB3-F786-55262B9B1DC8}"/>
              </a:ext>
            </a:extLst>
          </p:cNvPr>
          <p:cNvSpPr>
            <a:spLocks noChangeShapeType="1"/>
          </p:cNvSpPr>
          <p:nvPr/>
        </p:nvSpPr>
        <p:spPr bwMode="auto">
          <a:xfrm>
            <a:off x="5440363" y="356235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93" name="Line 101">
            <a:extLst>
              <a:ext uri="{FF2B5EF4-FFF2-40B4-BE49-F238E27FC236}">
                <a16:creationId xmlns:a16="http://schemas.microsoft.com/office/drawing/2014/main" id="{7BB6ABB1-67EF-5ED1-C5B1-C58F13BB1D07}"/>
              </a:ext>
            </a:extLst>
          </p:cNvPr>
          <p:cNvSpPr>
            <a:spLocks noChangeShapeType="1"/>
          </p:cNvSpPr>
          <p:nvPr/>
        </p:nvSpPr>
        <p:spPr bwMode="auto">
          <a:xfrm>
            <a:off x="5348288" y="37211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94" name="Line 102">
            <a:extLst>
              <a:ext uri="{FF2B5EF4-FFF2-40B4-BE49-F238E27FC236}">
                <a16:creationId xmlns:a16="http://schemas.microsoft.com/office/drawing/2014/main" id="{BC733133-FD6A-6B1C-3F80-2AEEDD9536BB}"/>
              </a:ext>
            </a:extLst>
          </p:cNvPr>
          <p:cNvSpPr>
            <a:spLocks noChangeShapeType="1"/>
          </p:cNvSpPr>
          <p:nvPr/>
        </p:nvSpPr>
        <p:spPr bwMode="auto">
          <a:xfrm>
            <a:off x="5576888" y="34925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95" name="Line 103">
            <a:extLst>
              <a:ext uri="{FF2B5EF4-FFF2-40B4-BE49-F238E27FC236}">
                <a16:creationId xmlns:a16="http://schemas.microsoft.com/office/drawing/2014/main" id="{8A366502-3D8E-ED13-2387-3741A52B9E62}"/>
              </a:ext>
            </a:extLst>
          </p:cNvPr>
          <p:cNvSpPr>
            <a:spLocks noChangeShapeType="1"/>
          </p:cNvSpPr>
          <p:nvPr/>
        </p:nvSpPr>
        <p:spPr bwMode="auto">
          <a:xfrm>
            <a:off x="5257800" y="3411538"/>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96" name="Line 104">
            <a:extLst>
              <a:ext uri="{FF2B5EF4-FFF2-40B4-BE49-F238E27FC236}">
                <a16:creationId xmlns:a16="http://schemas.microsoft.com/office/drawing/2014/main" id="{39101183-E96A-AA4C-0071-BEBFB4D3342D}"/>
              </a:ext>
            </a:extLst>
          </p:cNvPr>
          <p:cNvSpPr>
            <a:spLocks noChangeShapeType="1"/>
          </p:cNvSpPr>
          <p:nvPr/>
        </p:nvSpPr>
        <p:spPr bwMode="auto">
          <a:xfrm>
            <a:off x="5653088" y="32639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97" name="Line 105">
            <a:extLst>
              <a:ext uri="{FF2B5EF4-FFF2-40B4-BE49-F238E27FC236}">
                <a16:creationId xmlns:a16="http://schemas.microsoft.com/office/drawing/2014/main" id="{70E8844B-042C-2D56-BB69-FC32394EF752}"/>
              </a:ext>
            </a:extLst>
          </p:cNvPr>
          <p:cNvSpPr>
            <a:spLocks noChangeShapeType="1"/>
          </p:cNvSpPr>
          <p:nvPr/>
        </p:nvSpPr>
        <p:spPr bwMode="auto">
          <a:xfrm>
            <a:off x="5272088" y="30353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98" name="Line 106">
            <a:extLst>
              <a:ext uri="{FF2B5EF4-FFF2-40B4-BE49-F238E27FC236}">
                <a16:creationId xmlns:a16="http://schemas.microsoft.com/office/drawing/2014/main" id="{B1A037F9-7A86-FD56-3817-4A52F7F6AAD3}"/>
              </a:ext>
            </a:extLst>
          </p:cNvPr>
          <p:cNvSpPr>
            <a:spLocks noChangeShapeType="1"/>
          </p:cNvSpPr>
          <p:nvPr/>
        </p:nvSpPr>
        <p:spPr bwMode="auto">
          <a:xfrm>
            <a:off x="5653088" y="30353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99" name="Line 107">
            <a:extLst>
              <a:ext uri="{FF2B5EF4-FFF2-40B4-BE49-F238E27FC236}">
                <a16:creationId xmlns:a16="http://schemas.microsoft.com/office/drawing/2014/main" id="{2D55728D-1A39-8BD0-3777-A17B070FCD39}"/>
              </a:ext>
            </a:extLst>
          </p:cNvPr>
          <p:cNvSpPr>
            <a:spLocks noChangeShapeType="1"/>
          </p:cNvSpPr>
          <p:nvPr/>
        </p:nvSpPr>
        <p:spPr bwMode="auto">
          <a:xfrm>
            <a:off x="5360988" y="3165475"/>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0" name="Line 108">
            <a:extLst>
              <a:ext uri="{FF2B5EF4-FFF2-40B4-BE49-F238E27FC236}">
                <a16:creationId xmlns:a16="http://schemas.microsoft.com/office/drawing/2014/main" id="{E1F3D965-F18F-A650-AB95-B750AEFF6272}"/>
              </a:ext>
            </a:extLst>
          </p:cNvPr>
          <p:cNvSpPr>
            <a:spLocks noChangeShapeType="1"/>
          </p:cNvSpPr>
          <p:nvPr/>
        </p:nvSpPr>
        <p:spPr bwMode="auto">
          <a:xfrm>
            <a:off x="5500688" y="28829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1" name="Line 109">
            <a:extLst>
              <a:ext uri="{FF2B5EF4-FFF2-40B4-BE49-F238E27FC236}">
                <a16:creationId xmlns:a16="http://schemas.microsoft.com/office/drawing/2014/main" id="{2CB1CBE2-5CDD-6930-2B9F-65297148AA32}"/>
              </a:ext>
            </a:extLst>
          </p:cNvPr>
          <p:cNvSpPr>
            <a:spLocks noChangeShapeType="1"/>
          </p:cNvSpPr>
          <p:nvPr/>
        </p:nvSpPr>
        <p:spPr bwMode="auto">
          <a:xfrm>
            <a:off x="7581900" y="301466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2" name="Line 110">
            <a:extLst>
              <a:ext uri="{FF2B5EF4-FFF2-40B4-BE49-F238E27FC236}">
                <a16:creationId xmlns:a16="http://schemas.microsoft.com/office/drawing/2014/main" id="{D054D874-AA37-A343-10FF-4C756D3D2322}"/>
              </a:ext>
            </a:extLst>
          </p:cNvPr>
          <p:cNvSpPr>
            <a:spLocks noChangeShapeType="1"/>
          </p:cNvSpPr>
          <p:nvPr/>
        </p:nvSpPr>
        <p:spPr bwMode="auto">
          <a:xfrm>
            <a:off x="7810500" y="301466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3" name="Line 111">
            <a:extLst>
              <a:ext uri="{FF2B5EF4-FFF2-40B4-BE49-F238E27FC236}">
                <a16:creationId xmlns:a16="http://schemas.microsoft.com/office/drawing/2014/main" id="{CBCE388A-D3D9-FE55-4014-A4721A205AB6}"/>
              </a:ext>
            </a:extLst>
          </p:cNvPr>
          <p:cNvSpPr>
            <a:spLocks noChangeShapeType="1"/>
          </p:cNvSpPr>
          <p:nvPr/>
        </p:nvSpPr>
        <p:spPr bwMode="auto">
          <a:xfrm>
            <a:off x="7658100" y="324326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4" name="Line 112">
            <a:extLst>
              <a:ext uri="{FF2B5EF4-FFF2-40B4-BE49-F238E27FC236}">
                <a16:creationId xmlns:a16="http://schemas.microsoft.com/office/drawing/2014/main" id="{5C9966C6-F1DC-9B71-9A79-868B04123887}"/>
              </a:ext>
            </a:extLst>
          </p:cNvPr>
          <p:cNvSpPr>
            <a:spLocks noChangeShapeType="1"/>
          </p:cNvSpPr>
          <p:nvPr/>
        </p:nvSpPr>
        <p:spPr bwMode="auto">
          <a:xfrm>
            <a:off x="7734300" y="408146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5" name="Line 113">
            <a:extLst>
              <a:ext uri="{FF2B5EF4-FFF2-40B4-BE49-F238E27FC236}">
                <a16:creationId xmlns:a16="http://schemas.microsoft.com/office/drawing/2014/main" id="{4666D854-4C2E-BF97-0DF4-443181D59EE5}"/>
              </a:ext>
            </a:extLst>
          </p:cNvPr>
          <p:cNvSpPr>
            <a:spLocks noChangeShapeType="1"/>
          </p:cNvSpPr>
          <p:nvPr/>
        </p:nvSpPr>
        <p:spPr bwMode="auto">
          <a:xfrm>
            <a:off x="7777163" y="444976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6" name="Line 114">
            <a:extLst>
              <a:ext uri="{FF2B5EF4-FFF2-40B4-BE49-F238E27FC236}">
                <a16:creationId xmlns:a16="http://schemas.microsoft.com/office/drawing/2014/main" id="{6DFB35BD-9F9A-EF55-2898-E01B7749E7DE}"/>
              </a:ext>
            </a:extLst>
          </p:cNvPr>
          <p:cNvSpPr>
            <a:spLocks noChangeShapeType="1"/>
          </p:cNvSpPr>
          <p:nvPr/>
        </p:nvSpPr>
        <p:spPr bwMode="auto">
          <a:xfrm>
            <a:off x="7743825" y="3836988"/>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7" name="Line 115">
            <a:extLst>
              <a:ext uri="{FF2B5EF4-FFF2-40B4-BE49-F238E27FC236}">
                <a16:creationId xmlns:a16="http://schemas.microsoft.com/office/drawing/2014/main" id="{02F861F0-B867-EE72-3A24-C5AE22974439}"/>
              </a:ext>
            </a:extLst>
          </p:cNvPr>
          <p:cNvSpPr>
            <a:spLocks noChangeShapeType="1"/>
          </p:cNvSpPr>
          <p:nvPr/>
        </p:nvSpPr>
        <p:spPr bwMode="auto">
          <a:xfrm>
            <a:off x="7375525" y="415766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8" name="Line 116">
            <a:extLst>
              <a:ext uri="{FF2B5EF4-FFF2-40B4-BE49-F238E27FC236}">
                <a16:creationId xmlns:a16="http://schemas.microsoft.com/office/drawing/2014/main" id="{75882316-74A4-F296-B5BD-4692E890A987}"/>
              </a:ext>
            </a:extLst>
          </p:cNvPr>
          <p:cNvSpPr>
            <a:spLocks noChangeShapeType="1"/>
          </p:cNvSpPr>
          <p:nvPr/>
        </p:nvSpPr>
        <p:spPr bwMode="auto">
          <a:xfrm>
            <a:off x="7886700" y="415766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09" name="Line 117">
            <a:extLst>
              <a:ext uri="{FF2B5EF4-FFF2-40B4-BE49-F238E27FC236}">
                <a16:creationId xmlns:a16="http://schemas.microsoft.com/office/drawing/2014/main" id="{EEFEE820-30FE-76DD-3049-A822AAB0C07F}"/>
              </a:ext>
            </a:extLst>
          </p:cNvPr>
          <p:cNvSpPr>
            <a:spLocks noChangeShapeType="1"/>
          </p:cNvSpPr>
          <p:nvPr/>
        </p:nvSpPr>
        <p:spPr bwMode="auto">
          <a:xfrm>
            <a:off x="6942138" y="501015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0" name="Line 118">
            <a:extLst>
              <a:ext uri="{FF2B5EF4-FFF2-40B4-BE49-F238E27FC236}">
                <a16:creationId xmlns:a16="http://schemas.microsoft.com/office/drawing/2014/main" id="{03647290-FDA6-C61D-2CA7-C7F842F399BD}"/>
              </a:ext>
            </a:extLst>
          </p:cNvPr>
          <p:cNvSpPr>
            <a:spLocks noChangeShapeType="1"/>
          </p:cNvSpPr>
          <p:nvPr/>
        </p:nvSpPr>
        <p:spPr bwMode="auto">
          <a:xfrm>
            <a:off x="6942138" y="485775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1" name="Line 119">
            <a:extLst>
              <a:ext uri="{FF2B5EF4-FFF2-40B4-BE49-F238E27FC236}">
                <a16:creationId xmlns:a16="http://schemas.microsoft.com/office/drawing/2014/main" id="{5055F57C-6E2B-5BD3-984F-3D1F1A82FB88}"/>
              </a:ext>
            </a:extLst>
          </p:cNvPr>
          <p:cNvSpPr>
            <a:spLocks noChangeShapeType="1"/>
          </p:cNvSpPr>
          <p:nvPr/>
        </p:nvSpPr>
        <p:spPr bwMode="auto">
          <a:xfrm>
            <a:off x="6942138" y="462915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2" name="Line 120">
            <a:extLst>
              <a:ext uri="{FF2B5EF4-FFF2-40B4-BE49-F238E27FC236}">
                <a16:creationId xmlns:a16="http://schemas.microsoft.com/office/drawing/2014/main" id="{04E19C1E-B8FB-1941-7022-093ECE24F0CA}"/>
              </a:ext>
            </a:extLst>
          </p:cNvPr>
          <p:cNvSpPr>
            <a:spLocks noChangeShapeType="1"/>
          </p:cNvSpPr>
          <p:nvPr/>
        </p:nvSpPr>
        <p:spPr bwMode="auto">
          <a:xfrm>
            <a:off x="7475538" y="462915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3" name="Line 121">
            <a:extLst>
              <a:ext uri="{FF2B5EF4-FFF2-40B4-BE49-F238E27FC236}">
                <a16:creationId xmlns:a16="http://schemas.microsoft.com/office/drawing/2014/main" id="{32352C16-AD5A-B1C2-424E-9ACC25C467CA}"/>
              </a:ext>
            </a:extLst>
          </p:cNvPr>
          <p:cNvSpPr>
            <a:spLocks noChangeShapeType="1"/>
          </p:cNvSpPr>
          <p:nvPr/>
        </p:nvSpPr>
        <p:spPr bwMode="auto">
          <a:xfrm>
            <a:off x="7170738" y="478155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4" name="Line 122">
            <a:extLst>
              <a:ext uri="{FF2B5EF4-FFF2-40B4-BE49-F238E27FC236}">
                <a16:creationId xmlns:a16="http://schemas.microsoft.com/office/drawing/2014/main" id="{5DE63E00-2A4C-8DBE-FD72-932C47E3F1F6}"/>
              </a:ext>
            </a:extLst>
          </p:cNvPr>
          <p:cNvSpPr>
            <a:spLocks noChangeShapeType="1"/>
          </p:cNvSpPr>
          <p:nvPr/>
        </p:nvSpPr>
        <p:spPr bwMode="auto">
          <a:xfrm>
            <a:off x="5918200" y="473710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5" name="Line 123">
            <a:extLst>
              <a:ext uri="{FF2B5EF4-FFF2-40B4-BE49-F238E27FC236}">
                <a16:creationId xmlns:a16="http://schemas.microsoft.com/office/drawing/2014/main" id="{EB9EF3FB-10FA-0446-5F91-FF72312B0809}"/>
              </a:ext>
            </a:extLst>
          </p:cNvPr>
          <p:cNvSpPr>
            <a:spLocks noChangeShapeType="1"/>
          </p:cNvSpPr>
          <p:nvPr/>
        </p:nvSpPr>
        <p:spPr bwMode="auto">
          <a:xfrm>
            <a:off x="6070600" y="488950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6" name="Line 124">
            <a:extLst>
              <a:ext uri="{FF2B5EF4-FFF2-40B4-BE49-F238E27FC236}">
                <a16:creationId xmlns:a16="http://schemas.microsoft.com/office/drawing/2014/main" id="{B34F4649-8201-8F03-8318-05CC5D4C7B1B}"/>
              </a:ext>
            </a:extLst>
          </p:cNvPr>
          <p:cNvSpPr>
            <a:spLocks noChangeShapeType="1"/>
          </p:cNvSpPr>
          <p:nvPr/>
        </p:nvSpPr>
        <p:spPr bwMode="auto">
          <a:xfrm>
            <a:off x="6451600" y="481330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7" name="Line 125">
            <a:extLst>
              <a:ext uri="{FF2B5EF4-FFF2-40B4-BE49-F238E27FC236}">
                <a16:creationId xmlns:a16="http://schemas.microsoft.com/office/drawing/2014/main" id="{68A6FA18-B31F-A573-08B9-9081560584DC}"/>
              </a:ext>
            </a:extLst>
          </p:cNvPr>
          <p:cNvSpPr>
            <a:spLocks noChangeShapeType="1"/>
          </p:cNvSpPr>
          <p:nvPr/>
        </p:nvSpPr>
        <p:spPr bwMode="auto">
          <a:xfrm>
            <a:off x="6527800" y="527050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8" name="Line 126">
            <a:extLst>
              <a:ext uri="{FF2B5EF4-FFF2-40B4-BE49-F238E27FC236}">
                <a16:creationId xmlns:a16="http://schemas.microsoft.com/office/drawing/2014/main" id="{F41D086F-68F5-22EE-E7DD-F702D7634D2F}"/>
              </a:ext>
            </a:extLst>
          </p:cNvPr>
          <p:cNvSpPr>
            <a:spLocks noChangeShapeType="1"/>
          </p:cNvSpPr>
          <p:nvPr/>
        </p:nvSpPr>
        <p:spPr bwMode="auto">
          <a:xfrm>
            <a:off x="6748463" y="409416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19" name="Line 127">
            <a:extLst>
              <a:ext uri="{FF2B5EF4-FFF2-40B4-BE49-F238E27FC236}">
                <a16:creationId xmlns:a16="http://schemas.microsoft.com/office/drawing/2014/main" id="{8F933B85-9327-E36F-DDCB-FC10C77B69DB}"/>
              </a:ext>
            </a:extLst>
          </p:cNvPr>
          <p:cNvSpPr>
            <a:spLocks noChangeShapeType="1"/>
          </p:cNvSpPr>
          <p:nvPr/>
        </p:nvSpPr>
        <p:spPr bwMode="auto">
          <a:xfrm>
            <a:off x="6827838" y="4256088"/>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20" name="Line 128">
            <a:extLst>
              <a:ext uri="{FF2B5EF4-FFF2-40B4-BE49-F238E27FC236}">
                <a16:creationId xmlns:a16="http://schemas.microsoft.com/office/drawing/2014/main" id="{E5DCCF79-8B59-0EBA-BFA2-53690510F74B}"/>
              </a:ext>
            </a:extLst>
          </p:cNvPr>
          <p:cNvSpPr>
            <a:spLocks noChangeShapeType="1"/>
          </p:cNvSpPr>
          <p:nvPr/>
        </p:nvSpPr>
        <p:spPr bwMode="auto">
          <a:xfrm>
            <a:off x="7000875" y="42259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21" name="Line 129">
            <a:extLst>
              <a:ext uri="{FF2B5EF4-FFF2-40B4-BE49-F238E27FC236}">
                <a16:creationId xmlns:a16="http://schemas.microsoft.com/office/drawing/2014/main" id="{EEE3B14C-8E07-0A75-280F-8E41111753BD}"/>
              </a:ext>
            </a:extLst>
          </p:cNvPr>
          <p:cNvSpPr>
            <a:spLocks noChangeShapeType="1"/>
          </p:cNvSpPr>
          <p:nvPr/>
        </p:nvSpPr>
        <p:spPr bwMode="auto">
          <a:xfrm>
            <a:off x="6748463" y="378936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22" name="Line 130">
            <a:extLst>
              <a:ext uri="{FF2B5EF4-FFF2-40B4-BE49-F238E27FC236}">
                <a16:creationId xmlns:a16="http://schemas.microsoft.com/office/drawing/2014/main" id="{C9E73C38-2CA5-529A-5545-1C6C23BE746F}"/>
              </a:ext>
            </a:extLst>
          </p:cNvPr>
          <p:cNvSpPr>
            <a:spLocks noChangeShapeType="1"/>
          </p:cNvSpPr>
          <p:nvPr/>
        </p:nvSpPr>
        <p:spPr bwMode="auto">
          <a:xfrm>
            <a:off x="7153275" y="39211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23" name="Line 131">
            <a:extLst>
              <a:ext uri="{FF2B5EF4-FFF2-40B4-BE49-F238E27FC236}">
                <a16:creationId xmlns:a16="http://schemas.microsoft.com/office/drawing/2014/main" id="{2D3077CB-20CD-366A-A2A5-6052CB67B1F9}"/>
              </a:ext>
            </a:extLst>
          </p:cNvPr>
          <p:cNvSpPr>
            <a:spLocks noChangeShapeType="1"/>
          </p:cNvSpPr>
          <p:nvPr/>
        </p:nvSpPr>
        <p:spPr bwMode="auto">
          <a:xfrm>
            <a:off x="7000875" y="39973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24" name="Line 132">
            <a:extLst>
              <a:ext uri="{FF2B5EF4-FFF2-40B4-BE49-F238E27FC236}">
                <a16:creationId xmlns:a16="http://schemas.microsoft.com/office/drawing/2014/main" id="{B93841EB-3619-590C-048B-F0045DB08C11}"/>
              </a:ext>
            </a:extLst>
          </p:cNvPr>
          <p:cNvSpPr>
            <a:spLocks noChangeShapeType="1"/>
          </p:cNvSpPr>
          <p:nvPr/>
        </p:nvSpPr>
        <p:spPr bwMode="auto">
          <a:xfrm>
            <a:off x="7505700" y="362426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25" name="Line 133">
            <a:extLst>
              <a:ext uri="{FF2B5EF4-FFF2-40B4-BE49-F238E27FC236}">
                <a16:creationId xmlns:a16="http://schemas.microsoft.com/office/drawing/2014/main" id="{56D6FC1E-0C0A-8DF2-9F9D-A422F540E002}"/>
              </a:ext>
            </a:extLst>
          </p:cNvPr>
          <p:cNvSpPr>
            <a:spLocks noChangeShapeType="1"/>
          </p:cNvSpPr>
          <p:nvPr/>
        </p:nvSpPr>
        <p:spPr bwMode="auto">
          <a:xfrm>
            <a:off x="6756400" y="511810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26" name="Line 134">
            <a:extLst>
              <a:ext uri="{FF2B5EF4-FFF2-40B4-BE49-F238E27FC236}">
                <a16:creationId xmlns:a16="http://schemas.microsoft.com/office/drawing/2014/main" id="{C2D84278-852F-4225-8BB4-833185316359}"/>
              </a:ext>
            </a:extLst>
          </p:cNvPr>
          <p:cNvSpPr>
            <a:spLocks noChangeShapeType="1"/>
          </p:cNvSpPr>
          <p:nvPr/>
        </p:nvSpPr>
        <p:spPr bwMode="auto">
          <a:xfrm>
            <a:off x="7297738" y="3644900"/>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27" name="Line 135">
            <a:extLst>
              <a:ext uri="{FF2B5EF4-FFF2-40B4-BE49-F238E27FC236}">
                <a16:creationId xmlns:a16="http://schemas.microsoft.com/office/drawing/2014/main" id="{064484D0-E272-5D77-6E53-D3ECF57B3DF8}"/>
              </a:ext>
            </a:extLst>
          </p:cNvPr>
          <p:cNvSpPr>
            <a:spLocks noChangeShapeType="1"/>
          </p:cNvSpPr>
          <p:nvPr/>
        </p:nvSpPr>
        <p:spPr bwMode="auto">
          <a:xfrm>
            <a:off x="7505700" y="331946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28" name="Line 136">
            <a:extLst>
              <a:ext uri="{FF2B5EF4-FFF2-40B4-BE49-F238E27FC236}">
                <a16:creationId xmlns:a16="http://schemas.microsoft.com/office/drawing/2014/main" id="{D6ADA256-36B0-039C-2183-B55CF407897D}"/>
              </a:ext>
            </a:extLst>
          </p:cNvPr>
          <p:cNvSpPr>
            <a:spLocks noChangeShapeType="1"/>
          </p:cNvSpPr>
          <p:nvPr/>
        </p:nvSpPr>
        <p:spPr bwMode="auto">
          <a:xfrm>
            <a:off x="7429500" y="316706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29" name="Line 137">
            <a:extLst>
              <a:ext uri="{FF2B5EF4-FFF2-40B4-BE49-F238E27FC236}">
                <a16:creationId xmlns:a16="http://schemas.microsoft.com/office/drawing/2014/main" id="{715631C1-2634-8754-2801-ACF25F6C6E1E}"/>
              </a:ext>
            </a:extLst>
          </p:cNvPr>
          <p:cNvSpPr>
            <a:spLocks noChangeShapeType="1"/>
          </p:cNvSpPr>
          <p:nvPr/>
        </p:nvSpPr>
        <p:spPr bwMode="auto">
          <a:xfrm>
            <a:off x="7810500" y="354806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30" name="Line 138">
            <a:extLst>
              <a:ext uri="{FF2B5EF4-FFF2-40B4-BE49-F238E27FC236}">
                <a16:creationId xmlns:a16="http://schemas.microsoft.com/office/drawing/2014/main" id="{FD4EA01A-E324-DD38-2188-662048E3C9B0}"/>
              </a:ext>
            </a:extLst>
          </p:cNvPr>
          <p:cNvSpPr>
            <a:spLocks noChangeShapeType="1"/>
          </p:cNvSpPr>
          <p:nvPr/>
        </p:nvSpPr>
        <p:spPr bwMode="auto">
          <a:xfrm>
            <a:off x="5749925" y="3632200"/>
            <a:ext cx="63500"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31" name="Line 139">
            <a:extLst>
              <a:ext uri="{FF2B5EF4-FFF2-40B4-BE49-F238E27FC236}">
                <a16:creationId xmlns:a16="http://schemas.microsoft.com/office/drawing/2014/main" id="{90620FDA-3930-4A57-6FB8-C6C73A189CAC}"/>
              </a:ext>
            </a:extLst>
          </p:cNvPr>
          <p:cNvSpPr>
            <a:spLocks noChangeShapeType="1"/>
          </p:cNvSpPr>
          <p:nvPr/>
        </p:nvSpPr>
        <p:spPr bwMode="auto">
          <a:xfrm>
            <a:off x="7153275" y="43783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32" name="Line 140">
            <a:extLst>
              <a:ext uri="{FF2B5EF4-FFF2-40B4-BE49-F238E27FC236}">
                <a16:creationId xmlns:a16="http://schemas.microsoft.com/office/drawing/2014/main" id="{D1A07747-E993-5C2B-325A-1C1A86C4C660}"/>
              </a:ext>
            </a:extLst>
          </p:cNvPr>
          <p:cNvSpPr>
            <a:spLocks noChangeShapeType="1"/>
          </p:cNvSpPr>
          <p:nvPr/>
        </p:nvSpPr>
        <p:spPr bwMode="auto">
          <a:xfrm>
            <a:off x="7419975" y="3389313"/>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33" name="Line 141">
            <a:extLst>
              <a:ext uri="{FF2B5EF4-FFF2-40B4-BE49-F238E27FC236}">
                <a16:creationId xmlns:a16="http://schemas.microsoft.com/office/drawing/2014/main" id="{6A725812-C5CC-8892-2A86-2105274ACCD4}"/>
              </a:ext>
            </a:extLst>
          </p:cNvPr>
          <p:cNvSpPr>
            <a:spLocks noChangeShapeType="1"/>
          </p:cNvSpPr>
          <p:nvPr/>
        </p:nvSpPr>
        <p:spPr bwMode="auto">
          <a:xfrm>
            <a:off x="7646988" y="3133725"/>
            <a:ext cx="63500" cy="0"/>
          </a:xfrm>
          <a:prstGeom prst="line">
            <a:avLst/>
          </a:prstGeom>
          <a:noFill/>
          <a:ln w="508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534" name="AutoShape 142">
            <a:extLst>
              <a:ext uri="{FF2B5EF4-FFF2-40B4-BE49-F238E27FC236}">
                <a16:creationId xmlns:a16="http://schemas.microsoft.com/office/drawing/2014/main" id="{694EE1C0-9A72-7186-0B03-32DA916ADDFB}"/>
              </a:ext>
            </a:extLst>
          </p:cNvPr>
          <p:cNvSpPr>
            <a:spLocks noChangeArrowheads="1"/>
          </p:cNvSpPr>
          <p:nvPr/>
        </p:nvSpPr>
        <p:spPr bwMode="auto">
          <a:xfrm>
            <a:off x="3763963" y="4011613"/>
            <a:ext cx="831850" cy="436562"/>
          </a:xfrm>
          <a:prstGeom prst="rightArrow">
            <a:avLst>
              <a:gd name="adj1" fmla="val 50000"/>
              <a:gd name="adj2" fmla="val 47636"/>
            </a:avLst>
          </a:prstGeom>
          <a:solidFill>
            <a:srgbClr val="FFFFFF"/>
          </a:solidFill>
          <a:ln w="222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18" name="Group 2">
            <a:extLst>
              <a:ext uri="{FF2B5EF4-FFF2-40B4-BE49-F238E27FC236}">
                <a16:creationId xmlns:a16="http://schemas.microsoft.com/office/drawing/2014/main" id="{69EBFFCB-EE68-9F0F-CD2D-79F12C60C9E2}"/>
              </a:ext>
            </a:extLst>
          </p:cNvPr>
          <p:cNvGrpSpPr>
            <a:grpSpLocks/>
          </p:cNvGrpSpPr>
          <p:nvPr/>
        </p:nvGrpSpPr>
        <p:grpSpPr bwMode="auto">
          <a:xfrm>
            <a:off x="0" y="2074863"/>
            <a:ext cx="4476750" cy="4435475"/>
            <a:chOff x="83" y="1196"/>
            <a:chExt cx="2820" cy="2794"/>
          </a:xfrm>
        </p:grpSpPr>
        <p:sp>
          <p:nvSpPr>
            <p:cNvPr id="60421" name="Rectangle 3">
              <a:extLst>
                <a:ext uri="{FF2B5EF4-FFF2-40B4-BE49-F238E27FC236}">
                  <a16:creationId xmlns:a16="http://schemas.microsoft.com/office/drawing/2014/main" id="{4868538A-2728-B4FC-9EB0-33641EF15203}"/>
                </a:ext>
              </a:extLst>
            </p:cNvPr>
            <p:cNvSpPr>
              <a:spLocks noChangeArrowheads="1"/>
            </p:cNvSpPr>
            <p:nvPr/>
          </p:nvSpPr>
          <p:spPr bwMode="auto">
            <a:xfrm>
              <a:off x="419" y="34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22" name="Rectangle 4">
              <a:extLst>
                <a:ext uri="{FF2B5EF4-FFF2-40B4-BE49-F238E27FC236}">
                  <a16:creationId xmlns:a16="http://schemas.microsoft.com/office/drawing/2014/main" id="{73DB4908-F7D1-D2C5-91CD-5B52783B086C}"/>
                </a:ext>
              </a:extLst>
            </p:cNvPr>
            <p:cNvSpPr>
              <a:spLocks noChangeArrowheads="1"/>
            </p:cNvSpPr>
            <p:nvPr/>
          </p:nvSpPr>
          <p:spPr bwMode="auto">
            <a:xfrm>
              <a:off x="659" y="34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23" name="Rectangle 5">
              <a:extLst>
                <a:ext uri="{FF2B5EF4-FFF2-40B4-BE49-F238E27FC236}">
                  <a16:creationId xmlns:a16="http://schemas.microsoft.com/office/drawing/2014/main" id="{E71DC3F2-0579-1AA8-797D-103C6707F68D}"/>
                </a:ext>
              </a:extLst>
            </p:cNvPr>
            <p:cNvSpPr>
              <a:spLocks noChangeArrowheads="1"/>
            </p:cNvSpPr>
            <p:nvPr/>
          </p:nvSpPr>
          <p:spPr bwMode="auto">
            <a:xfrm>
              <a:off x="899" y="34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24" name="Rectangle 6">
              <a:extLst>
                <a:ext uri="{FF2B5EF4-FFF2-40B4-BE49-F238E27FC236}">
                  <a16:creationId xmlns:a16="http://schemas.microsoft.com/office/drawing/2014/main" id="{B44AAF2F-3D6B-D442-CFED-461699C87386}"/>
                </a:ext>
              </a:extLst>
            </p:cNvPr>
            <p:cNvSpPr>
              <a:spLocks noChangeArrowheads="1"/>
            </p:cNvSpPr>
            <p:nvPr/>
          </p:nvSpPr>
          <p:spPr bwMode="auto">
            <a:xfrm>
              <a:off x="1139" y="34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25" name="Rectangle 7">
              <a:extLst>
                <a:ext uri="{FF2B5EF4-FFF2-40B4-BE49-F238E27FC236}">
                  <a16:creationId xmlns:a16="http://schemas.microsoft.com/office/drawing/2014/main" id="{C10CDABC-DC7C-CFB0-929F-86934A9FEBD8}"/>
                </a:ext>
              </a:extLst>
            </p:cNvPr>
            <p:cNvSpPr>
              <a:spLocks noChangeArrowheads="1"/>
            </p:cNvSpPr>
            <p:nvPr/>
          </p:nvSpPr>
          <p:spPr bwMode="auto">
            <a:xfrm>
              <a:off x="1379" y="34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26" name="Rectangle 8">
              <a:extLst>
                <a:ext uri="{FF2B5EF4-FFF2-40B4-BE49-F238E27FC236}">
                  <a16:creationId xmlns:a16="http://schemas.microsoft.com/office/drawing/2014/main" id="{905F4972-AEA2-FCCC-C284-0FF514CBD895}"/>
                </a:ext>
              </a:extLst>
            </p:cNvPr>
            <p:cNvSpPr>
              <a:spLocks noChangeArrowheads="1"/>
            </p:cNvSpPr>
            <p:nvPr/>
          </p:nvSpPr>
          <p:spPr bwMode="auto">
            <a:xfrm>
              <a:off x="1619" y="34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27" name="Rectangle 9">
              <a:extLst>
                <a:ext uri="{FF2B5EF4-FFF2-40B4-BE49-F238E27FC236}">
                  <a16:creationId xmlns:a16="http://schemas.microsoft.com/office/drawing/2014/main" id="{1A68E1D5-5EDB-E67F-D82B-05F93AC80D3A}"/>
                </a:ext>
              </a:extLst>
            </p:cNvPr>
            <p:cNvSpPr>
              <a:spLocks noChangeArrowheads="1"/>
            </p:cNvSpPr>
            <p:nvPr/>
          </p:nvSpPr>
          <p:spPr bwMode="auto">
            <a:xfrm>
              <a:off x="1859" y="34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28" name="Rectangle 10">
              <a:extLst>
                <a:ext uri="{FF2B5EF4-FFF2-40B4-BE49-F238E27FC236}">
                  <a16:creationId xmlns:a16="http://schemas.microsoft.com/office/drawing/2014/main" id="{FADEE598-4670-6199-19DD-D6C884196EDA}"/>
                </a:ext>
              </a:extLst>
            </p:cNvPr>
            <p:cNvSpPr>
              <a:spLocks noChangeArrowheads="1"/>
            </p:cNvSpPr>
            <p:nvPr/>
          </p:nvSpPr>
          <p:spPr bwMode="auto">
            <a:xfrm>
              <a:off x="2099" y="34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29" name="Rectangle 11">
              <a:extLst>
                <a:ext uri="{FF2B5EF4-FFF2-40B4-BE49-F238E27FC236}">
                  <a16:creationId xmlns:a16="http://schemas.microsoft.com/office/drawing/2014/main" id="{0BD4E361-DD58-BA1C-C91B-E3E878023D9F}"/>
                </a:ext>
              </a:extLst>
            </p:cNvPr>
            <p:cNvSpPr>
              <a:spLocks noChangeArrowheads="1"/>
            </p:cNvSpPr>
            <p:nvPr/>
          </p:nvSpPr>
          <p:spPr bwMode="auto">
            <a:xfrm>
              <a:off x="2339" y="34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30" name="Rectangle 12">
              <a:extLst>
                <a:ext uri="{FF2B5EF4-FFF2-40B4-BE49-F238E27FC236}">
                  <a16:creationId xmlns:a16="http://schemas.microsoft.com/office/drawing/2014/main" id="{96984D7E-2C79-572F-E587-4BC7E4ABE918}"/>
                </a:ext>
              </a:extLst>
            </p:cNvPr>
            <p:cNvSpPr>
              <a:spLocks noChangeArrowheads="1"/>
            </p:cNvSpPr>
            <p:nvPr/>
          </p:nvSpPr>
          <p:spPr bwMode="auto">
            <a:xfrm>
              <a:off x="2579" y="34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31" name="Rectangle 13">
              <a:extLst>
                <a:ext uri="{FF2B5EF4-FFF2-40B4-BE49-F238E27FC236}">
                  <a16:creationId xmlns:a16="http://schemas.microsoft.com/office/drawing/2014/main" id="{AFCA8B45-8DC9-BCE3-CAF1-0CEF8DAAAADC}"/>
                </a:ext>
              </a:extLst>
            </p:cNvPr>
            <p:cNvSpPr>
              <a:spLocks noChangeArrowheads="1"/>
            </p:cNvSpPr>
            <p:nvPr/>
          </p:nvSpPr>
          <p:spPr bwMode="auto">
            <a:xfrm>
              <a:off x="419" y="32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32" name="Rectangle 14">
              <a:extLst>
                <a:ext uri="{FF2B5EF4-FFF2-40B4-BE49-F238E27FC236}">
                  <a16:creationId xmlns:a16="http://schemas.microsoft.com/office/drawing/2014/main" id="{82E91529-84D1-740F-F3A9-F9EA7C508F4E}"/>
                </a:ext>
              </a:extLst>
            </p:cNvPr>
            <p:cNvSpPr>
              <a:spLocks noChangeArrowheads="1"/>
            </p:cNvSpPr>
            <p:nvPr/>
          </p:nvSpPr>
          <p:spPr bwMode="auto">
            <a:xfrm>
              <a:off x="659" y="32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33" name="Rectangle 15">
              <a:extLst>
                <a:ext uri="{FF2B5EF4-FFF2-40B4-BE49-F238E27FC236}">
                  <a16:creationId xmlns:a16="http://schemas.microsoft.com/office/drawing/2014/main" id="{A5CD760D-9DA7-B693-03F4-B37631B76302}"/>
                </a:ext>
              </a:extLst>
            </p:cNvPr>
            <p:cNvSpPr>
              <a:spLocks noChangeArrowheads="1"/>
            </p:cNvSpPr>
            <p:nvPr/>
          </p:nvSpPr>
          <p:spPr bwMode="auto">
            <a:xfrm>
              <a:off x="899" y="32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34" name="Rectangle 16">
              <a:extLst>
                <a:ext uri="{FF2B5EF4-FFF2-40B4-BE49-F238E27FC236}">
                  <a16:creationId xmlns:a16="http://schemas.microsoft.com/office/drawing/2014/main" id="{1166D032-8556-2D75-A255-AC4A45DA95FC}"/>
                </a:ext>
              </a:extLst>
            </p:cNvPr>
            <p:cNvSpPr>
              <a:spLocks noChangeArrowheads="1"/>
            </p:cNvSpPr>
            <p:nvPr/>
          </p:nvSpPr>
          <p:spPr bwMode="auto">
            <a:xfrm>
              <a:off x="1139" y="32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35" name="Rectangle 17">
              <a:extLst>
                <a:ext uri="{FF2B5EF4-FFF2-40B4-BE49-F238E27FC236}">
                  <a16:creationId xmlns:a16="http://schemas.microsoft.com/office/drawing/2014/main" id="{4E09F5FC-E63B-24BC-9D28-0F2465DFD1D1}"/>
                </a:ext>
              </a:extLst>
            </p:cNvPr>
            <p:cNvSpPr>
              <a:spLocks noChangeArrowheads="1"/>
            </p:cNvSpPr>
            <p:nvPr/>
          </p:nvSpPr>
          <p:spPr bwMode="auto">
            <a:xfrm>
              <a:off x="1379" y="32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36" name="Rectangle 18">
              <a:extLst>
                <a:ext uri="{FF2B5EF4-FFF2-40B4-BE49-F238E27FC236}">
                  <a16:creationId xmlns:a16="http://schemas.microsoft.com/office/drawing/2014/main" id="{66049A7B-2E03-F198-369D-D1581C8AFE54}"/>
                </a:ext>
              </a:extLst>
            </p:cNvPr>
            <p:cNvSpPr>
              <a:spLocks noChangeArrowheads="1"/>
            </p:cNvSpPr>
            <p:nvPr/>
          </p:nvSpPr>
          <p:spPr bwMode="auto">
            <a:xfrm>
              <a:off x="1619" y="32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37" name="Rectangle 19">
              <a:extLst>
                <a:ext uri="{FF2B5EF4-FFF2-40B4-BE49-F238E27FC236}">
                  <a16:creationId xmlns:a16="http://schemas.microsoft.com/office/drawing/2014/main" id="{18CB42CC-9382-743F-AD92-4300DDA4EA8F}"/>
                </a:ext>
              </a:extLst>
            </p:cNvPr>
            <p:cNvSpPr>
              <a:spLocks noChangeArrowheads="1"/>
            </p:cNvSpPr>
            <p:nvPr/>
          </p:nvSpPr>
          <p:spPr bwMode="auto">
            <a:xfrm>
              <a:off x="1859" y="32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38" name="Rectangle 20">
              <a:extLst>
                <a:ext uri="{FF2B5EF4-FFF2-40B4-BE49-F238E27FC236}">
                  <a16:creationId xmlns:a16="http://schemas.microsoft.com/office/drawing/2014/main" id="{C095395B-F2A8-58BC-8DD5-8D92D49A3F5E}"/>
                </a:ext>
              </a:extLst>
            </p:cNvPr>
            <p:cNvSpPr>
              <a:spLocks noChangeArrowheads="1"/>
            </p:cNvSpPr>
            <p:nvPr/>
          </p:nvSpPr>
          <p:spPr bwMode="auto">
            <a:xfrm>
              <a:off x="2099" y="32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39" name="Rectangle 21">
              <a:extLst>
                <a:ext uri="{FF2B5EF4-FFF2-40B4-BE49-F238E27FC236}">
                  <a16:creationId xmlns:a16="http://schemas.microsoft.com/office/drawing/2014/main" id="{73AEE640-7336-68B4-950E-959445365A61}"/>
                </a:ext>
              </a:extLst>
            </p:cNvPr>
            <p:cNvSpPr>
              <a:spLocks noChangeArrowheads="1"/>
            </p:cNvSpPr>
            <p:nvPr/>
          </p:nvSpPr>
          <p:spPr bwMode="auto">
            <a:xfrm>
              <a:off x="2339" y="32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40" name="Rectangle 22">
              <a:extLst>
                <a:ext uri="{FF2B5EF4-FFF2-40B4-BE49-F238E27FC236}">
                  <a16:creationId xmlns:a16="http://schemas.microsoft.com/office/drawing/2014/main" id="{F74622FB-9584-196C-C1BF-3FE53CB5C701}"/>
                </a:ext>
              </a:extLst>
            </p:cNvPr>
            <p:cNvSpPr>
              <a:spLocks noChangeArrowheads="1"/>
            </p:cNvSpPr>
            <p:nvPr/>
          </p:nvSpPr>
          <p:spPr bwMode="auto">
            <a:xfrm>
              <a:off x="2579" y="32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41" name="Rectangle 23">
              <a:extLst>
                <a:ext uri="{FF2B5EF4-FFF2-40B4-BE49-F238E27FC236}">
                  <a16:creationId xmlns:a16="http://schemas.microsoft.com/office/drawing/2014/main" id="{4B358813-15D3-1D4A-3C80-722CD5186456}"/>
                </a:ext>
              </a:extLst>
            </p:cNvPr>
            <p:cNvSpPr>
              <a:spLocks noChangeArrowheads="1"/>
            </p:cNvSpPr>
            <p:nvPr/>
          </p:nvSpPr>
          <p:spPr bwMode="auto">
            <a:xfrm>
              <a:off x="419" y="29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42" name="Rectangle 24">
              <a:extLst>
                <a:ext uri="{FF2B5EF4-FFF2-40B4-BE49-F238E27FC236}">
                  <a16:creationId xmlns:a16="http://schemas.microsoft.com/office/drawing/2014/main" id="{3F921DD8-AEDA-008B-4FBE-C2C4C1FEEBE2}"/>
                </a:ext>
              </a:extLst>
            </p:cNvPr>
            <p:cNvSpPr>
              <a:spLocks noChangeArrowheads="1"/>
            </p:cNvSpPr>
            <p:nvPr/>
          </p:nvSpPr>
          <p:spPr bwMode="auto">
            <a:xfrm>
              <a:off x="659" y="29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43" name="Rectangle 25">
              <a:extLst>
                <a:ext uri="{FF2B5EF4-FFF2-40B4-BE49-F238E27FC236}">
                  <a16:creationId xmlns:a16="http://schemas.microsoft.com/office/drawing/2014/main" id="{68D3FBBA-E62D-DBEE-326C-628A26B68A4A}"/>
                </a:ext>
              </a:extLst>
            </p:cNvPr>
            <p:cNvSpPr>
              <a:spLocks noChangeArrowheads="1"/>
            </p:cNvSpPr>
            <p:nvPr/>
          </p:nvSpPr>
          <p:spPr bwMode="auto">
            <a:xfrm>
              <a:off x="899" y="29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44" name="Rectangle 26">
              <a:extLst>
                <a:ext uri="{FF2B5EF4-FFF2-40B4-BE49-F238E27FC236}">
                  <a16:creationId xmlns:a16="http://schemas.microsoft.com/office/drawing/2014/main" id="{2D186577-E39E-CDB8-46DB-F9A89C1D43CA}"/>
                </a:ext>
              </a:extLst>
            </p:cNvPr>
            <p:cNvSpPr>
              <a:spLocks noChangeArrowheads="1"/>
            </p:cNvSpPr>
            <p:nvPr/>
          </p:nvSpPr>
          <p:spPr bwMode="auto">
            <a:xfrm>
              <a:off x="1139" y="29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45" name="Rectangle 27">
              <a:extLst>
                <a:ext uri="{FF2B5EF4-FFF2-40B4-BE49-F238E27FC236}">
                  <a16:creationId xmlns:a16="http://schemas.microsoft.com/office/drawing/2014/main" id="{9B9C7972-76A3-01BD-4571-D25B8C3F36BD}"/>
                </a:ext>
              </a:extLst>
            </p:cNvPr>
            <p:cNvSpPr>
              <a:spLocks noChangeArrowheads="1"/>
            </p:cNvSpPr>
            <p:nvPr/>
          </p:nvSpPr>
          <p:spPr bwMode="auto">
            <a:xfrm>
              <a:off x="1379" y="29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46" name="Rectangle 28">
              <a:extLst>
                <a:ext uri="{FF2B5EF4-FFF2-40B4-BE49-F238E27FC236}">
                  <a16:creationId xmlns:a16="http://schemas.microsoft.com/office/drawing/2014/main" id="{347F350B-89C9-E2F5-4C1F-75E1A59226BB}"/>
                </a:ext>
              </a:extLst>
            </p:cNvPr>
            <p:cNvSpPr>
              <a:spLocks noChangeArrowheads="1"/>
            </p:cNvSpPr>
            <p:nvPr/>
          </p:nvSpPr>
          <p:spPr bwMode="auto">
            <a:xfrm>
              <a:off x="1619" y="29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47" name="Rectangle 29">
              <a:extLst>
                <a:ext uri="{FF2B5EF4-FFF2-40B4-BE49-F238E27FC236}">
                  <a16:creationId xmlns:a16="http://schemas.microsoft.com/office/drawing/2014/main" id="{AB7DA69D-2D75-ED83-F2BF-276507CE29FF}"/>
                </a:ext>
              </a:extLst>
            </p:cNvPr>
            <p:cNvSpPr>
              <a:spLocks noChangeArrowheads="1"/>
            </p:cNvSpPr>
            <p:nvPr/>
          </p:nvSpPr>
          <p:spPr bwMode="auto">
            <a:xfrm>
              <a:off x="1859" y="29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48" name="Rectangle 30">
              <a:extLst>
                <a:ext uri="{FF2B5EF4-FFF2-40B4-BE49-F238E27FC236}">
                  <a16:creationId xmlns:a16="http://schemas.microsoft.com/office/drawing/2014/main" id="{FBD54C62-14DC-E452-F09E-E64DB48C0BAF}"/>
                </a:ext>
              </a:extLst>
            </p:cNvPr>
            <p:cNvSpPr>
              <a:spLocks noChangeArrowheads="1"/>
            </p:cNvSpPr>
            <p:nvPr/>
          </p:nvSpPr>
          <p:spPr bwMode="auto">
            <a:xfrm>
              <a:off x="2099" y="29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49" name="Rectangle 31">
              <a:extLst>
                <a:ext uri="{FF2B5EF4-FFF2-40B4-BE49-F238E27FC236}">
                  <a16:creationId xmlns:a16="http://schemas.microsoft.com/office/drawing/2014/main" id="{575AB6D7-A2F4-DAAE-73BF-A89626B686CD}"/>
                </a:ext>
              </a:extLst>
            </p:cNvPr>
            <p:cNvSpPr>
              <a:spLocks noChangeArrowheads="1"/>
            </p:cNvSpPr>
            <p:nvPr/>
          </p:nvSpPr>
          <p:spPr bwMode="auto">
            <a:xfrm>
              <a:off x="2339" y="29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50" name="Rectangle 32">
              <a:extLst>
                <a:ext uri="{FF2B5EF4-FFF2-40B4-BE49-F238E27FC236}">
                  <a16:creationId xmlns:a16="http://schemas.microsoft.com/office/drawing/2014/main" id="{9FE6CE68-D317-F60A-14AC-939DF3D59EF5}"/>
                </a:ext>
              </a:extLst>
            </p:cNvPr>
            <p:cNvSpPr>
              <a:spLocks noChangeArrowheads="1"/>
            </p:cNvSpPr>
            <p:nvPr/>
          </p:nvSpPr>
          <p:spPr bwMode="auto">
            <a:xfrm>
              <a:off x="2579" y="29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51" name="Rectangle 33">
              <a:extLst>
                <a:ext uri="{FF2B5EF4-FFF2-40B4-BE49-F238E27FC236}">
                  <a16:creationId xmlns:a16="http://schemas.microsoft.com/office/drawing/2014/main" id="{662E8988-2EB0-94A1-5AD0-5BCCEC7EF511}"/>
                </a:ext>
              </a:extLst>
            </p:cNvPr>
            <p:cNvSpPr>
              <a:spLocks noChangeArrowheads="1"/>
            </p:cNvSpPr>
            <p:nvPr/>
          </p:nvSpPr>
          <p:spPr bwMode="auto">
            <a:xfrm>
              <a:off x="419" y="27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52" name="Rectangle 34">
              <a:extLst>
                <a:ext uri="{FF2B5EF4-FFF2-40B4-BE49-F238E27FC236}">
                  <a16:creationId xmlns:a16="http://schemas.microsoft.com/office/drawing/2014/main" id="{2D2F6B92-4524-8F96-0BE0-746DFBD136BE}"/>
                </a:ext>
              </a:extLst>
            </p:cNvPr>
            <p:cNvSpPr>
              <a:spLocks noChangeArrowheads="1"/>
            </p:cNvSpPr>
            <p:nvPr/>
          </p:nvSpPr>
          <p:spPr bwMode="auto">
            <a:xfrm>
              <a:off x="659" y="27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53" name="Rectangle 35">
              <a:extLst>
                <a:ext uri="{FF2B5EF4-FFF2-40B4-BE49-F238E27FC236}">
                  <a16:creationId xmlns:a16="http://schemas.microsoft.com/office/drawing/2014/main" id="{273A9B16-A2B7-CCD1-FA0D-19EA7607422C}"/>
                </a:ext>
              </a:extLst>
            </p:cNvPr>
            <p:cNvSpPr>
              <a:spLocks noChangeArrowheads="1"/>
            </p:cNvSpPr>
            <p:nvPr/>
          </p:nvSpPr>
          <p:spPr bwMode="auto">
            <a:xfrm>
              <a:off x="899" y="27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54" name="Rectangle 36">
              <a:extLst>
                <a:ext uri="{FF2B5EF4-FFF2-40B4-BE49-F238E27FC236}">
                  <a16:creationId xmlns:a16="http://schemas.microsoft.com/office/drawing/2014/main" id="{A21F9495-0D47-D17B-87FB-F596B989F30D}"/>
                </a:ext>
              </a:extLst>
            </p:cNvPr>
            <p:cNvSpPr>
              <a:spLocks noChangeArrowheads="1"/>
            </p:cNvSpPr>
            <p:nvPr/>
          </p:nvSpPr>
          <p:spPr bwMode="auto">
            <a:xfrm>
              <a:off x="1139" y="27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55" name="Rectangle 37">
              <a:extLst>
                <a:ext uri="{FF2B5EF4-FFF2-40B4-BE49-F238E27FC236}">
                  <a16:creationId xmlns:a16="http://schemas.microsoft.com/office/drawing/2014/main" id="{84520CED-D6F8-AE7C-B3F6-9D47C603334C}"/>
                </a:ext>
              </a:extLst>
            </p:cNvPr>
            <p:cNvSpPr>
              <a:spLocks noChangeArrowheads="1"/>
            </p:cNvSpPr>
            <p:nvPr/>
          </p:nvSpPr>
          <p:spPr bwMode="auto">
            <a:xfrm>
              <a:off x="1379" y="27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56" name="Rectangle 38">
              <a:extLst>
                <a:ext uri="{FF2B5EF4-FFF2-40B4-BE49-F238E27FC236}">
                  <a16:creationId xmlns:a16="http://schemas.microsoft.com/office/drawing/2014/main" id="{F14A3450-299A-2B96-E182-4A749593D184}"/>
                </a:ext>
              </a:extLst>
            </p:cNvPr>
            <p:cNvSpPr>
              <a:spLocks noChangeArrowheads="1"/>
            </p:cNvSpPr>
            <p:nvPr/>
          </p:nvSpPr>
          <p:spPr bwMode="auto">
            <a:xfrm>
              <a:off x="1619" y="27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57" name="Rectangle 39">
              <a:extLst>
                <a:ext uri="{FF2B5EF4-FFF2-40B4-BE49-F238E27FC236}">
                  <a16:creationId xmlns:a16="http://schemas.microsoft.com/office/drawing/2014/main" id="{6FAD8197-F4B2-1007-2C3A-3362732146D2}"/>
                </a:ext>
              </a:extLst>
            </p:cNvPr>
            <p:cNvSpPr>
              <a:spLocks noChangeArrowheads="1"/>
            </p:cNvSpPr>
            <p:nvPr/>
          </p:nvSpPr>
          <p:spPr bwMode="auto">
            <a:xfrm>
              <a:off x="1859" y="27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58" name="Rectangle 40">
              <a:extLst>
                <a:ext uri="{FF2B5EF4-FFF2-40B4-BE49-F238E27FC236}">
                  <a16:creationId xmlns:a16="http://schemas.microsoft.com/office/drawing/2014/main" id="{7D3C6A0C-D7CB-FC30-F8F5-56F3A2FC4B25}"/>
                </a:ext>
              </a:extLst>
            </p:cNvPr>
            <p:cNvSpPr>
              <a:spLocks noChangeArrowheads="1"/>
            </p:cNvSpPr>
            <p:nvPr/>
          </p:nvSpPr>
          <p:spPr bwMode="auto">
            <a:xfrm>
              <a:off x="2099" y="27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59" name="Rectangle 41">
              <a:extLst>
                <a:ext uri="{FF2B5EF4-FFF2-40B4-BE49-F238E27FC236}">
                  <a16:creationId xmlns:a16="http://schemas.microsoft.com/office/drawing/2014/main" id="{97DED2DB-3692-F2E6-C468-463FD2789EC0}"/>
                </a:ext>
              </a:extLst>
            </p:cNvPr>
            <p:cNvSpPr>
              <a:spLocks noChangeArrowheads="1"/>
            </p:cNvSpPr>
            <p:nvPr/>
          </p:nvSpPr>
          <p:spPr bwMode="auto">
            <a:xfrm>
              <a:off x="2339" y="27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60" name="Rectangle 42">
              <a:extLst>
                <a:ext uri="{FF2B5EF4-FFF2-40B4-BE49-F238E27FC236}">
                  <a16:creationId xmlns:a16="http://schemas.microsoft.com/office/drawing/2014/main" id="{7DF522B1-5A74-74CD-658B-EA5C3FB9E0B2}"/>
                </a:ext>
              </a:extLst>
            </p:cNvPr>
            <p:cNvSpPr>
              <a:spLocks noChangeArrowheads="1"/>
            </p:cNvSpPr>
            <p:nvPr/>
          </p:nvSpPr>
          <p:spPr bwMode="auto">
            <a:xfrm>
              <a:off x="2579" y="27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61" name="Rectangle 43">
              <a:extLst>
                <a:ext uri="{FF2B5EF4-FFF2-40B4-BE49-F238E27FC236}">
                  <a16:creationId xmlns:a16="http://schemas.microsoft.com/office/drawing/2014/main" id="{C363F7A6-7722-EB56-8CC0-B79699AB1465}"/>
                </a:ext>
              </a:extLst>
            </p:cNvPr>
            <p:cNvSpPr>
              <a:spLocks noChangeArrowheads="1"/>
            </p:cNvSpPr>
            <p:nvPr/>
          </p:nvSpPr>
          <p:spPr bwMode="auto">
            <a:xfrm>
              <a:off x="419" y="24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62" name="Rectangle 44">
              <a:extLst>
                <a:ext uri="{FF2B5EF4-FFF2-40B4-BE49-F238E27FC236}">
                  <a16:creationId xmlns:a16="http://schemas.microsoft.com/office/drawing/2014/main" id="{A63931B4-DBCD-728B-23E5-59883BC4DCCD}"/>
                </a:ext>
              </a:extLst>
            </p:cNvPr>
            <p:cNvSpPr>
              <a:spLocks noChangeArrowheads="1"/>
            </p:cNvSpPr>
            <p:nvPr/>
          </p:nvSpPr>
          <p:spPr bwMode="auto">
            <a:xfrm>
              <a:off x="659" y="24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63" name="Rectangle 45">
              <a:extLst>
                <a:ext uri="{FF2B5EF4-FFF2-40B4-BE49-F238E27FC236}">
                  <a16:creationId xmlns:a16="http://schemas.microsoft.com/office/drawing/2014/main" id="{C430DF54-333E-CD7A-24E4-8B1125F50F26}"/>
                </a:ext>
              </a:extLst>
            </p:cNvPr>
            <p:cNvSpPr>
              <a:spLocks noChangeArrowheads="1"/>
            </p:cNvSpPr>
            <p:nvPr/>
          </p:nvSpPr>
          <p:spPr bwMode="auto">
            <a:xfrm>
              <a:off x="899" y="24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64" name="Rectangle 46">
              <a:extLst>
                <a:ext uri="{FF2B5EF4-FFF2-40B4-BE49-F238E27FC236}">
                  <a16:creationId xmlns:a16="http://schemas.microsoft.com/office/drawing/2014/main" id="{746D61DC-5A2F-FEA8-3D3B-73B10F6AB4DE}"/>
                </a:ext>
              </a:extLst>
            </p:cNvPr>
            <p:cNvSpPr>
              <a:spLocks noChangeArrowheads="1"/>
            </p:cNvSpPr>
            <p:nvPr/>
          </p:nvSpPr>
          <p:spPr bwMode="auto">
            <a:xfrm>
              <a:off x="1139" y="24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65" name="Rectangle 47">
              <a:extLst>
                <a:ext uri="{FF2B5EF4-FFF2-40B4-BE49-F238E27FC236}">
                  <a16:creationId xmlns:a16="http://schemas.microsoft.com/office/drawing/2014/main" id="{021A85C3-39D7-00F4-0950-B41BA2F9E00B}"/>
                </a:ext>
              </a:extLst>
            </p:cNvPr>
            <p:cNvSpPr>
              <a:spLocks noChangeArrowheads="1"/>
            </p:cNvSpPr>
            <p:nvPr/>
          </p:nvSpPr>
          <p:spPr bwMode="auto">
            <a:xfrm>
              <a:off x="1379" y="24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66" name="Rectangle 48">
              <a:extLst>
                <a:ext uri="{FF2B5EF4-FFF2-40B4-BE49-F238E27FC236}">
                  <a16:creationId xmlns:a16="http://schemas.microsoft.com/office/drawing/2014/main" id="{5B27064D-2280-96F0-1133-53FC211B7D93}"/>
                </a:ext>
              </a:extLst>
            </p:cNvPr>
            <p:cNvSpPr>
              <a:spLocks noChangeArrowheads="1"/>
            </p:cNvSpPr>
            <p:nvPr/>
          </p:nvSpPr>
          <p:spPr bwMode="auto">
            <a:xfrm>
              <a:off x="1619" y="24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67" name="Rectangle 49">
              <a:extLst>
                <a:ext uri="{FF2B5EF4-FFF2-40B4-BE49-F238E27FC236}">
                  <a16:creationId xmlns:a16="http://schemas.microsoft.com/office/drawing/2014/main" id="{62FC5341-77DA-466B-0AAB-E8F22B37DAE9}"/>
                </a:ext>
              </a:extLst>
            </p:cNvPr>
            <p:cNvSpPr>
              <a:spLocks noChangeArrowheads="1"/>
            </p:cNvSpPr>
            <p:nvPr/>
          </p:nvSpPr>
          <p:spPr bwMode="auto">
            <a:xfrm>
              <a:off x="1859" y="24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68" name="Rectangle 50">
              <a:extLst>
                <a:ext uri="{FF2B5EF4-FFF2-40B4-BE49-F238E27FC236}">
                  <a16:creationId xmlns:a16="http://schemas.microsoft.com/office/drawing/2014/main" id="{1BFB17E2-AF4D-9AC3-5FE2-CC5792B6DE30}"/>
                </a:ext>
              </a:extLst>
            </p:cNvPr>
            <p:cNvSpPr>
              <a:spLocks noChangeArrowheads="1"/>
            </p:cNvSpPr>
            <p:nvPr/>
          </p:nvSpPr>
          <p:spPr bwMode="auto">
            <a:xfrm>
              <a:off x="2099" y="24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69" name="Rectangle 51">
              <a:extLst>
                <a:ext uri="{FF2B5EF4-FFF2-40B4-BE49-F238E27FC236}">
                  <a16:creationId xmlns:a16="http://schemas.microsoft.com/office/drawing/2014/main" id="{BDF24A98-02DB-770F-BFE9-1705EC9253F0}"/>
                </a:ext>
              </a:extLst>
            </p:cNvPr>
            <p:cNvSpPr>
              <a:spLocks noChangeArrowheads="1"/>
            </p:cNvSpPr>
            <p:nvPr/>
          </p:nvSpPr>
          <p:spPr bwMode="auto">
            <a:xfrm>
              <a:off x="2339" y="24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70" name="Rectangle 52">
              <a:extLst>
                <a:ext uri="{FF2B5EF4-FFF2-40B4-BE49-F238E27FC236}">
                  <a16:creationId xmlns:a16="http://schemas.microsoft.com/office/drawing/2014/main" id="{4D1F4BE8-9B24-A1A2-D949-300FC141F26B}"/>
                </a:ext>
              </a:extLst>
            </p:cNvPr>
            <p:cNvSpPr>
              <a:spLocks noChangeArrowheads="1"/>
            </p:cNvSpPr>
            <p:nvPr/>
          </p:nvSpPr>
          <p:spPr bwMode="auto">
            <a:xfrm>
              <a:off x="2579" y="24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71" name="Rectangle 53">
              <a:extLst>
                <a:ext uri="{FF2B5EF4-FFF2-40B4-BE49-F238E27FC236}">
                  <a16:creationId xmlns:a16="http://schemas.microsoft.com/office/drawing/2014/main" id="{1DC082CC-54AE-67D5-59C1-9260B445C8E7}"/>
                </a:ext>
              </a:extLst>
            </p:cNvPr>
            <p:cNvSpPr>
              <a:spLocks noChangeArrowheads="1"/>
            </p:cNvSpPr>
            <p:nvPr/>
          </p:nvSpPr>
          <p:spPr bwMode="auto">
            <a:xfrm>
              <a:off x="419" y="22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72" name="Rectangle 54">
              <a:extLst>
                <a:ext uri="{FF2B5EF4-FFF2-40B4-BE49-F238E27FC236}">
                  <a16:creationId xmlns:a16="http://schemas.microsoft.com/office/drawing/2014/main" id="{4CCED132-6E9B-5741-9DC5-0D0832473337}"/>
                </a:ext>
              </a:extLst>
            </p:cNvPr>
            <p:cNvSpPr>
              <a:spLocks noChangeArrowheads="1"/>
            </p:cNvSpPr>
            <p:nvPr/>
          </p:nvSpPr>
          <p:spPr bwMode="auto">
            <a:xfrm>
              <a:off x="659" y="22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73" name="Rectangle 55">
              <a:extLst>
                <a:ext uri="{FF2B5EF4-FFF2-40B4-BE49-F238E27FC236}">
                  <a16:creationId xmlns:a16="http://schemas.microsoft.com/office/drawing/2014/main" id="{95CAEDBE-DD79-7A22-AAC9-DE1982F2FA4A}"/>
                </a:ext>
              </a:extLst>
            </p:cNvPr>
            <p:cNvSpPr>
              <a:spLocks noChangeArrowheads="1"/>
            </p:cNvSpPr>
            <p:nvPr/>
          </p:nvSpPr>
          <p:spPr bwMode="auto">
            <a:xfrm>
              <a:off x="899" y="22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74" name="Rectangle 56">
              <a:extLst>
                <a:ext uri="{FF2B5EF4-FFF2-40B4-BE49-F238E27FC236}">
                  <a16:creationId xmlns:a16="http://schemas.microsoft.com/office/drawing/2014/main" id="{DB32BE63-B0AB-2122-2AC7-2D0D35ABE8DD}"/>
                </a:ext>
              </a:extLst>
            </p:cNvPr>
            <p:cNvSpPr>
              <a:spLocks noChangeArrowheads="1"/>
            </p:cNvSpPr>
            <p:nvPr/>
          </p:nvSpPr>
          <p:spPr bwMode="auto">
            <a:xfrm>
              <a:off x="1139" y="22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75" name="Rectangle 57">
              <a:extLst>
                <a:ext uri="{FF2B5EF4-FFF2-40B4-BE49-F238E27FC236}">
                  <a16:creationId xmlns:a16="http://schemas.microsoft.com/office/drawing/2014/main" id="{10B51125-AE9C-E0B2-BA29-5AFCB6F779FE}"/>
                </a:ext>
              </a:extLst>
            </p:cNvPr>
            <p:cNvSpPr>
              <a:spLocks noChangeArrowheads="1"/>
            </p:cNvSpPr>
            <p:nvPr/>
          </p:nvSpPr>
          <p:spPr bwMode="auto">
            <a:xfrm>
              <a:off x="1379" y="22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76" name="Rectangle 58">
              <a:extLst>
                <a:ext uri="{FF2B5EF4-FFF2-40B4-BE49-F238E27FC236}">
                  <a16:creationId xmlns:a16="http://schemas.microsoft.com/office/drawing/2014/main" id="{B139A860-93A1-04F6-D14F-67B933E55EB0}"/>
                </a:ext>
              </a:extLst>
            </p:cNvPr>
            <p:cNvSpPr>
              <a:spLocks noChangeArrowheads="1"/>
            </p:cNvSpPr>
            <p:nvPr/>
          </p:nvSpPr>
          <p:spPr bwMode="auto">
            <a:xfrm>
              <a:off x="1619" y="22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77" name="Rectangle 59">
              <a:extLst>
                <a:ext uri="{FF2B5EF4-FFF2-40B4-BE49-F238E27FC236}">
                  <a16:creationId xmlns:a16="http://schemas.microsoft.com/office/drawing/2014/main" id="{8718F9E7-B5BA-75A2-8897-6B980F6819D4}"/>
                </a:ext>
              </a:extLst>
            </p:cNvPr>
            <p:cNvSpPr>
              <a:spLocks noChangeArrowheads="1"/>
            </p:cNvSpPr>
            <p:nvPr/>
          </p:nvSpPr>
          <p:spPr bwMode="auto">
            <a:xfrm>
              <a:off x="1859" y="22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78" name="Rectangle 60">
              <a:extLst>
                <a:ext uri="{FF2B5EF4-FFF2-40B4-BE49-F238E27FC236}">
                  <a16:creationId xmlns:a16="http://schemas.microsoft.com/office/drawing/2014/main" id="{B1184731-AE73-0D91-A05E-FE48AA6A56B7}"/>
                </a:ext>
              </a:extLst>
            </p:cNvPr>
            <p:cNvSpPr>
              <a:spLocks noChangeArrowheads="1"/>
            </p:cNvSpPr>
            <p:nvPr/>
          </p:nvSpPr>
          <p:spPr bwMode="auto">
            <a:xfrm>
              <a:off x="2099" y="22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79" name="Rectangle 61">
              <a:extLst>
                <a:ext uri="{FF2B5EF4-FFF2-40B4-BE49-F238E27FC236}">
                  <a16:creationId xmlns:a16="http://schemas.microsoft.com/office/drawing/2014/main" id="{1A9E8374-AC0B-60E3-E9C8-9761503CCAB6}"/>
                </a:ext>
              </a:extLst>
            </p:cNvPr>
            <p:cNvSpPr>
              <a:spLocks noChangeArrowheads="1"/>
            </p:cNvSpPr>
            <p:nvPr/>
          </p:nvSpPr>
          <p:spPr bwMode="auto">
            <a:xfrm>
              <a:off x="2339" y="22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80" name="Rectangle 62">
              <a:extLst>
                <a:ext uri="{FF2B5EF4-FFF2-40B4-BE49-F238E27FC236}">
                  <a16:creationId xmlns:a16="http://schemas.microsoft.com/office/drawing/2014/main" id="{9F7C72B0-C6C5-FD22-90E5-5AF7B2A231C3}"/>
                </a:ext>
              </a:extLst>
            </p:cNvPr>
            <p:cNvSpPr>
              <a:spLocks noChangeArrowheads="1"/>
            </p:cNvSpPr>
            <p:nvPr/>
          </p:nvSpPr>
          <p:spPr bwMode="auto">
            <a:xfrm>
              <a:off x="2579" y="225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81" name="Rectangle 63">
              <a:extLst>
                <a:ext uri="{FF2B5EF4-FFF2-40B4-BE49-F238E27FC236}">
                  <a16:creationId xmlns:a16="http://schemas.microsoft.com/office/drawing/2014/main" id="{61CE544E-23B6-8286-228F-8A3F76BC2127}"/>
                </a:ext>
              </a:extLst>
            </p:cNvPr>
            <p:cNvSpPr>
              <a:spLocks noChangeArrowheads="1"/>
            </p:cNvSpPr>
            <p:nvPr/>
          </p:nvSpPr>
          <p:spPr bwMode="auto">
            <a:xfrm>
              <a:off x="419" y="20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82" name="Rectangle 64">
              <a:extLst>
                <a:ext uri="{FF2B5EF4-FFF2-40B4-BE49-F238E27FC236}">
                  <a16:creationId xmlns:a16="http://schemas.microsoft.com/office/drawing/2014/main" id="{2AC53954-7DF6-0FE0-2B67-FD151366FD35}"/>
                </a:ext>
              </a:extLst>
            </p:cNvPr>
            <p:cNvSpPr>
              <a:spLocks noChangeArrowheads="1"/>
            </p:cNvSpPr>
            <p:nvPr/>
          </p:nvSpPr>
          <p:spPr bwMode="auto">
            <a:xfrm>
              <a:off x="659" y="20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83" name="Rectangle 65">
              <a:extLst>
                <a:ext uri="{FF2B5EF4-FFF2-40B4-BE49-F238E27FC236}">
                  <a16:creationId xmlns:a16="http://schemas.microsoft.com/office/drawing/2014/main" id="{FC8698BF-FA32-8F4E-337A-7C94BAF7AA7E}"/>
                </a:ext>
              </a:extLst>
            </p:cNvPr>
            <p:cNvSpPr>
              <a:spLocks noChangeArrowheads="1"/>
            </p:cNvSpPr>
            <p:nvPr/>
          </p:nvSpPr>
          <p:spPr bwMode="auto">
            <a:xfrm>
              <a:off x="899" y="20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84" name="Rectangle 66">
              <a:extLst>
                <a:ext uri="{FF2B5EF4-FFF2-40B4-BE49-F238E27FC236}">
                  <a16:creationId xmlns:a16="http://schemas.microsoft.com/office/drawing/2014/main" id="{47582EDB-D22C-FFBC-C6DD-0989BCEC9712}"/>
                </a:ext>
              </a:extLst>
            </p:cNvPr>
            <p:cNvSpPr>
              <a:spLocks noChangeArrowheads="1"/>
            </p:cNvSpPr>
            <p:nvPr/>
          </p:nvSpPr>
          <p:spPr bwMode="auto">
            <a:xfrm>
              <a:off x="1139" y="20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85" name="Rectangle 67">
              <a:extLst>
                <a:ext uri="{FF2B5EF4-FFF2-40B4-BE49-F238E27FC236}">
                  <a16:creationId xmlns:a16="http://schemas.microsoft.com/office/drawing/2014/main" id="{D79319A6-7AD5-2419-BBE0-F0ECB3D25AEA}"/>
                </a:ext>
              </a:extLst>
            </p:cNvPr>
            <p:cNvSpPr>
              <a:spLocks noChangeArrowheads="1"/>
            </p:cNvSpPr>
            <p:nvPr/>
          </p:nvSpPr>
          <p:spPr bwMode="auto">
            <a:xfrm>
              <a:off x="1379" y="20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86" name="Rectangle 68">
              <a:extLst>
                <a:ext uri="{FF2B5EF4-FFF2-40B4-BE49-F238E27FC236}">
                  <a16:creationId xmlns:a16="http://schemas.microsoft.com/office/drawing/2014/main" id="{FEBE9D96-3FEF-666C-E632-F560F7749328}"/>
                </a:ext>
              </a:extLst>
            </p:cNvPr>
            <p:cNvSpPr>
              <a:spLocks noChangeArrowheads="1"/>
            </p:cNvSpPr>
            <p:nvPr/>
          </p:nvSpPr>
          <p:spPr bwMode="auto">
            <a:xfrm>
              <a:off x="1619" y="20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87" name="Rectangle 69">
              <a:extLst>
                <a:ext uri="{FF2B5EF4-FFF2-40B4-BE49-F238E27FC236}">
                  <a16:creationId xmlns:a16="http://schemas.microsoft.com/office/drawing/2014/main" id="{B8F22D1E-F0CD-B8C6-694E-0BECD8F58812}"/>
                </a:ext>
              </a:extLst>
            </p:cNvPr>
            <p:cNvSpPr>
              <a:spLocks noChangeArrowheads="1"/>
            </p:cNvSpPr>
            <p:nvPr/>
          </p:nvSpPr>
          <p:spPr bwMode="auto">
            <a:xfrm>
              <a:off x="1859" y="20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88" name="Rectangle 70">
              <a:extLst>
                <a:ext uri="{FF2B5EF4-FFF2-40B4-BE49-F238E27FC236}">
                  <a16:creationId xmlns:a16="http://schemas.microsoft.com/office/drawing/2014/main" id="{A54F9882-A27E-5AA8-F8D5-20207FA0C05A}"/>
                </a:ext>
              </a:extLst>
            </p:cNvPr>
            <p:cNvSpPr>
              <a:spLocks noChangeArrowheads="1"/>
            </p:cNvSpPr>
            <p:nvPr/>
          </p:nvSpPr>
          <p:spPr bwMode="auto">
            <a:xfrm>
              <a:off x="2099" y="20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89" name="Rectangle 71">
              <a:extLst>
                <a:ext uri="{FF2B5EF4-FFF2-40B4-BE49-F238E27FC236}">
                  <a16:creationId xmlns:a16="http://schemas.microsoft.com/office/drawing/2014/main" id="{C9635DBC-1F26-356F-0517-8BB067E9BCF7}"/>
                </a:ext>
              </a:extLst>
            </p:cNvPr>
            <p:cNvSpPr>
              <a:spLocks noChangeArrowheads="1"/>
            </p:cNvSpPr>
            <p:nvPr/>
          </p:nvSpPr>
          <p:spPr bwMode="auto">
            <a:xfrm>
              <a:off x="2339" y="20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90" name="Rectangle 72">
              <a:extLst>
                <a:ext uri="{FF2B5EF4-FFF2-40B4-BE49-F238E27FC236}">
                  <a16:creationId xmlns:a16="http://schemas.microsoft.com/office/drawing/2014/main" id="{F36EB145-19F2-38A0-6999-06F318B787EB}"/>
                </a:ext>
              </a:extLst>
            </p:cNvPr>
            <p:cNvSpPr>
              <a:spLocks noChangeArrowheads="1"/>
            </p:cNvSpPr>
            <p:nvPr/>
          </p:nvSpPr>
          <p:spPr bwMode="auto">
            <a:xfrm>
              <a:off x="2579" y="201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91" name="Rectangle 73">
              <a:extLst>
                <a:ext uri="{FF2B5EF4-FFF2-40B4-BE49-F238E27FC236}">
                  <a16:creationId xmlns:a16="http://schemas.microsoft.com/office/drawing/2014/main" id="{64D8AE05-4C8C-D25B-C62B-A1FC03306E80}"/>
                </a:ext>
              </a:extLst>
            </p:cNvPr>
            <p:cNvSpPr>
              <a:spLocks noChangeArrowheads="1"/>
            </p:cNvSpPr>
            <p:nvPr/>
          </p:nvSpPr>
          <p:spPr bwMode="auto">
            <a:xfrm>
              <a:off x="419" y="17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92" name="Rectangle 74">
              <a:extLst>
                <a:ext uri="{FF2B5EF4-FFF2-40B4-BE49-F238E27FC236}">
                  <a16:creationId xmlns:a16="http://schemas.microsoft.com/office/drawing/2014/main" id="{A96ABD76-AB94-13B7-629C-18D9C924922E}"/>
                </a:ext>
              </a:extLst>
            </p:cNvPr>
            <p:cNvSpPr>
              <a:spLocks noChangeArrowheads="1"/>
            </p:cNvSpPr>
            <p:nvPr/>
          </p:nvSpPr>
          <p:spPr bwMode="auto">
            <a:xfrm>
              <a:off x="659" y="17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93" name="Rectangle 75">
              <a:extLst>
                <a:ext uri="{FF2B5EF4-FFF2-40B4-BE49-F238E27FC236}">
                  <a16:creationId xmlns:a16="http://schemas.microsoft.com/office/drawing/2014/main" id="{232635A5-58AA-787A-06AF-A55751073116}"/>
                </a:ext>
              </a:extLst>
            </p:cNvPr>
            <p:cNvSpPr>
              <a:spLocks noChangeArrowheads="1"/>
            </p:cNvSpPr>
            <p:nvPr/>
          </p:nvSpPr>
          <p:spPr bwMode="auto">
            <a:xfrm>
              <a:off x="899" y="17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94" name="Rectangle 76">
              <a:extLst>
                <a:ext uri="{FF2B5EF4-FFF2-40B4-BE49-F238E27FC236}">
                  <a16:creationId xmlns:a16="http://schemas.microsoft.com/office/drawing/2014/main" id="{C6048E5C-5691-9F7C-DFAC-7B96E5B8DDAE}"/>
                </a:ext>
              </a:extLst>
            </p:cNvPr>
            <p:cNvSpPr>
              <a:spLocks noChangeArrowheads="1"/>
            </p:cNvSpPr>
            <p:nvPr/>
          </p:nvSpPr>
          <p:spPr bwMode="auto">
            <a:xfrm>
              <a:off x="1139" y="17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95" name="Rectangle 77">
              <a:extLst>
                <a:ext uri="{FF2B5EF4-FFF2-40B4-BE49-F238E27FC236}">
                  <a16:creationId xmlns:a16="http://schemas.microsoft.com/office/drawing/2014/main" id="{1BDD0638-A7B8-AE37-BCB4-6F33A67C62E4}"/>
                </a:ext>
              </a:extLst>
            </p:cNvPr>
            <p:cNvSpPr>
              <a:spLocks noChangeArrowheads="1"/>
            </p:cNvSpPr>
            <p:nvPr/>
          </p:nvSpPr>
          <p:spPr bwMode="auto">
            <a:xfrm>
              <a:off x="1379" y="17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96" name="Rectangle 78">
              <a:extLst>
                <a:ext uri="{FF2B5EF4-FFF2-40B4-BE49-F238E27FC236}">
                  <a16:creationId xmlns:a16="http://schemas.microsoft.com/office/drawing/2014/main" id="{F606D664-5830-9250-EEAB-08C1248FF55E}"/>
                </a:ext>
              </a:extLst>
            </p:cNvPr>
            <p:cNvSpPr>
              <a:spLocks noChangeArrowheads="1"/>
            </p:cNvSpPr>
            <p:nvPr/>
          </p:nvSpPr>
          <p:spPr bwMode="auto">
            <a:xfrm>
              <a:off x="1619" y="17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97" name="Rectangle 79">
              <a:extLst>
                <a:ext uri="{FF2B5EF4-FFF2-40B4-BE49-F238E27FC236}">
                  <a16:creationId xmlns:a16="http://schemas.microsoft.com/office/drawing/2014/main" id="{0EF96BDA-8C02-A071-A9E5-3DBB665BAF38}"/>
                </a:ext>
              </a:extLst>
            </p:cNvPr>
            <p:cNvSpPr>
              <a:spLocks noChangeArrowheads="1"/>
            </p:cNvSpPr>
            <p:nvPr/>
          </p:nvSpPr>
          <p:spPr bwMode="auto">
            <a:xfrm>
              <a:off x="1859" y="17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98" name="Rectangle 80">
              <a:extLst>
                <a:ext uri="{FF2B5EF4-FFF2-40B4-BE49-F238E27FC236}">
                  <a16:creationId xmlns:a16="http://schemas.microsoft.com/office/drawing/2014/main" id="{A55A4312-1AA3-7EFA-6E8B-FB37EDFFE0B8}"/>
                </a:ext>
              </a:extLst>
            </p:cNvPr>
            <p:cNvSpPr>
              <a:spLocks noChangeArrowheads="1"/>
            </p:cNvSpPr>
            <p:nvPr/>
          </p:nvSpPr>
          <p:spPr bwMode="auto">
            <a:xfrm>
              <a:off x="2099" y="17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499" name="Rectangle 81">
              <a:extLst>
                <a:ext uri="{FF2B5EF4-FFF2-40B4-BE49-F238E27FC236}">
                  <a16:creationId xmlns:a16="http://schemas.microsoft.com/office/drawing/2014/main" id="{826C44B0-F7F4-A76C-9AF1-562F664724A7}"/>
                </a:ext>
              </a:extLst>
            </p:cNvPr>
            <p:cNvSpPr>
              <a:spLocks noChangeArrowheads="1"/>
            </p:cNvSpPr>
            <p:nvPr/>
          </p:nvSpPr>
          <p:spPr bwMode="auto">
            <a:xfrm>
              <a:off x="2339" y="17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00" name="Rectangle 82">
              <a:extLst>
                <a:ext uri="{FF2B5EF4-FFF2-40B4-BE49-F238E27FC236}">
                  <a16:creationId xmlns:a16="http://schemas.microsoft.com/office/drawing/2014/main" id="{5ECBD995-BFEB-3C57-2DF0-D3BA1B499B59}"/>
                </a:ext>
              </a:extLst>
            </p:cNvPr>
            <p:cNvSpPr>
              <a:spLocks noChangeArrowheads="1"/>
            </p:cNvSpPr>
            <p:nvPr/>
          </p:nvSpPr>
          <p:spPr bwMode="auto">
            <a:xfrm>
              <a:off x="2579" y="177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01" name="Rectangle 83">
              <a:extLst>
                <a:ext uri="{FF2B5EF4-FFF2-40B4-BE49-F238E27FC236}">
                  <a16:creationId xmlns:a16="http://schemas.microsoft.com/office/drawing/2014/main" id="{8AEBC9E9-9F77-09D0-A16C-9D07EF8BD130}"/>
                </a:ext>
              </a:extLst>
            </p:cNvPr>
            <p:cNvSpPr>
              <a:spLocks noChangeArrowheads="1"/>
            </p:cNvSpPr>
            <p:nvPr/>
          </p:nvSpPr>
          <p:spPr bwMode="auto">
            <a:xfrm>
              <a:off x="419" y="15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02" name="Rectangle 84">
              <a:extLst>
                <a:ext uri="{FF2B5EF4-FFF2-40B4-BE49-F238E27FC236}">
                  <a16:creationId xmlns:a16="http://schemas.microsoft.com/office/drawing/2014/main" id="{58A7E228-9FB1-87B1-8130-472EAAD1EA86}"/>
                </a:ext>
              </a:extLst>
            </p:cNvPr>
            <p:cNvSpPr>
              <a:spLocks noChangeArrowheads="1"/>
            </p:cNvSpPr>
            <p:nvPr/>
          </p:nvSpPr>
          <p:spPr bwMode="auto">
            <a:xfrm>
              <a:off x="659" y="15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03" name="Rectangle 85">
              <a:extLst>
                <a:ext uri="{FF2B5EF4-FFF2-40B4-BE49-F238E27FC236}">
                  <a16:creationId xmlns:a16="http://schemas.microsoft.com/office/drawing/2014/main" id="{AE4BE377-7B11-A391-B1E9-F42E184B7195}"/>
                </a:ext>
              </a:extLst>
            </p:cNvPr>
            <p:cNvSpPr>
              <a:spLocks noChangeArrowheads="1"/>
            </p:cNvSpPr>
            <p:nvPr/>
          </p:nvSpPr>
          <p:spPr bwMode="auto">
            <a:xfrm>
              <a:off x="899" y="15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04" name="Rectangle 86">
              <a:extLst>
                <a:ext uri="{FF2B5EF4-FFF2-40B4-BE49-F238E27FC236}">
                  <a16:creationId xmlns:a16="http://schemas.microsoft.com/office/drawing/2014/main" id="{5A4BD534-F8C8-47D0-3F72-827125095B5A}"/>
                </a:ext>
              </a:extLst>
            </p:cNvPr>
            <p:cNvSpPr>
              <a:spLocks noChangeArrowheads="1"/>
            </p:cNvSpPr>
            <p:nvPr/>
          </p:nvSpPr>
          <p:spPr bwMode="auto">
            <a:xfrm>
              <a:off x="1139" y="15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05" name="Rectangle 87">
              <a:extLst>
                <a:ext uri="{FF2B5EF4-FFF2-40B4-BE49-F238E27FC236}">
                  <a16:creationId xmlns:a16="http://schemas.microsoft.com/office/drawing/2014/main" id="{6F116F51-3059-89C0-3DE6-77FACFB59352}"/>
                </a:ext>
              </a:extLst>
            </p:cNvPr>
            <p:cNvSpPr>
              <a:spLocks noChangeArrowheads="1"/>
            </p:cNvSpPr>
            <p:nvPr/>
          </p:nvSpPr>
          <p:spPr bwMode="auto">
            <a:xfrm>
              <a:off x="1379" y="15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06" name="Rectangle 88">
              <a:extLst>
                <a:ext uri="{FF2B5EF4-FFF2-40B4-BE49-F238E27FC236}">
                  <a16:creationId xmlns:a16="http://schemas.microsoft.com/office/drawing/2014/main" id="{6EE15607-E678-20B4-AD78-3B5A1F63A5DC}"/>
                </a:ext>
              </a:extLst>
            </p:cNvPr>
            <p:cNvSpPr>
              <a:spLocks noChangeArrowheads="1"/>
            </p:cNvSpPr>
            <p:nvPr/>
          </p:nvSpPr>
          <p:spPr bwMode="auto">
            <a:xfrm>
              <a:off x="1619" y="15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07" name="Rectangle 89">
              <a:extLst>
                <a:ext uri="{FF2B5EF4-FFF2-40B4-BE49-F238E27FC236}">
                  <a16:creationId xmlns:a16="http://schemas.microsoft.com/office/drawing/2014/main" id="{BAA9D33E-F08D-4062-5DF0-AFBD885EEFC3}"/>
                </a:ext>
              </a:extLst>
            </p:cNvPr>
            <p:cNvSpPr>
              <a:spLocks noChangeArrowheads="1"/>
            </p:cNvSpPr>
            <p:nvPr/>
          </p:nvSpPr>
          <p:spPr bwMode="auto">
            <a:xfrm>
              <a:off x="1859" y="15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08" name="Rectangle 90">
              <a:extLst>
                <a:ext uri="{FF2B5EF4-FFF2-40B4-BE49-F238E27FC236}">
                  <a16:creationId xmlns:a16="http://schemas.microsoft.com/office/drawing/2014/main" id="{A30834BD-8147-0D60-9408-85960952E4BA}"/>
                </a:ext>
              </a:extLst>
            </p:cNvPr>
            <p:cNvSpPr>
              <a:spLocks noChangeArrowheads="1"/>
            </p:cNvSpPr>
            <p:nvPr/>
          </p:nvSpPr>
          <p:spPr bwMode="auto">
            <a:xfrm>
              <a:off x="2099" y="15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09" name="Rectangle 91">
              <a:extLst>
                <a:ext uri="{FF2B5EF4-FFF2-40B4-BE49-F238E27FC236}">
                  <a16:creationId xmlns:a16="http://schemas.microsoft.com/office/drawing/2014/main" id="{A6697B70-CF53-5D59-AD2F-C070C65D928C}"/>
                </a:ext>
              </a:extLst>
            </p:cNvPr>
            <p:cNvSpPr>
              <a:spLocks noChangeArrowheads="1"/>
            </p:cNvSpPr>
            <p:nvPr/>
          </p:nvSpPr>
          <p:spPr bwMode="auto">
            <a:xfrm>
              <a:off x="2339" y="15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10" name="Rectangle 92">
              <a:extLst>
                <a:ext uri="{FF2B5EF4-FFF2-40B4-BE49-F238E27FC236}">
                  <a16:creationId xmlns:a16="http://schemas.microsoft.com/office/drawing/2014/main" id="{832F0209-CF3A-188F-0CE4-49E02919EA86}"/>
                </a:ext>
              </a:extLst>
            </p:cNvPr>
            <p:cNvSpPr>
              <a:spLocks noChangeArrowheads="1"/>
            </p:cNvSpPr>
            <p:nvPr/>
          </p:nvSpPr>
          <p:spPr bwMode="auto">
            <a:xfrm>
              <a:off x="2579" y="153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11" name="Rectangle 93">
              <a:extLst>
                <a:ext uri="{FF2B5EF4-FFF2-40B4-BE49-F238E27FC236}">
                  <a16:creationId xmlns:a16="http://schemas.microsoft.com/office/drawing/2014/main" id="{F4079319-02D4-7A0C-021A-681EEC0CD81C}"/>
                </a:ext>
              </a:extLst>
            </p:cNvPr>
            <p:cNvSpPr>
              <a:spLocks noChangeArrowheads="1"/>
            </p:cNvSpPr>
            <p:nvPr/>
          </p:nvSpPr>
          <p:spPr bwMode="auto">
            <a:xfrm>
              <a:off x="419" y="12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12" name="Rectangle 94">
              <a:extLst>
                <a:ext uri="{FF2B5EF4-FFF2-40B4-BE49-F238E27FC236}">
                  <a16:creationId xmlns:a16="http://schemas.microsoft.com/office/drawing/2014/main" id="{121DA8AB-0E82-70F9-04CA-3E2C6B1F1B24}"/>
                </a:ext>
              </a:extLst>
            </p:cNvPr>
            <p:cNvSpPr>
              <a:spLocks noChangeArrowheads="1"/>
            </p:cNvSpPr>
            <p:nvPr/>
          </p:nvSpPr>
          <p:spPr bwMode="auto">
            <a:xfrm>
              <a:off x="659" y="12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13" name="Rectangle 95">
              <a:extLst>
                <a:ext uri="{FF2B5EF4-FFF2-40B4-BE49-F238E27FC236}">
                  <a16:creationId xmlns:a16="http://schemas.microsoft.com/office/drawing/2014/main" id="{B0EF8274-F848-BB8B-FAF2-20DA7EB723BF}"/>
                </a:ext>
              </a:extLst>
            </p:cNvPr>
            <p:cNvSpPr>
              <a:spLocks noChangeArrowheads="1"/>
            </p:cNvSpPr>
            <p:nvPr/>
          </p:nvSpPr>
          <p:spPr bwMode="auto">
            <a:xfrm>
              <a:off x="899" y="12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14" name="Rectangle 96">
              <a:extLst>
                <a:ext uri="{FF2B5EF4-FFF2-40B4-BE49-F238E27FC236}">
                  <a16:creationId xmlns:a16="http://schemas.microsoft.com/office/drawing/2014/main" id="{A445FDEC-601C-AC04-8D42-72E44D67F57D}"/>
                </a:ext>
              </a:extLst>
            </p:cNvPr>
            <p:cNvSpPr>
              <a:spLocks noChangeArrowheads="1"/>
            </p:cNvSpPr>
            <p:nvPr/>
          </p:nvSpPr>
          <p:spPr bwMode="auto">
            <a:xfrm>
              <a:off x="1139" y="12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15" name="Rectangle 97">
              <a:extLst>
                <a:ext uri="{FF2B5EF4-FFF2-40B4-BE49-F238E27FC236}">
                  <a16:creationId xmlns:a16="http://schemas.microsoft.com/office/drawing/2014/main" id="{4E45BEA7-789C-3B31-D058-00D6A25BA188}"/>
                </a:ext>
              </a:extLst>
            </p:cNvPr>
            <p:cNvSpPr>
              <a:spLocks noChangeArrowheads="1"/>
            </p:cNvSpPr>
            <p:nvPr/>
          </p:nvSpPr>
          <p:spPr bwMode="auto">
            <a:xfrm>
              <a:off x="1379" y="12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16" name="Rectangle 98">
              <a:extLst>
                <a:ext uri="{FF2B5EF4-FFF2-40B4-BE49-F238E27FC236}">
                  <a16:creationId xmlns:a16="http://schemas.microsoft.com/office/drawing/2014/main" id="{54D1379F-8188-8475-B767-EB6E07CE823D}"/>
                </a:ext>
              </a:extLst>
            </p:cNvPr>
            <p:cNvSpPr>
              <a:spLocks noChangeArrowheads="1"/>
            </p:cNvSpPr>
            <p:nvPr/>
          </p:nvSpPr>
          <p:spPr bwMode="auto">
            <a:xfrm>
              <a:off x="1619" y="12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17" name="Rectangle 99">
              <a:extLst>
                <a:ext uri="{FF2B5EF4-FFF2-40B4-BE49-F238E27FC236}">
                  <a16:creationId xmlns:a16="http://schemas.microsoft.com/office/drawing/2014/main" id="{5A2E01DE-68E3-0843-DF4C-1263302D28E2}"/>
                </a:ext>
              </a:extLst>
            </p:cNvPr>
            <p:cNvSpPr>
              <a:spLocks noChangeArrowheads="1"/>
            </p:cNvSpPr>
            <p:nvPr/>
          </p:nvSpPr>
          <p:spPr bwMode="auto">
            <a:xfrm>
              <a:off x="1859" y="12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18" name="Rectangle 100">
              <a:extLst>
                <a:ext uri="{FF2B5EF4-FFF2-40B4-BE49-F238E27FC236}">
                  <a16:creationId xmlns:a16="http://schemas.microsoft.com/office/drawing/2014/main" id="{436FCFA3-EFCA-E36E-C89D-F5BD9206E37F}"/>
                </a:ext>
              </a:extLst>
            </p:cNvPr>
            <p:cNvSpPr>
              <a:spLocks noChangeArrowheads="1"/>
            </p:cNvSpPr>
            <p:nvPr/>
          </p:nvSpPr>
          <p:spPr bwMode="auto">
            <a:xfrm>
              <a:off x="2099" y="12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19" name="Rectangle 101">
              <a:extLst>
                <a:ext uri="{FF2B5EF4-FFF2-40B4-BE49-F238E27FC236}">
                  <a16:creationId xmlns:a16="http://schemas.microsoft.com/office/drawing/2014/main" id="{B34D8E3B-C3B4-48CD-1997-2BF364C44990}"/>
                </a:ext>
              </a:extLst>
            </p:cNvPr>
            <p:cNvSpPr>
              <a:spLocks noChangeArrowheads="1"/>
            </p:cNvSpPr>
            <p:nvPr/>
          </p:nvSpPr>
          <p:spPr bwMode="auto">
            <a:xfrm>
              <a:off x="2339" y="12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20" name="Rectangle 102">
              <a:extLst>
                <a:ext uri="{FF2B5EF4-FFF2-40B4-BE49-F238E27FC236}">
                  <a16:creationId xmlns:a16="http://schemas.microsoft.com/office/drawing/2014/main" id="{E52DC407-DBD3-5240-718A-6C1BBD73C908}"/>
                </a:ext>
              </a:extLst>
            </p:cNvPr>
            <p:cNvSpPr>
              <a:spLocks noChangeArrowheads="1"/>
            </p:cNvSpPr>
            <p:nvPr/>
          </p:nvSpPr>
          <p:spPr bwMode="auto">
            <a:xfrm>
              <a:off x="2579" y="1292"/>
              <a:ext cx="240" cy="24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21" name="Line 103">
              <a:extLst>
                <a:ext uri="{FF2B5EF4-FFF2-40B4-BE49-F238E27FC236}">
                  <a16:creationId xmlns:a16="http://schemas.microsoft.com/office/drawing/2014/main" id="{5E3FBE18-D2D3-EDFD-C53E-A2EAFCF76BE3}"/>
                </a:ext>
              </a:extLst>
            </p:cNvPr>
            <p:cNvSpPr>
              <a:spLocks noChangeShapeType="1"/>
            </p:cNvSpPr>
            <p:nvPr/>
          </p:nvSpPr>
          <p:spPr bwMode="auto">
            <a:xfrm>
              <a:off x="419" y="3692"/>
              <a:ext cx="2400"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22" name="Line 104">
              <a:extLst>
                <a:ext uri="{FF2B5EF4-FFF2-40B4-BE49-F238E27FC236}">
                  <a16:creationId xmlns:a16="http://schemas.microsoft.com/office/drawing/2014/main" id="{B7646814-16E0-47E2-8E62-855B0D9F7CCD}"/>
                </a:ext>
              </a:extLst>
            </p:cNvPr>
            <p:cNvSpPr>
              <a:spLocks noChangeShapeType="1"/>
            </p:cNvSpPr>
            <p:nvPr/>
          </p:nvSpPr>
          <p:spPr bwMode="auto">
            <a:xfrm flipV="1">
              <a:off x="419" y="1292"/>
              <a:ext cx="0" cy="24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523" name="Oval 105">
              <a:extLst>
                <a:ext uri="{FF2B5EF4-FFF2-40B4-BE49-F238E27FC236}">
                  <a16:creationId xmlns:a16="http://schemas.microsoft.com/office/drawing/2014/main" id="{F177C6F9-9B56-C79B-83DE-EBFAB3A6F12C}"/>
                </a:ext>
              </a:extLst>
            </p:cNvPr>
            <p:cNvSpPr>
              <a:spLocks noChangeArrowheads="1"/>
            </p:cNvSpPr>
            <p:nvPr/>
          </p:nvSpPr>
          <p:spPr bwMode="auto">
            <a:xfrm>
              <a:off x="659" y="2876"/>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24" name="Oval 106">
              <a:extLst>
                <a:ext uri="{FF2B5EF4-FFF2-40B4-BE49-F238E27FC236}">
                  <a16:creationId xmlns:a16="http://schemas.microsoft.com/office/drawing/2014/main" id="{56BB689A-0060-A297-05C4-42B2349D1201}"/>
                </a:ext>
              </a:extLst>
            </p:cNvPr>
            <p:cNvSpPr>
              <a:spLocks noChangeArrowheads="1"/>
            </p:cNvSpPr>
            <p:nvPr/>
          </p:nvSpPr>
          <p:spPr bwMode="auto">
            <a:xfrm>
              <a:off x="1043" y="3212"/>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25" name="Rectangle 107" descr="Wide downward diagonal">
              <a:extLst>
                <a:ext uri="{FF2B5EF4-FFF2-40B4-BE49-F238E27FC236}">
                  <a16:creationId xmlns:a16="http://schemas.microsoft.com/office/drawing/2014/main" id="{B95CB98C-0465-08CD-1CFF-2B5BA111B99C}"/>
                </a:ext>
              </a:extLst>
            </p:cNvPr>
            <p:cNvSpPr>
              <a:spLocks noChangeArrowheads="1"/>
            </p:cNvSpPr>
            <p:nvPr/>
          </p:nvSpPr>
          <p:spPr bwMode="auto">
            <a:xfrm>
              <a:off x="2497" y="1596"/>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26" name="Rectangle 108" descr="Wide downward diagonal">
              <a:extLst>
                <a:ext uri="{FF2B5EF4-FFF2-40B4-BE49-F238E27FC236}">
                  <a16:creationId xmlns:a16="http://schemas.microsoft.com/office/drawing/2014/main" id="{3CE197A2-885F-6DD7-9377-6EF8393FAD71}"/>
                </a:ext>
              </a:extLst>
            </p:cNvPr>
            <p:cNvSpPr>
              <a:spLocks noChangeArrowheads="1"/>
            </p:cNvSpPr>
            <p:nvPr/>
          </p:nvSpPr>
          <p:spPr bwMode="auto">
            <a:xfrm>
              <a:off x="1928" y="2012"/>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27" name="Rectangle 109" descr="Wide downward diagonal">
              <a:extLst>
                <a:ext uri="{FF2B5EF4-FFF2-40B4-BE49-F238E27FC236}">
                  <a16:creationId xmlns:a16="http://schemas.microsoft.com/office/drawing/2014/main" id="{9643B762-1FE9-1105-8199-72506C512149}"/>
                </a:ext>
              </a:extLst>
            </p:cNvPr>
            <p:cNvSpPr>
              <a:spLocks noChangeArrowheads="1"/>
            </p:cNvSpPr>
            <p:nvPr/>
          </p:nvSpPr>
          <p:spPr bwMode="auto">
            <a:xfrm>
              <a:off x="2291" y="1436"/>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28" name="Rectangle 110" descr="Wide downward diagonal">
              <a:extLst>
                <a:ext uri="{FF2B5EF4-FFF2-40B4-BE49-F238E27FC236}">
                  <a16:creationId xmlns:a16="http://schemas.microsoft.com/office/drawing/2014/main" id="{C849D1C8-1A0E-237B-90DF-8303723896F3}"/>
                </a:ext>
              </a:extLst>
            </p:cNvPr>
            <p:cNvSpPr>
              <a:spLocks noChangeArrowheads="1"/>
            </p:cNvSpPr>
            <p:nvPr/>
          </p:nvSpPr>
          <p:spPr bwMode="auto">
            <a:xfrm>
              <a:off x="2387" y="2060"/>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29" name="Rectangle 111" descr="Wide downward diagonal">
              <a:extLst>
                <a:ext uri="{FF2B5EF4-FFF2-40B4-BE49-F238E27FC236}">
                  <a16:creationId xmlns:a16="http://schemas.microsoft.com/office/drawing/2014/main" id="{7BAE5CD4-BBB9-A3C1-7A40-F8A3273EB9EC}"/>
                </a:ext>
              </a:extLst>
            </p:cNvPr>
            <p:cNvSpPr>
              <a:spLocks noChangeArrowheads="1"/>
            </p:cNvSpPr>
            <p:nvPr/>
          </p:nvSpPr>
          <p:spPr bwMode="auto">
            <a:xfrm>
              <a:off x="2720" y="2583"/>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30" name="Oval 112">
              <a:extLst>
                <a:ext uri="{FF2B5EF4-FFF2-40B4-BE49-F238E27FC236}">
                  <a16:creationId xmlns:a16="http://schemas.microsoft.com/office/drawing/2014/main" id="{2DAE8556-A9B7-AD97-0AA0-999044F1081E}"/>
                </a:ext>
              </a:extLst>
            </p:cNvPr>
            <p:cNvSpPr>
              <a:spLocks noChangeArrowheads="1"/>
            </p:cNvSpPr>
            <p:nvPr/>
          </p:nvSpPr>
          <p:spPr bwMode="auto">
            <a:xfrm>
              <a:off x="762" y="2480"/>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31" name="Oval 113">
              <a:extLst>
                <a:ext uri="{FF2B5EF4-FFF2-40B4-BE49-F238E27FC236}">
                  <a16:creationId xmlns:a16="http://schemas.microsoft.com/office/drawing/2014/main" id="{42332D98-DA3F-EF18-85E6-124C903AF2B6}"/>
                </a:ext>
              </a:extLst>
            </p:cNvPr>
            <p:cNvSpPr>
              <a:spLocks noChangeArrowheads="1"/>
            </p:cNvSpPr>
            <p:nvPr/>
          </p:nvSpPr>
          <p:spPr bwMode="auto">
            <a:xfrm>
              <a:off x="515" y="3404"/>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32" name="Oval 114">
              <a:extLst>
                <a:ext uri="{FF2B5EF4-FFF2-40B4-BE49-F238E27FC236}">
                  <a16:creationId xmlns:a16="http://schemas.microsoft.com/office/drawing/2014/main" id="{21282CB7-638C-7C36-B024-537307B7B440}"/>
                </a:ext>
              </a:extLst>
            </p:cNvPr>
            <p:cNvSpPr>
              <a:spLocks noChangeArrowheads="1"/>
            </p:cNvSpPr>
            <p:nvPr/>
          </p:nvSpPr>
          <p:spPr bwMode="auto">
            <a:xfrm>
              <a:off x="563" y="2540"/>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nvGrpSpPr>
            <p:cNvPr id="60533" name="Group 115">
              <a:extLst>
                <a:ext uri="{FF2B5EF4-FFF2-40B4-BE49-F238E27FC236}">
                  <a16:creationId xmlns:a16="http://schemas.microsoft.com/office/drawing/2014/main" id="{4572D699-DC21-AB9E-B464-1B79C48742F1}"/>
                </a:ext>
              </a:extLst>
            </p:cNvPr>
            <p:cNvGrpSpPr>
              <a:grpSpLocks/>
            </p:cNvGrpSpPr>
            <p:nvPr/>
          </p:nvGrpSpPr>
          <p:grpSpPr bwMode="auto">
            <a:xfrm>
              <a:off x="83" y="1196"/>
              <a:ext cx="2820" cy="2794"/>
              <a:chOff x="1104" y="703"/>
              <a:chExt cx="2820" cy="2794"/>
            </a:xfrm>
          </p:grpSpPr>
          <p:sp>
            <p:nvSpPr>
              <p:cNvPr id="60578" name="Text Box 116">
                <a:extLst>
                  <a:ext uri="{FF2B5EF4-FFF2-40B4-BE49-F238E27FC236}">
                    <a16:creationId xmlns:a16="http://schemas.microsoft.com/office/drawing/2014/main" id="{0D4F6092-7A31-02F8-0064-BBCDACAE7A09}"/>
                  </a:ext>
                </a:extLst>
              </p:cNvPr>
              <p:cNvSpPr txBox="1">
                <a:spLocks noChangeArrowheads="1"/>
              </p:cNvSpPr>
              <p:nvPr/>
            </p:nvSpPr>
            <p:spPr bwMode="auto">
              <a:xfrm>
                <a:off x="1104" y="703"/>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10</a:t>
                </a:r>
              </a:p>
            </p:txBody>
          </p:sp>
          <p:sp>
            <p:nvSpPr>
              <p:cNvPr id="60579" name="Text Box 117">
                <a:extLst>
                  <a:ext uri="{FF2B5EF4-FFF2-40B4-BE49-F238E27FC236}">
                    <a16:creationId xmlns:a16="http://schemas.microsoft.com/office/drawing/2014/main" id="{6B88C559-4479-0AF9-8B55-CE4B88F91788}"/>
                  </a:ext>
                </a:extLst>
              </p:cNvPr>
              <p:cNvSpPr txBox="1">
                <a:spLocks noChangeArrowheads="1"/>
              </p:cNvSpPr>
              <p:nvPr/>
            </p:nvSpPr>
            <p:spPr bwMode="auto">
              <a:xfrm>
                <a:off x="1536" y="324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1</a:t>
                </a:r>
              </a:p>
            </p:txBody>
          </p:sp>
          <p:sp>
            <p:nvSpPr>
              <p:cNvPr id="60580" name="Text Box 118">
                <a:extLst>
                  <a:ext uri="{FF2B5EF4-FFF2-40B4-BE49-F238E27FC236}">
                    <a16:creationId xmlns:a16="http://schemas.microsoft.com/office/drawing/2014/main" id="{D64D8BDC-4016-9647-5769-52BC1FBBC6B5}"/>
                  </a:ext>
                </a:extLst>
              </p:cNvPr>
              <p:cNvSpPr txBox="1">
                <a:spLocks noChangeArrowheads="1"/>
              </p:cNvSpPr>
              <p:nvPr/>
            </p:nvSpPr>
            <p:spPr bwMode="auto">
              <a:xfrm>
                <a:off x="1776" y="324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2</a:t>
                </a:r>
              </a:p>
            </p:txBody>
          </p:sp>
          <p:sp>
            <p:nvSpPr>
              <p:cNvPr id="60581" name="Text Box 119">
                <a:extLst>
                  <a:ext uri="{FF2B5EF4-FFF2-40B4-BE49-F238E27FC236}">
                    <a16:creationId xmlns:a16="http://schemas.microsoft.com/office/drawing/2014/main" id="{F7AD8442-BD70-6C89-EE6E-F6DFDC21CE1D}"/>
                  </a:ext>
                </a:extLst>
              </p:cNvPr>
              <p:cNvSpPr txBox="1">
                <a:spLocks noChangeArrowheads="1"/>
              </p:cNvSpPr>
              <p:nvPr/>
            </p:nvSpPr>
            <p:spPr bwMode="auto">
              <a:xfrm>
                <a:off x="2016" y="324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3</a:t>
                </a:r>
              </a:p>
            </p:txBody>
          </p:sp>
          <p:sp>
            <p:nvSpPr>
              <p:cNvPr id="60582" name="Text Box 120">
                <a:extLst>
                  <a:ext uri="{FF2B5EF4-FFF2-40B4-BE49-F238E27FC236}">
                    <a16:creationId xmlns:a16="http://schemas.microsoft.com/office/drawing/2014/main" id="{48370C12-D9B9-73C3-CEC7-DB8AD76524D0}"/>
                  </a:ext>
                </a:extLst>
              </p:cNvPr>
              <p:cNvSpPr txBox="1">
                <a:spLocks noChangeArrowheads="1"/>
              </p:cNvSpPr>
              <p:nvPr/>
            </p:nvSpPr>
            <p:spPr bwMode="auto">
              <a:xfrm>
                <a:off x="2256" y="324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4</a:t>
                </a:r>
              </a:p>
            </p:txBody>
          </p:sp>
          <p:sp>
            <p:nvSpPr>
              <p:cNvPr id="60583" name="Text Box 121">
                <a:extLst>
                  <a:ext uri="{FF2B5EF4-FFF2-40B4-BE49-F238E27FC236}">
                    <a16:creationId xmlns:a16="http://schemas.microsoft.com/office/drawing/2014/main" id="{725A4451-E0E6-3027-6A3E-712D2FBE4FD9}"/>
                  </a:ext>
                </a:extLst>
              </p:cNvPr>
              <p:cNvSpPr txBox="1">
                <a:spLocks noChangeArrowheads="1"/>
              </p:cNvSpPr>
              <p:nvPr/>
            </p:nvSpPr>
            <p:spPr bwMode="auto">
              <a:xfrm>
                <a:off x="2496" y="324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5</a:t>
                </a:r>
              </a:p>
            </p:txBody>
          </p:sp>
          <p:sp>
            <p:nvSpPr>
              <p:cNvPr id="60584" name="Text Box 122">
                <a:extLst>
                  <a:ext uri="{FF2B5EF4-FFF2-40B4-BE49-F238E27FC236}">
                    <a16:creationId xmlns:a16="http://schemas.microsoft.com/office/drawing/2014/main" id="{8F59BE2E-5984-D5A9-D5F2-C78B3D6435F5}"/>
                  </a:ext>
                </a:extLst>
              </p:cNvPr>
              <p:cNvSpPr txBox="1">
                <a:spLocks noChangeArrowheads="1"/>
              </p:cNvSpPr>
              <p:nvPr/>
            </p:nvSpPr>
            <p:spPr bwMode="auto">
              <a:xfrm>
                <a:off x="2736" y="324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6</a:t>
                </a:r>
              </a:p>
            </p:txBody>
          </p:sp>
          <p:sp>
            <p:nvSpPr>
              <p:cNvPr id="60585" name="Text Box 123">
                <a:extLst>
                  <a:ext uri="{FF2B5EF4-FFF2-40B4-BE49-F238E27FC236}">
                    <a16:creationId xmlns:a16="http://schemas.microsoft.com/office/drawing/2014/main" id="{2761BD1B-6913-CD9A-7B4A-5FE3D3EF228A}"/>
                  </a:ext>
                </a:extLst>
              </p:cNvPr>
              <p:cNvSpPr txBox="1">
                <a:spLocks noChangeArrowheads="1"/>
              </p:cNvSpPr>
              <p:nvPr/>
            </p:nvSpPr>
            <p:spPr bwMode="auto">
              <a:xfrm>
                <a:off x="2976" y="324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7</a:t>
                </a:r>
              </a:p>
            </p:txBody>
          </p:sp>
          <p:sp>
            <p:nvSpPr>
              <p:cNvPr id="60586" name="Text Box 124">
                <a:extLst>
                  <a:ext uri="{FF2B5EF4-FFF2-40B4-BE49-F238E27FC236}">
                    <a16:creationId xmlns:a16="http://schemas.microsoft.com/office/drawing/2014/main" id="{D9EB1983-9437-F5F8-9898-A3A27EACEFE8}"/>
                  </a:ext>
                </a:extLst>
              </p:cNvPr>
              <p:cNvSpPr txBox="1">
                <a:spLocks noChangeArrowheads="1"/>
              </p:cNvSpPr>
              <p:nvPr/>
            </p:nvSpPr>
            <p:spPr bwMode="auto">
              <a:xfrm>
                <a:off x="3216" y="324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8</a:t>
                </a:r>
              </a:p>
            </p:txBody>
          </p:sp>
          <p:sp>
            <p:nvSpPr>
              <p:cNvPr id="60587" name="Text Box 125">
                <a:extLst>
                  <a:ext uri="{FF2B5EF4-FFF2-40B4-BE49-F238E27FC236}">
                    <a16:creationId xmlns:a16="http://schemas.microsoft.com/office/drawing/2014/main" id="{C65C7820-3D5B-2D97-DDF6-BD598D40C578}"/>
                  </a:ext>
                </a:extLst>
              </p:cNvPr>
              <p:cNvSpPr txBox="1">
                <a:spLocks noChangeArrowheads="1"/>
              </p:cNvSpPr>
              <p:nvPr/>
            </p:nvSpPr>
            <p:spPr bwMode="auto">
              <a:xfrm>
                <a:off x="3456" y="324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9</a:t>
                </a:r>
              </a:p>
            </p:txBody>
          </p:sp>
          <p:sp>
            <p:nvSpPr>
              <p:cNvPr id="60588" name="Text Box 126">
                <a:extLst>
                  <a:ext uri="{FF2B5EF4-FFF2-40B4-BE49-F238E27FC236}">
                    <a16:creationId xmlns:a16="http://schemas.microsoft.com/office/drawing/2014/main" id="{3577DBC4-4A7A-0764-DA76-9AB09D30395F}"/>
                  </a:ext>
                </a:extLst>
              </p:cNvPr>
              <p:cNvSpPr txBox="1">
                <a:spLocks noChangeArrowheads="1"/>
              </p:cNvSpPr>
              <p:nvPr/>
            </p:nvSpPr>
            <p:spPr bwMode="auto">
              <a:xfrm>
                <a:off x="3648" y="3247"/>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10</a:t>
                </a:r>
              </a:p>
            </p:txBody>
          </p:sp>
          <p:sp>
            <p:nvSpPr>
              <p:cNvPr id="60589" name="Text Box 127">
                <a:extLst>
                  <a:ext uri="{FF2B5EF4-FFF2-40B4-BE49-F238E27FC236}">
                    <a16:creationId xmlns:a16="http://schemas.microsoft.com/office/drawing/2014/main" id="{453DD6DF-5599-7712-86DA-90E6BA1F9C63}"/>
                  </a:ext>
                </a:extLst>
              </p:cNvPr>
              <p:cNvSpPr txBox="1">
                <a:spLocks noChangeArrowheads="1"/>
              </p:cNvSpPr>
              <p:nvPr/>
            </p:nvSpPr>
            <p:spPr bwMode="auto">
              <a:xfrm>
                <a:off x="1152" y="286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1</a:t>
                </a:r>
              </a:p>
            </p:txBody>
          </p:sp>
          <p:sp>
            <p:nvSpPr>
              <p:cNvPr id="60590" name="Text Box 128">
                <a:extLst>
                  <a:ext uri="{FF2B5EF4-FFF2-40B4-BE49-F238E27FC236}">
                    <a16:creationId xmlns:a16="http://schemas.microsoft.com/office/drawing/2014/main" id="{F1FE708A-7815-13F4-53AD-E034C4F9F89E}"/>
                  </a:ext>
                </a:extLst>
              </p:cNvPr>
              <p:cNvSpPr txBox="1">
                <a:spLocks noChangeArrowheads="1"/>
              </p:cNvSpPr>
              <p:nvPr/>
            </p:nvSpPr>
            <p:spPr bwMode="auto">
              <a:xfrm>
                <a:off x="1152" y="262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2</a:t>
                </a:r>
              </a:p>
            </p:txBody>
          </p:sp>
          <p:sp>
            <p:nvSpPr>
              <p:cNvPr id="60591" name="Text Box 129">
                <a:extLst>
                  <a:ext uri="{FF2B5EF4-FFF2-40B4-BE49-F238E27FC236}">
                    <a16:creationId xmlns:a16="http://schemas.microsoft.com/office/drawing/2014/main" id="{D88190F6-687E-220E-8636-A7CAF4613D83}"/>
                  </a:ext>
                </a:extLst>
              </p:cNvPr>
              <p:cNvSpPr txBox="1">
                <a:spLocks noChangeArrowheads="1"/>
              </p:cNvSpPr>
              <p:nvPr/>
            </p:nvSpPr>
            <p:spPr bwMode="auto">
              <a:xfrm>
                <a:off x="1152" y="238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3</a:t>
                </a:r>
              </a:p>
            </p:txBody>
          </p:sp>
          <p:sp>
            <p:nvSpPr>
              <p:cNvPr id="60592" name="Text Box 130">
                <a:extLst>
                  <a:ext uri="{FF2B5EF4-FFF2-40B4-BE49-F238E27FC236}">
                    <a16:creationId xmlns:a16="http://schemas.microsoft.com/office/drawing/2014/main" id="{068131D8-C601-A741-F3A3-D7F7800151D9}"/>
                  </a:ext>
                </a:extLst>
              </p:cNvPr>
              <p:cNvSpPr txBox="1">
                <a:spLocks noChangeArrowheads="1"/>
              </p:cNvSpPr>
              <p:nvPr/>
            </p:nvSpPr>
            <p:spPr bwMode="auto">
              <a:xfrm>
                <a:off x="1152" y="214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4</a:t>
                </a:r>
              </a:p>
            </p:txBody>
          </p:sp>
          <p:sp>
            <p:nvSpPr>
              <p:cNvPr id="60593" name="Text Box 131">
                <a:extLst>
                  <a:ext uri="{FF2B5EF4-FFF2-40B4-BE49-F238E27FC236}">
                    <a16:creationId xmlns:a16="http://schemas.microsoft.com/office/drawing/2014/main" id="{82BBF71E-CB15-69AF-1510-6C2B9FC951F7}"/>
                  </a:ext>
                </a:extLst>
              </p:cNvPr>
              <p:cNvSpPr txBox="1">
                <a:spLocks noChangeArrowheads="1"/>
              </p:cNvSpPr>
              <p:nvPr/>
            </p:nvSpPr>
            <p:spPr bwMode="auto">
              <a:xfrm>
                <a:off x="1152" y="190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5</a:t>
                </a:r>
              </a:p>
            </p:txBody>
          </p:sp>
          <p:sp>
            <p:nvSpPr>
              <p:cNvPr id="60594" name="Text Box 132">
                <a:extLst>
                  <a:ext uri="{FF2B5EF4-FFF2-40B4-BE49-F238E27FC236}">
                    <a16:creationId xmlns:a16="http://schemas.microsoft.com/office/drawing/2014/main" id="{CD83EDA2-D044-916A-4EA6-5B333B0533BA}"/>
                  </a:ext>
                </a:extLst>
              </p:cNvPr>
              <p:cNvSpPr txBox="1">
                <a:spLocks noChangeArrowheads="1"/>
              </p:cNvSpPr>
              <p:nvPr/>
            </p:nvSpPr>
            <p:spPr bwMode="auto">
              <a:xfrm>
                <a:off x="1152" y="166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6</a:t>
                </a:r>
              </a:p>
            </p:txBody>
          </p:sp>
          <p:sp>
            <p:nvSpPr>
              <p:cNvPr id="60595" name="Text Box 133">
                <a:extLst>
                  <a:ext uri="{FF2B5EF4-FFF2-40B4-BE49-F238E27FC236}">
                    <a16:creationId xmlns:a16="http://schemas.microsoft.com/office/drawing/2014/main" id="{CC04F9CB-871F-F94B-5E1B-AD2721D2D5B4}"/>
                  </a:ext>
                </a:extLst>
              </p:cNvPr>
              <p:cNvSpPr txBox="1">
                <a:spLocks noChangeArrowheads="1"/>
              </p:cNvSpPr>
              <p:nvPr/>
            </p:nvSpPr>
            <p:spPr bwMode="auto">
              <a:xfrm>
                <a:off x="1152" y="142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7</a:t>
                </a:r>
              </a:p>
            </p:txBody>
          </p:sp>
          <p:sp>
            <p:nvSpPr>
              <p:cNvPr id="60596" name="Text Box 134">
                <a:extLst>
                  <a:ext uri="{FF2B5EF4-FFF2-40B4-BE49-F238E27FC236}">
                    <a16:creationId xmlns:a16="http://schemas.microsoft.com/office/drawing/2014/main" id="{225D1583-07ED-6104-3FF6-CC55D7B73E0F}"/>
                  </a:ext>
                </a:extLst>
              </p:cNvPr>
              <p:cNvSpPr txBox="1">
                <a:spLocks noChangeArrowheads="1"/>
              </p:cNvSpPr>
              <p:nvPr/>
            </p:nvSpPr>
            <p:spPr bwMode="auto">
              <a:xfrm>
                <a:off x="1152" y="118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8</a:t>
                </a:r>
              </a:p>
            </p:txBody>
          </p:sp>
          <p:sp>
            <p:nvSpPr>
              <p:cNvPr id="60597" name="Text Box 135">
                <a:extLst>
                  <a:ext uri="{FF2B5EF4-FFF2-40B4-BE49-F238E27FC236}">
                    <a16:creationId xmlns:a16="http://schemas.microsoft.com/office/drawing/2014/main" id="{343053FD-6C86-C122-C31B-F97795A2ED57}"/>
                  </a:ext>
                </a:extLst>
              </p:cNvPr>
              <p:cNvSpPr txBox="1">
                <a:spLocks noChangeArrowheads="1"/>
              </p:cNvSpPr>
              <p:nvPr/>
            </p:nvSpPr>
            <p:spPr bwMode="auto">
              <a:xfrm>
                <a:off x="1152" y="94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9</a:t>
                </a:r>
              </a:p>
            </p:txBody>
          </p:sp>
        </p:grpSp>
        <p:sp>
          <p:nvSpPr>
            <p:cNvPr id="60534" name="Oval 136">
              <a:extLst>
                <a:ext uri="{FF2B5EF4-FFF2-40B4-BE49-F238E27FC236}">
                  <a16:creationId xmlns:a16="http://schemas.microsoft.com/office/drawing/2014/main" id="{EEC1E60B-BF2C-A70D-534F-ECA82655DE92}"/>
                </a:ext>
              </a:extLst>
            </p:cNvPr>
            <p:cNvSpPr>
              <a:spLocks noChangeArrowheads="1"/>
            </p:cNvSpPr>
            <p:nvPr/>
          </p:nvSpPr>
          <p:spPr bwMode="auto">
            <a:xfrm>
              <a:off x="947" y="2828"/>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35" name="Oval 137">
              <a:extLst>
                <a:ext uri="{FF2B5EF4-FFF2-40B4-BE49-F238E27FC236}">
                  <a16:creationId xmlns:a16="http://schemas.microsoft.com/office/drawing/2014/main" id="{B977B16F-B52C-691B-CF76-37DBCC8F5150}"/>
                </a:ext>
              </a:extLst>
            </p:cNvPr>
            <p:cNvSpPr>
              <a:spLocks noChangeArrowheads="1"/>
            </p:cNvSpPr>
            <p:nvPr/>
          </p:nvSpPr>
          <p:spPr bwMode="auto">
            <a:xfrm>
              <a:off x="707" y="3116"/>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36" name="Oval 138">
              <a:extLst>
                <a:ext uri="{FF2B5EF4-FFF2-40B4-BE49-F238E27FC236}">
                  <a16:creationId xmlns:a16="http://schemas.microsoft.com/office/drawing/2014/main" id="{1ECDA997-825A-EEC5-330D-BB7187FE5764}"/>
                </a:ext>
              </a:extLst>
            </p:cNvPr>
            <p:cNvSpPr>
              <a:spLocks noChangeArrowheads="1"/>
            </p:cNvSpPr>
            <p:nvPr/>
          </p:nvSpPr>
          <p:spPr bwMode="auto">
            <a:xfrm>
              <a:off x="803" y="3308"/>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37" name="Oval 139">
              <a:extLst>
                <a:ext uri="{FF2B5EF4-FFF2-40B4-BE49-F238E27FC236}">
                  <a16:creationId xmlns:a16="http://schemas.microsoft.com/office/drawing/2014/main" id="{2243C210-CEFD-179C-7244-614E0130AAFF}"/>
                </a:ext>
              </a:extLst>
            </p:cNvPr>
            <p:cNvSpPr>
              <a:spLocks noChangeArrowheads="1"/>
            </p:cNvSpPr>
            <p:nvPr/>
          </p:nvSpPr>
          <p:spPr bwMode="auto">
            <a:xfrm>
              <a:off x="1091" y="2828"/>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38" name="Oval 140">
              <a:extLst>
                <a:ext uri="{FF2B5EF4-FFF2-40B4-BE49-F238E27FC236}">
                  <a16:creationId xmlns:a16="http://schemas.microsoft.com/office/drawing/2014/main" id="{DBD91FFF-E6A2-DC69-A36E-7495EB46DFC0}"/>
                </a:ext>
              </a:extLst>
            </p:cNvPr>
            <p:cNvSpPr>
              <a:spLocks noChangeArrowheads="1"/>
            </p:cNvSpPr>
            <p:nvPr/>
          </p:nvSpPr>
          <p:spPr bwMode="auto">
            <a:xfrm>
              <a:off x="611" y="2300"/>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39" name="Oval 141">
              <a:extLst>
                <a:ext uri="{FF2B5EF4-FFF2-40B4-BE49-F238E27FC236}">
                  <a16:creationId xmlns:a16="http://schemas.microsoft.com/office/drawing/2014/main" id="{0C9C363C-6DED-3387-F2E9-B95C5E76176F}"/>
                </a:ext>
              </a:extLst>
            </p:cNvPr>
            <p:cNvSpPr>
              <a:spLocks noChangeArrowheads="1"/>
            </p:cNvSpPr>
            <p:nvPr/>
          </p:nvSpPr>
          <p:spPr bwMode="auto">
            <a:xfrm>
              <a:off x="891" y="2241"/>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40" name="Oval 142">
              <a:extLst>
                <a:ext uri="{FF2B5EF4-FFF2-40B4-BE49-F238E27FC236}">
                  <a16:creationId xmlns:a16="http://schemas.microsoft.com/office/drawing/2014/main" id="{9C5FA458-93EC-8A60-F3CE-1A516351673B}"/>
                </a:ext>
              </a:extLst>
            </p:cNvPr>
            <p:cNvSpPr>
              <a:spLocks noChangeArrowheads="1"/>
            </p:cNvSpPr>
            <p:nvPr/>
          </p:nvSpPr>
          <p:spPr bwMode="auto">
            <a:xfrm>
              <a:off x="707" y="2780"/>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41" name="Oval 143">
              <a:extLst>
                <a:ext uri="{FF2B5EF4-FFF2-40B4-BE49-F238E27FC236}">
                  <a16:creationId xmlns:a16="http://schemas.microsoft.com/office/drawing/2014/main" id="{D0732564-F6D0-6EA1-990B-0FF1E3637B2A}"/>
                </a:ext>
              </a:extLst>
            </p:cNvPr>
            <p:cNvSpPr>
              <a:spLocks noChangeArrowheads="1"/>
            </p:cNvSpPr>
            <p:nvPr/>
          </p:nvSpPr>
          <p:spPr bwMode="auto">
            <a:xfrm>
              <a:off x="899" y="2732"/>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42" name="Oval 144">
              <a:extLst>
                <a:ext uri="{FF2B5EF4-FFF2-40B4-BE49-F238E27FC236}">
                  <a16:creationId xmlns:a16="http://schemas.microsoft.com/office/drawing/2014/main" id="{34BCA585-8861-533C-76D4-605FDF589000}"/>
                </a:ext>
              </a:extLst>
            </p:cNvPr>
            <p:cNvSpPr>
              <a:spLocks noChangeArrowheads="1"/>
            </p:cNvSpPr>
            <p:nvPr/>
          </p:nvSpPr>
          <p:spPr bwMode="auto">
            <a:xfrm>
              <a:off x="515" y="3068"/>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43" name="Oval 145">
              <a:extLst>
                <a:ext uri="{FF2B5EF4-FFF2-40B4-BE49-F238E27FC236}">
                  <a16:creationId xmlns:a16="http://schemas.microsoft.com/office/drawing/2014/main" id="{C9C713EC-1E10-F65B-2847-2FF6570BBAF2}"/>
                </a:ext>
              </a:extLst>
            </p:cNvPr>
            <p:cNvSpPr>
              <a:spLocks noChangeArrowheads="1"/>
            </p:cNvSpPr>
            <p:nvPr/>
          </p:nvSpPr>
          <p:spPr bwMode="auto">
            <a:xfrm>
              <a:off x="851" y="3020"/>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44" name="Oval 146">
              <a:extLst>
                <a:ext uri="{FF2B5EF4-FFF2-40B4-BE49-F238E27FC236}">
                  <a16:creationId xmlns:a16="http://schemas.microsoft.com/office/drawing/2014/main" id="{D44AACCB-0C9C-E440-B568-15223D3CBD7E}"/>
                </a:ext>
              </a:extLst>
            </p:cNvPr>
            <p:cNvSpPr>
              <a:spLocks noChangeArrowheads="1"/>
            </p:cNvSpPr>
            <p:nvPr/>
          </p:nvSpPr>
          <p:spPr bwMode="auto">
            <a:xfrm>
              <a:off x="515" y="1964"/>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45" name="Oval 147">
              <a:extLst>
                <a:ext uri="{FF2B5EF4-FFF2-40B4-BE49-F238E27FC236}">
                  <a16:creationId xmlns:a16="http://schemas.microsoft.com/office/drawing/2014/main" id="{83A37F36-3F01-9A4E-3C03-98BE8EEDC6E4}"/>
                </a:ext>
              </a:extLst>
            </p:cNvPr>
            <p:cNvSpPr>
              <a:spLocks noChangeArrowheads="1"/>
            </p:cNvSpPr>
            <p:nvPr/>
          </p:nvSpPr>
          <p:spPr bwMode="auto">
            <a:xfrm>
              <a:off x="755" y="2636"/>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46" name="Oval 148">
              <a:extLst>
                <a:ext uri="{FF2B5EF4-FFF2-40B4-BE49-F238E27FC236}">
                  <a16:creationId xmlns:a16="http://schemas.microsoft.com/office/drawing/2014/main" id="{E8E66721-7E62-7D88-AC36-8CDE8845F750}"/>
                </a:ext>
              </a:extLst>
            </p:cNvPr>
            <p:cNvSpPr>
              <a:spLocks noChangeArrowheads="1"/>
            </p:cNvSpPr>
            <p:nvPr/>
          </p:nvSpPr>
          <p:spPr bwMode="auto">
            <a:xfrm>
              <a:off x="1043" y="2972"/>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47" name="Rectangle 149" descr="Wide downward diagonal">
              <a:extLst>
                <a:ext uri="{FF2B5EF4-FFF2-40B4-BE49-F238E27FC236}">
                  <a16:creationId xmlns:a16="http://schemas.microsoft.com/office/drawing/2014/main" id="{7BF019FA-9258-ACC1-95C1-DB3697576EE8}"/>
                </a:ext>
              </a:extLst>
            </p:cNvPr>
            <p:cNvSpPr>
              <a:spLocks noChangeArrowheads="1"/>
            </p:cNvSpPr>
            <p:nvPr/>
          </p:nvSpPr>
          <p:spPr bwMode="auto">
            <a:xfrm>
              <a:off x="2243" y="1916"/>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48" name="Rectangle 150" descr="Wide downward diagonal">
              <a:extLst>
                <a:ext uri="{FF2B5EF4-FFF2-40B4-BE49-F238E27FC236}">
                  <a16:creationId xmlns:a16="http://schemas.microsoft.com/office/drawing/2014/main" id="{32068841-28D2-424A-E407-52459997F810}"/>
                </a:ext>
              </a:extLst>
            </p:cNvPr>
            <p:cNvSpPr>
              <a:spLocks noChangeArrowheads="1"/>
            </p:cNvSpPr>
            <p:nvPr/>
          </p:nvSpPr>
          <p:spPr bwMode="auto">
            <a:xfrm>
              <a:off x="2147" y="2108"/>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49" name="Rectangle 151" descr="Wide downward diagonal">
              <a:extLst>
                <a:ext uri="{FF2B5EF4-FFF2-40B4-BE49-F238E27FC236}">
                  <a16:creationId xmlns:a16="http://schemas.microsoft.com/office/drawing/2014/main" id="{216C3B06-E862-6C2B-95F9-F31398690660}"/>
                </a:ext>
              </a:extLst>
            </p:cNvPr>
            <p:cNvSpPr>
              <a:spLocks noChangeArrowheads="1"/>
            </p:cNvSpPr>
            <p:nvPr/>
          </p:nvSpPr>
          <p:spPr bwMode="auto">
            <a:xfrm>
              <a:off x="2003" y="1868"/>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50" name="Rectangle 152" descr="Wide downward diagonal">
              <a:extLst>
                <a:ext uri="{FF2B5EF4-FFF2-40B4-BE49-F238E27FC236}">
                  <a16:creationId xmlns:a16="http://schemas.microsoft.com/office/drawing/2014/main" id="{99DEE275-0BA3-FA97-6DB9-EE66FFAD8D29}"/>
                </a:ext>
              </a:extLst>
            </p:cNvPr>
            <p:cNvSpPr>
              <a:spLocks noChangeArrowheads="1"/>
            </p:cNvSpPr>
            <p:nvPr/>
          </p:nvSpPr>
          <p:spPr bwMode="auto">
            <a:xfrm>
              <a:off x="2003" y="2156"/>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51" name="Rectangle 153" descr="Wide downward diagonal">
              <a:extLst>
                <a:ext uri="{FF2B5EF4-FFF2-40B4-BE49-F238E27FC236}">
                  <a16:creationId xmlns:a16="http://schemas.microsoft.com/office/drawing/2014/main" id="{24A2C239-DDFF-91D8-F411-A84065CD8333}"/>
                </a:ext>
              </a:extLst>
            </p:cNvPr>
            <p:cNvSpPr>
              <a:spLocks noChangeArrowheads="1"/>
            </p:cNvSpPr>
            <p:nvPr/>
          </p:nvSpPr>
          <p:spPr bwMode="auto">
            <a:xfrm>
              <a:off x="2339" y="1772"/>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52" name="Rectangle 154" descr="Wide downward diagonal">
              <a:extLst>
                <a:ext uri="{FF2B5EF4-FFF2-40B4-BE49-F238E27FC236}">
                  <a16:creationId xmlns:a16="http://schemas.microsoft.com/office/drawing/2014/main" id="{9A3EDA83-FD91-DB41-69EF-73DC59864E42}"/>
                </a:ext>
              </a:extLst>
            </p:cNvPr>
            <p:cNvSpPr>
              <a:spLocks noChangeArrowheads="1"/>
            </p:cNvSpPr>
            <p:nvPr/>
          </p:nvSpPr>
          <p:spPr bwMode="auto">
            <a:xfrm>
              <a:off x="2435" y="1916"/>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53" name="Rectangle 155" descr="Wide downward diagonal">
              <a:extLst>
                <a:ext uri="{FF2B5EF4-FFF2-40B4-BE49-F238E27FC236}">
                  <a16:creationId xmlns:a16="http://schemas.microsoft.com/office/drawing/2014/main" id="{BA528361-09EC-3676-E82F-025734E1A71E}"/>
                </a:ext>
              </a:extLst>
            </p:cNvPr>
            <p:cNvSpPr>
              <a:spLocks noChangeArrowheads="1"/>
            </p:cNvSpPr>
            <p:nvPr/>
          </p:nvSpPr>
          <p:spPr bwMode="auto">
            <a:xfrm>
              <a:off x="2003" y="1340"/>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54" name="Rectangle 156" descr="Wide downward diagonal">
              <a:extLst>
                <a:ext uri="{FF2B5EF4-FFF2-40B4-BE49-F238E27FC236}">
                  <a16:creationId xmlns:a16="http://schemas.microsoft.com/office/drawing/2014/main" id="{B7A47B25-453D-06F8-1EDF-89D30067AA0D}"/>
                </a:ext>
              </a:extLst>
            </p:cNvPr>
            <p:cNvSpPr>
              <a:spLocks noChangeArrowheads="1"/>
            </p:cNvSpPr>
            <p:nvPr/>
          </p:nvSpPr>
          <p:spPr bwMode="auto">
            <a:xfrm>
              <a:off x="2627" y="1292"/>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55" name="Rectangle 157" descr="Wide downward diagonal">
              <a:extLst>
                <a:ext uri="{FF2B5EF4-FFF2-40B4-BE49-F238E27FC236}">
                  <a16:creationId xmlns:a16="http://schemas.microsoft.com/office/drawing/2014/main" id="{6A5AF767-9736-09DB-485F-44714B709AFF}"/>
                </a:ext>
              </a:extLst>
            </p:cNvPr>
            <p:cNvSpPr>
              <a:spLocks noChangeArrowheads="1"/>
            </p:cNvSpPr>
            <p:nvPr/>
          </p:nvSpPr>
          <p:spPr bwMode="auto">
            <a:xfrm>
              <a:off x="2024" y="1602"/>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56" name="Rectangle 158" descr="Wide downward diagonal">
              <a:extLst>
                <a:ext uri="{FF2B5EF4-FFF2-40B4-BE49-F238E27FC236}">
                  <a16:creationId xmlns:a16="http://schemas.microsoft.com/office/drawing/2014/main" id="{F34EE51C-F0A0-74C3-BB8A-7AE10C5B6077}"/>
                </a:ext>
              </a:extLst>
            </p:cNvPr>
            <p:cNvSpPr>
              <a:spLocks noChangeArrowheads="1"/>
            </p:cNvSpPr>
            <p:nvPr/>
          </p:nvSpPr>
          <p:spPr bwMode="auto">
            <a:xfrm>
              <a:off x="2435" y="2252"/>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57" name="Rectangle 159" descr="Wide downward diagonal">
              <a:extLst>
                <a:ext uri="{FF2B5EF4-FFF2-40B4-BE49-F238E27FC236}">
                  <a16:creationId xmlns:a16="http://schemas.microsoft.com/office/drawing/2014/main" id="{5AF656F7-CF2A-8E4A-C41B-2D8526022F9F}"/>
                </a:ext>
              </a:extLst>
            </p:cNvPr>
            <p:cNvSpPr>
              <a:spLocks noChangeArrowheads="1"/>
            </p:cNvSpPr>
            <p:nvPr/>
          </p:nvSpPr>
          <p:spPr bwMode="auto">
            <a:xfrm>
              <a:off x="2387" y="1628"/>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58" name="Rectangle 160" descr="Wide downward diagonal">
              <a:extLst>
                <a:ext uri="{FF2B5EF4-FFF2-40B4-BE49-F238E27FC236}">
                  <a16:creationId xmlns:a16="http://schemas.microsoft.com/office/drawing/2014/main" id="{1E4B9788-7BFD-C93B-3DB4-80A4BDA79F95}"/>
                </a:ext>
              </a:extLst>
            </p:cNvPr>
            <p:cNvSpPr>
              <a:spLocks noChangeArrowheads="1"/>
            </p:cNvSpPr>
            <p:nvPr/>
          </p:nvSpPr>
          <p:spPr bwMode="auto">
            <a:xfrm>
              <a:off x="2099" y="1724"/>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59" name="Rectangle 161" descr="Wide downward diagonal">
              <a:extLst>
                <a:ext uri="{FF2B5EF4-FFF2-40B4-BE49-F238E27FC236}">
                  <a16:creationId xmlns:a16="http://schemas.microsoft.com/office/drawing/2014/main" id="{1708F967-5A98-EE1A-23EA-2B1FCD3C41BC}"/>
                </a:ext>
              </a:extLst>
            </p:cNvPr>
            <p:cNvSpPr>
              <a:spLocks noChangeArrowheads="1"/>
            </p:cNvSpPr>
            <p:nvPr/>
          </p:nvSpPr>
          <p:spPr bwMode="auto">
            <a:xfrm>
              <a:off x="1811" y="1820"/>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60" name="Rectangle 162" descr="Wide downward diagonal">
              <a:extLst>
                <a:ext uri="{FF2B5EF4-FFF2-40B4-BE49-F238E27FC236}">
                  <a16:creationId xmlns:a16="http://schemas.microsoft.com/office/drawing/2014/main" id="{6C70136D-9C13-3004-658E-7FEDD079430A}"/>
                </a:ext>
              </a:extLst>
            </p:cNvPr>
            <p:cNvSpPr>
              <a:spLocks noChangeArrowheads="1"/>
            </p:cNvSpPr>
            <p:nvPr/>
          </p:nvSpPr>
          <p:spPr bwMode="auto">
            <a:xfrm>
              <a:off x="2627" y="1772"/>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61" name="Rectangle 163" descr="Wide downward diagonal">
              <a:extLst>
                <a:ext uri="{FF2B5EF4-FFF2-40B4-BE49-F238E27FC236}">
                  <a16:creationId xmlns:a16="http://schemas.microsoft.com/office/drawing/2014/main" id="{A745D22B-BAF7-4A86-08A3-8D0A447AD9F4}"/>
                </a:ext>
              </a:extLst>
            </p:cNvPr>
            <p:cNvSpPr>
              <a:spLocks noChangeArrowheads="1"/>
            </p:cNvSpPr>
            <p:nvPr/>
          </p:nvSpPr>
          <p:spPr bwMode="auto">
            <a:xfrm>
              <a:off x="2195" y="2300"/>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62" name="Rectangle 164" descr="Wide downward diagonal">
              <a:extLst>
                <a:ext uri="{FF2B5EF4-FFF2-40B4-BE49-F238E27FC236}">
                  <a16:creationId xmlns:a16="http://schemas.microsoft.com/office/drawing/2014/main" id="{8A1D3566-153E-299E-478E-410B9D7E2113}"/>
                </a:ext>
              </a:extLst>
            </p:cNvPr>
            <p:cNvSpPr>
              <a:spLocks noChangeArrowheads="1"/>
            </p:cNvSpPr>
            <p:nvPr/>
          </p:nvSpPr>
          <p:spPr bwMode="auto">
            <a:xfrm>
              <a:off x="2579" y="2348"/>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63" name="Oval 165">
              <a:extLst>
                <a:ext uri="{FF2B5EF4-FFF2-40B4-BE49-F238E27FC236}">
                  <a16:creationId xmlns:a16="http://schemas.microsoft.com/office/drawing/2014/main" id="{8DE73414-FB9A-B07E-13ED-9FDDDB0AEA92}"/>
                </a:ext>
              </a:extLst>
            </p:cNvPr>
            <p:cNvSpPr>
              <a:spLocks noChangeArrowheads="1"/>
            </p:cNvSpPr>
            <p:nvPr/>
          </p:nvSpPr>
          <p:spPr bwMode="auto">
            <a:xfrm>
              <a:off x="1186" y="2882"/>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64" name="Oval 166">
              <a:extLst>
                <a:ext uri="{FF2B5EF4-FFF2-40B4-BE49-F238E27FC236}">
                  <a16:creationId xmlns:a16="http://schemas.microsoft.com/office/drawing/2014/main" id="{1B0FFD5A-A2FB-9225-57A5-68D931E2B4A6}"/>
                </a:ext>
              </a:extLst>
            </p:cNvPr>
            <p:cNvSpPr>
              <a:spLocks noChangeArrowheads="1"/>
            </p:cNvSpPr>
            <p:nvPr/>
          </p:nvSpPr>
          <p:spPr bwMode="auto">
            <a:xfrm>
              <a:off x="986" y="2487"/>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65" name="Oval 167">
              <a:extLst>
                <a:ext uri="{FF2B5EF4-FFF2-40B4-BE49-F238E27FC236}">
                  <a16:creationId xmlns:a16="http://schemas.microsoft.com/office/drawing/2014/main" id="{283E1919-D677-F608-F820-A5AC0CB64D57}"/>
                </a:ext>
              </a:extLst>
            </p:cNvPr>
            <p:cNvSpPr>
              <a:spLocks noChangeArrowheads="1"/>
            </p:cNvSpPr>
            <p:nvPr/>
          </p:nvSpPr>
          <p:spPr bwMode="auto">
            <a:xfrm>
              <a:off x="1061" y="2694"/>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66" name="Oval 168">
              <a:extLst>
                <a:ext uri="{FF2B5EF4-FFF2-40B4-BE49-F238E27FC236}">
                  <a16:creationId xmlns:a16="http://schemas.microsoft.com/office/drawing/2014/main" id="{EC6F8072-E9B9-7265-C298-640E9E8DC6C0}"/>
                </a:ext>
              </a:extLst>
            </p:cNvPr>
            <p:cNvSpPr>
              <a:spLocks noChangeArrowheads="1"/>
            </p:cNvSpPr>
            <p:nvPr/>
          </p:nvSpPr>
          <p:spPr bwMode="auto">
            <a:xfrm>
              <a:off x="1273" y="2695"/>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67" name="Oval 169">
              <a:extLst>
                <a:ext uri="{FF2B5EF4-FFF2-40B4-BE49-F238E27FC236}">
                  <a16:creationId xmlns:a16="http://schemas.microsoft.com/office/drawing/2014/main" id="{D1E7272B-21BE-43DF-3E81-2E797A85BF11}"/>
                </a:ext>
              </a:extLst>
            </p:cNvPr>
            <p:cNvSpPr>
              <a:spLocks noChangeArrowheads="1"/>
            </p:cNvSpPr>
            <p:nvPr/>
          </p:nvSpPr>
          <p:spPr bwMode="auto">
            <a:xfrm>
              <a:off x="1195" y="3045"/>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68" name="Oval 170">
              <a:extLst>
                <a:ext uri="{FF2B5EF4-FFF2-40B4-BE49-F238E27FC236}">
                  <a16:creationId xmlns:a16="http://schemas.microsoft.com/office/drawing/2014/main" id="{C7F309A7-B0F5-778A-5E48-86885A140ED8}"/>
                </a:ext>
              </a:extLst>
            </p:cNvPr>
            <p:cNvSpPr>
              <a:spLocks noChangeArrowheads="1"/>
            </p:cNvSpPr>
            <p:nvPr/>
          </p:nvSpPr>
          <p:spPr bwMode="auto">
            <a:xfrm>
              <a:off x="514" y="2782"/>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69" name="Oval 171">
              <a:extLst>
                <a:ext uri="{FF2B5EF4-FFF2-40B4-BE49-F238E27FC236}">
                  <a16:creationId xmlns:a16="http://schemas.microsoft.com/office/drawing/2014/main" id="{A875E406-740F-0854-E090-DF1B0E2C7A2D}"/>
                </a:ext>
              </a:extLst>
            </p:cNvPr>
            <p:cNvSpPr>
              <a:spLocks noChangeArrowheads="1"/>
            </p:cNvSpPr>
            <p:nvPr/>
          </p:nvSpPr>
          <p:spPr bwMode="auto">
            <a:xfrm>
              <a:off x="658" y="3289"/>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70" name="Oval 172">
              <a:extLst>
                <a:ext uri="{FF2B5EF4-FFF2-40B4-BE49-F238E27FC236}">
                  <a16:creationId xmlns:a16="http://schemas.microsoft.com/office/drawing/2014/main" id="{A6F20E61-D283-D0DF-FF76-EE1273898F83}"/>
                </a:ext>
              </a:extLst>
            </p:cNvPr>
            <p:cNvSpPr>
              <a:spLocks noChangeArrowheads="1"/>
            </p:cNvSpPr>
            <p:nvPr/>
          </p:nvSpPr>
          <p:spPr bwMode="auto">
            <a:xfrm>
              <a:off x="944" y="2630"/>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71" name="Oval 173">
              <a:extLst>
                <a:ext uri="{FF2B5EF4-FFF2-40B4-BE49-F238E27FC236}">
                  <a16:creationId xmlns:a16="http://schemas.microsoft.com/office/drawing/2014/main" id="{FD28C549-D592-48D2-88DD-A8E9D4730EB4}"/>
                </a:ext>
              </a:extLst>
            </p:cNvPr>
            <p:cNvSpPr>
              <a:spLocks noChangeArrowheads="1"/>
            </p:cNvSpPr>
            <p:nvPr/>
          </p:nvSpPr>
          <p:spPr bwMode="auto">
            <a:xfrm>
              <a:off x="908" y="3170"/>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72" name="Oval 174">
              <a:extLst>
                <a:ext uri="{FF2B5EF4-FFF2-40B4-BE49-F238E27FC236}">
                  <a16:creationId xmlns:a16="http://schemas.microsoft.com/office/drawing/2014/main" id="{79F641EB-FFF9-5139-6816-FB4B1BBFF7AC}"/>
                </a:ext>
              </a:extLst>
            </p:cNvPr>
            <p:cNvSpPr>
              <a:spLocks noChangeArrowheads="1"/>
            </p:cNvSpPr>
            <p:nvPr/>
          </p:nvSpPr>
          <p:spPr bwMode="auto">
            <a:xfrm>
              <a:off x="491" y="3561"/>
              <a:ext cx="96" cy="96"/>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73" name="Rectangle 175" descr="Wide downward diagonal">
              <a:extLst>
                <a:ext uri="{FF2B5EF4-FFF2-40B4-BE49-F238E27FC236}">
                  <a16:creationId xmlns:a16="http://schemas.microsoft.com/office/drawing/2014/main" id="{559C8C18-E948-4C01-D8E5-5493CAC7AD37}"/>
                </a:ext>
              </a:extLst>
            </p:cNvPr>
            <p:cNvSpPr>
              <a:spLocks noChangeArrowheads="1"/>
            </p:cNvSpPr>
            <p:nvPr/>
          </p:nvSpPr>
          <p:spPr bwMode="auto">
            <a:xfrm>
              <a:off x="2572" y="2182"/>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74" name="Rectangle 176" descr="Wide downward diagonal">
              <a:extLst>
                <a:ext uri="{FF2B5EF4-FFF2-40B4-BE49-F238E27FC236}">
                  <a16:creationId xmlns:a16="http://schemas.microsoft.com/office/drawing/2014/main" id="{5978F457-52F2-4E34-5B06-C46DDFBDAD4B}"/>
                </a:ext>
              </a:extLst>
            </p:cNvPr>
            <p:cNvSpPr>
              <a:spLocks noChangeArrowheads="1"/>
            </p:cNvSpPr>
            <p:nvPr/>
          </p:nvSpPr>
          <p:spPr bwMode="auto">
            <a:xfrm>
              <a:off x="2198" y="1569"/>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75" name="Rectangle 177" descr="Wide downward diagonal">
              <a:extLst>
                <a:ext uri="{FF2B5EF4-FFF2-40B4-BE49-F238E27FC236}">
                  <a16:creationId xmlns:a16="http://schemas.microsoft.com/office/drawing/2014/main" id="{7D6DEDD3-24CB-5A44-FDA0-6029F789CDB4}"/>
                </a:ext>
              </a:extLst>
            </p:cNvPr>
            <p:cNvSpPr>
              <a:spLocks noChangeArrowheads="1"/>
            </p:cNvSpPr>
            <p:nvPr/>
          </p:nvSpPr>
          <p:spPr bwMode="auto">
            <a:xfrm>
              <a:off x="1755" y="1972"/>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76" name="Rectangle 178" descr="Wide downward diagonal">
              <a:extLst>
                <a:ext uri="{FF2B5EF4-FFF2-40B4-BE49-F238E27FC236}">
                  <a16:creationId xmlns:a16="http://schemas.microsoft.com/office/drawing/2014/main" id="{FFCA5BE9-B1DA-7DDA-52F7-319F2E098EAF}"/>
                </a:ext>
              </a:extLst>
            </p:cNvPr>
            <p:cNvSpPr>
              <a:spLocks noChangeArrowheads="1"/>
            </p:cNvSpPr>
            <p:nvPr/>
          </p:nvSpPr>
          <p:spPr bwMode="auto">
            <a:xfrm>
              <a:off x="2389" y="2454"/>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0577" name="Rectangle 179" descr="Wide downward diagonal">
              <a:extLst>
                <a:ext uri="{FF2B5EF4-FFF2-40B4-BE49-F238E27FC236}">
                  <a16:creationId xmlns:a16="http://schemas.microsoft.com/office/drawing/2014/main" id="{5AB8CA72-186D-B127-0B12-8757812E3A73}"/>
                </a:ext>
              </a:extLst>
            </p:cNvPr>
            <p:cNvSpPr>
              <a:spLocks noChangeArrowheads="1"/>
            </p:cNvSpPr>
            <p:nvPr/>
          </p:nvSpPr>
          <p:spPr bwMode="auto">
            <a:xfrm>
              <a:off x="2591" y="1947"/>
              <a:ext cx="96" cy="96"/>
            </a:xfrm>
            <a:prstGeom prst="rect">
              <a:avLst/>
            </a:prstGeom>
            <a:blipFill dpi="0" rotWithShape="0">
              <a:blip r:embed="rId2"/>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sp>
        <p:nvSpPr>
          <p:cNvPr id="231604" name="Rectangle 180">
            <a:extLst>
              <a:ext uri="{FF2B5EF4-FFF2-40B4-BE49-F238E27FC236}">
                <a16:creationId xmlns:a16="http://schemas.microsoft.com/office/drawing/2014/main" id="{52E116EE-C63E-9C03-BE86-02A6808F37E1}"/>
              </a:ext>
            </a:extLst>
          </p:cNvPr>
          <p:cNvSpPr>
            <a:spLocks noChangeArrowheads="1"/>
          </p:cNvSpPr>
          <p:nvPr/>
        </p:nvSpPr>
        <p:spPr bwMode="auto">
          <a:xfrm>
            <a:off x="277813" y="104775"/>
            <a:ext cx="8866187" cy="1920875"/>
          </a:xfrm>
          <a:prstGeom prst="rect">
            <a:avLst/>
          </a:prstGeom>
          <a:noFill/>
          <a:ln>
            <a:noFill/>
          </a:ln>
          <a:effectLst/>
        </p:spPr>
        <p:txBody>
          <a:bodyPr>
            <a:spAutoFit/>
          </a:bodyPr>
          <a:lstStyle/>
          <a:p>
            <a:pPr eaLnBrk="1" hangingPunct="1">
              <a:defRPr/>
            </a:pPr>
            <a:r>
              <a:rPr lang="en-US" altLang="en-US" sz="3600" dirty="0">
                <a:effectLst>
                  <a:outerShdw blurRad="38100" dist="38100" dir="2700000" algn="tl">
                    <a:srgbClr val="C0C0C0"/>
                  </a:outerShdw>
                </a:effectLst>
              </a:rPr>
              <a:t>How can we tell the </a:t>
            </a:r>
            <a:r>
              <a:rPr lang="en-US" altLang="en-US" sz="3600" i="1" dirty="0">
                <a:effectLst>
                  <a:outerShdw blurRad="38100" dist="38100" dir="2700000" algn="tl">
                    <a:srgbClr val="C0C0C0"/>
                  </a:outerShdw>
                </a:effectLst>
              </a:rPr>
              <a:t>right</a:t>
            </a:r>
            <a:r>
              <a:rPr lang="en-US" altLang="en-US" sz="3600" dirty="0">
                <a:effectLst>
                  <a:outerShdw blurRad="38100" dist="38100" dir="2700000" algn="tl">
                    <a:srgbClr val="C0C0C0"/>
                  </a:outerShdw>
                </a:effectLst>
              </a:rPr>
              <a:t> number of clusters?</a:t>
            </a:r>
          </a:p>
          <a:p>
            <a:pPr eaLnBrk="1" hangingPunct="1">
              <a:defRPr/>
            </a:pPr>
            <a:endParaRPr lang="en-US" altLang="en-US" sz="3600" dirty="0">
              <a:effectLst>
                <a:outerShdw blurRad="38100" dist="38100" dir="2700000" algn="tl">
                  <a:srgbClr val="C0C0C0"/>
                </a:outerShdw>
              </a:effectLst>
            </a:endParaRPr>
          </a:p>
          <a:p>
            <a:pPr eaLnBrk="1" hangingPunct="1">
              <a:defRPr/>
            </a:pPr>
            <a:r>
              <a:rPr lang="en-US" altLang="en-US" dirty="0"/>
              <a:t>In general, this is an unsolved problem. However, there are many approximate methods. In the next few slides, we will see an example.</a:t>
            </a:r>
          </a:p>
        </p:txBody>
      </p:sp>
      <p:sp>
        <p:nvSpPr>
          <p:cNvPr id="60420" name="Text Box 181">
            <a:extLst>
              <a:ext uri="{FF2B5EF4-FFF2-40B4-BE49-F238E27FC236}">
                <a16:creationId xmlns:a16="http://schemas.microsoft.com/office/drawing/2014/main" id="{B6C222B3-4E2B-3EE2-F442-FD7E91BFA3A6}"/>
              </a:ext>
            </a:extLst>
          </p:cNvPr>
          <p:cNvSpPr txBox="1">
            <a:spLocks noChangeArrowheads="1"/>
          </p:cNvSpPr>
          <p:nvPr/>
        </p:nvSpPr>
        <p:spPr bwMode="auto">
          <a:xfrm>
            <a:off x="4795838" y="2454275"/>
            <a:ext cx="4198937"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For our example, we will use the familiar </a:t>
            </a:r>
            <a:r>
              <a:rPr lang="en-US" altLang="en-US">
                <a:solidFill>
                  <a:srgbClr val="FF0000"/>
                </a:solidFill>
              </a:rPr>
              <a:t>katydid</a:t>
            </a:r>
            <a:r>
              <a:rPr lang="en-US" altLang="en-US"/>
              <a:t>/</a:t>
            </a:r>
            <a:r>
              <a:rPr lang="en-US" altLang="en-US">
                <a:solidFill>
                  <a:srgbClr val="0000FF"/>
                </a:solidFill>
              </a:rPr>
              <a:t>grasshopper</a:t>
            </a:r>
            <a:r>
              <a:rPr lang="en-US" altLang="en-US"/>
              <a:t> dataset.</a:t>
            </a:r>
          </a:p>
          <a:p>
            <a:pPr algn="l" eaLnBrk="1" hangingPunct="1"/>
            <a:endParaRPr lang="en-US" altLang="en-US"/>
          </a:p>
          <a:p>
            <a:pPr algn="l" eaLnBrk="1" hangingPunct="1"/>
            <a:r>
              <a:rPr lang="en-US" altLang="en-US"/>
              <a:t>However, in this case we are imagining that we do NOT know the class labels. We are only clustering on the X and Y axis values.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7D99ED36-54E3-DA7C-80B1-9A1B59C0FD36}"/>
              </a:ext>
            </a:extLst>
          </p:cNvPr>
          <p:cNvSpPr>
            <a:spLocks noChangeArrowheads="1"/>
          </p:cNvSpPr>
          <p:nvPr/>
        </p:nvSpPr>
        <p:spPr bwMode="auto">
          <a:xfrm>
            <a:off x="5022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43" name="Rectangle 3">
            <a:extLst>
              <a:ext uri="{FF2B5EF4-FFF2-40B4-BE49-F238E27FC236}">
                <a16:creationId xmlns:a16="http://schemas.microsoft.com/office/drawing/2014/main" id="{9A9C1067-40BA-345C-4FB5-FB5B0545DF3E}"/>
              </a:ext>
            </a:extLst>
          </p:cNvPr>
          <p:cNvSpPr>
            <a:spLocks noChangeArrowheads="1"/>
          </p:cNvSpPr>
          <p:nvPr/>
        </p:nvSpPr>
        <p:spPr bwMode="auto">
          <a:xfrm>
            <a:off x="5403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44" name="Rectangle 4">
            <a:extLst>
              <a:ext uri="{FF2B5EF4-FFF2-40B4-BE49-F238E27FC236}">
                <a16:creationId xmlns:a16="http://schemas.microsoft.com/office/drawing/2014/main" id="{CAD69C3D-675F-46DE-B902-A45544FADECF}"/>
              </a:ext>
            </a:extLst>
          </p:cNvPr>
          <p:cNvSpPr>
            <a:spLocks noChangeArrowheads="1"/>
          </p:cNvSpPr>
          <p:nvPr/>
        </p:nvSpPr>
        <p:spPr bwMode="auto">
          <a:xfrm>
            <a:off x="5784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45" name="Rectangle 5">
            <a:extLst>
              <a:ext uri="{FF2B5EF4-FFF2-40B4-BE49-F238E27FC236}">
                <a16:creationId xmlns:a16="http://schemas.microsoft.com/office/drawing/2014/main" id="{5B4D6183-8FDE-1CD1-1BA8-D988DD66ED6D}"/>
              </a:ext>
            </a:extLst>
          </p:cNvPr>
          <p:cNvSpPr>
            <a:spLocks noChangeArrowheads="1"/>
          </p:cNvSpPr>
          <p:nvPr/>
        </p:nvSpPr>
        <p:spPr bwMode="auto">
          <a:xfrm>
            <a:off x="6165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46" name="Rectangle 6">
            <a:extLst>
              <a:ext uri="{FF2B5EF4-FFF2-40B4-BE49-F238E27FC236}">
                <a16:creationId xmlns:a16="http://schemas.microsoft.com/office/drawing/2014/main" id="{899E7ADD-1E9E-EF3C-5D37-D74998606F64}"/>
              </a:ext>
            </a:extLst>
          </p:cNvPr>
          <p:cNvSpPr>
            <a:spLocks noChangeArrowheads="1"/>
          </p:cNvSpPr>
          <p:nvPr/>
        </p:nvSpPr>
        <p:spPr bwMode="auto">
          <a:xfrm>
            <a:off x="6546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47" name="Rectangle 7">
            <a:extLst>
              <a:ext uri="{FF2B5EF4-FFF2-40B4-BE49-F238E27FC236}">
                <a16:creationId xmlns:a16="http://schemas.microsoft.com/office/drawing/2014/main" id="{611628B3-E0B9-A959-6472-375FCE0F804F}"/>
              </a:ext>
            </a:extLst>
          </p:cNvPr>
          <p:cNvSpPr>
            <a:spLocks noChangeArrowheads="1"/>
          </p:cNvSpPr>
          <p:nvPr/>
        </p:nvSpPr>
        <p:spPr bwMode="auto">
          <a:xfrm>
            <a:off x="6927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48" name="Rectangle 8">
            <a:extLst>
              <a:ext uri="{FF2B5EF4-FFF2-40B4-BE49-F238E27FC236}">
                <a16:creationId xmlns:a16="http://schemas.microsoft.com/office/drawing/2014/main" id="{EC2F1362-87AF-D09D-37E8-866AA2CE15D9}"/>
              </a:ext>
            </a:extLst>
          </p:cNvPr>
          <p:cNvSpPr>
            <a:spLocks noChangeArrowheads="1"/>
          </p:cNvSpPr>
          <p:nvPr/>
        </p:nvSpPr>
        <p:spPr bwMode="auto">
          <a:xfrm>
            <a:off x="7308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49" name="Rectangle 9">
            <a:extLst>
              <a:ext uri="{FF2B5EF4-FFF2-40B4-BE49-F238E27FC236}">
                <a16:creationId xmlns:a16="http://schemas.microsoft.com/office/drawing/2014/main" id="{82B2CCD0-6BD3-A309-C58E-AAA09CB6D0BD}"/>
              </a:ext>
            </a:extLst>
          </p:cNvPr>
          <p:cNvSpPr>
            <a:spLocks noChangeArrowheads="1"/>
          </p:cNvSpPr>
          <p:nvPr/>
        </p:nvSpPr>
        <p:spPr bwMode="auto">
          <a:xfrm>
            <a:off x="7689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50" name="Rectangle 10">
            <a:extLst>
              <a:ext uri="{FF2B5EF4-FFF2-40B4-BE49-F238E27FC236}">
                <a16:creationId xmlns:a16="http://schemas.microsoft.com/office/drawing/2014/main" id="{51441C67-7E14-F7FA-BD0B-B21C7C1B8B55}"/>
              </a:ext>
            </a:extLst>
          </p:cNvPr>
          <p:cNvSpPr>
            <a:spLocks noChangeArrowheads="1"/>
          </p:cNvSpPr>
          <p:nvPr/>
        </p:nvSpPr>
        <p:spPr bwMode="auto">
          <a:xfrm>
            <a:off x="8070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51" name="Rectangle 11">
            <a:extLst>
              <a:ext uri="{FF2B5EF4-FFF2-40B4-BE49-F238E27FC236}">
                <a16:creationId xmlns:a16="http://schemas.microsoft.com/office/drawing/2014/main" id="{D0E8F077-D35C-9794-D5C6-1BB43465880C}"/>
              </a:ext>
            </a:extLst>
          </p:cNvPr>
          <p:cNvSpPr>
            <a:spLocks noChangeArrowheads="1"/>
          </p:cNvSpPr>
          <p:nvPr/>
        </p:nvSpPr>
        <p:spPr bwMode="auto">
          <a:xfrm>
            <a:off x="8451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52" name="Rectangle 12">
            <a:extLst>
              <a:ext uri="{FF2B5EF4-FFF2-40B4-BE49-F238E27FC236}">
                <a16:creationId xmlns:a16="http://schemas.microsoft.com/office/drawing/2014/main" id="{900C2349-6727-5DBB-C04C-762F0224F2CA}"/>
              </a:ext>
            </a:extLst>
          </p:cNvPr>
          <p:cNvSpPr>
            <a:spLocks noChangeArrowheads="1"/>
          </p:cNvSpPr>
          <p:nvPr/>
        </p:nvSpPr>
        <p:spPr bwMode="auto">
          <a:xfrm>
            <a:off x="5022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53" name="Rectangle 13">
            <a:extLst>
              <a:ext uri="{FF2B5EF4-FFF2-40B4-BE49-F238E27FC236}">
                <a16:creationId xmlns:a16="http://schemas.microsoft.com/office/drawing/2014/main" id="{F9D31B45-2F62-F006-9282-B9C94A4048EA}"/>
              </a:ext>
            </a:extLst>
          </p:cNvPr>
          <p:cNvSpPr>
            <a:spLocks noChangeArrowheads="1"/>
          </p:cNvSpPr>
          <p:nvPr/>
        </p:nvSpPr>
        <p:spPr bwMode="auto">
          <a:xfrm>
            <a:off x="5403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54" name="Rectangle 14">
            <a:extLst>
              <a:ext uri="{FF2B5EF4-FFF2-40B4-BE49-F238E27FC236}">
                <a16:creationId xmlns:a16="http://schemas.microsoft.com/office/drawing/2014/main" id="{5C57C082-9197-835D-31C7-BD9F4ACDF546}"/>
              </a:ext>
            </a:extLst>
          </p:cNvPr>
          <p:cNvSpPr>
            <a:spLocks noChangeArrowheads="1"/>
          </p:cNvSpPr>
          <p:nvPr/>
        </p:nvSpPr>
        <p:spPr bwMode="auto">
          <a:xfrm>
            <a:off x="5784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55" name="Rectangle 15">
            <a:extLst>
              <a:ext uri="{FF2B5EF4-FFF2-40B4-BE49-F238E27FC236}">
                <a16:creationId xmlns:a16="http://schemas.microsoft.com/office/drawing/2014/main" id="{1AB9AF47-26A0-1EE2-B2CF-41764633E17B}"/>
              </a:ext>
            </a:extLst>
          </p:cNvPr>
          <p:cNvSpPr>
            <a:spLocks noChangeArrowheads="1"/>
          </p:cNvSpPr>
          <p:nvPr/>
        </p:nvSpPr>
        <p:spPr bwMode="auto">
          <a:xfrm>
            <a:off x="6165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56" name="Rectangle 16">
            <a:extLst>
              <a:ext uri="{FF2B5EF4-FFF2-40B4-BE49-F238E27FC236}">
                <a16:creationId xmlns:a16="http://schemas.microsoft.com/office/drawing/2014/main" id="{39A94732-956C-AD50-AEE8-F17A86DAEAF9}"/>
              </a:ext>
            </a:extLst>
          </p:cNvPr>
          <p:cNvSpPr>
            <a:spLocks noChangeArrowheads="1"/>
          </p:cNvSpPr>
          <p:nvPr/>
        </p:nvSpPr>
        <p:spPr bwMode="auto">
          <a:xfrm>
            <a:off x="6546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57" name="Rectangle 17">
            <a:extLst>
              <a:ext uri="{FF2B5EF4-FFF2-40B4-BE49-F238E27FC236}">
                <a16:creationId xmlns:a16="http://schemas.microsoft.com/office/drawing/2014/main" id="{D6D0D012-4A6B-0058-5339-409F4D561F3E}"/>
              </a:ext>
            </a:extLst>
          </p:cNvPr>
          <p:cNvSpPr>
            <a:spLocks noChangeArrowheads="1"/>
          </p:cNvSpPr>
          <p:nvPr/>
        </p:nvSpPr>
        <p:spPr bwMode="auto">
          <a:xfrm>
            <a:off x="6927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58" name="Rectangle 18">
            <a:extLst>
              <a:ext uri="{FF2B5EF4-FFF2-40B4-BE49-F238E27FC236}">
                <a16:creationId xmlns:a16="http://schemas.microsoft.com/office/drawing/2014/main" id="{DCE4C27E-F94F-A688-3CE8-8E58A78A037C}"/>
              </a:ext>
            </a:extLst>
          </p:cNvPr>
          <p:cNvSpPr>
            <a:spLocks noChangeArrowheads="1"/>
          </p:cNvSpPr>
          <p:nvPr/>
        </p:nvSpPr>
        <p:spPr bwMode="auto">
          <a:xfrm>
            <a:off x="7308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59" name="Rectangle 19">
            <a:extLst>
              <a:ext uri="{FF2B5EF4-FFF2-40B4-BE49-F238E27FC236}">
                <a16:creationId xmlns:a16="http://schemas.microsoft.com/office/drawing/2014/main" id="{749A47A9-B5CA-A4A5-D431-A6C702656911}"/>
              </a:ext>
            </a:extLst>
          </p:cNvPr>
          <p:cNvSpPr>
            <a:spLocks noChangeArrowheads="1"/>
          </p:cNvSpPr>
          <p:nvPr/>
        </p:nvSpPr>
        <p:spPr bwMode="auto">
          <a:xfrm>
            <a:off x="7689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60" name="Rectangle 20">
            <a:extLst>
              <a:ext uri="{FF2B5EF4-FFF2-40B4-BE49-F238E27FC236}">
                <a16:creationId xmlns:a16="http://schemas.microsoft.com/office/drawing/2014/main" id="{45F1E521-AA9C-D66F-2A2E-20E5D0304913}"/>
              </a:ext>
            </a:extLst>
          </p:cNvPr>
          <p:cNvSpPr>
            <a:spLocks noChangeArrowheads="1"/>
          </p:cNvSpPr>
          <p:nvPr/>
        </p:nvSpPr>
        <p:spPr bwMode="auto">
          <a:xfrm>
            <a:off x="8070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61" name="Rectangle 21">
            <a:extLst>
              <a:ext uri="{FF2B5EF4-FFF2-40B4-BE49-F238E27FC236}">
                <a16:creationId xmlns:a16="http://schemas.microsoft.com/office/drawing/2014/main" id="{A9C3775A-1519-5400-7608-51C4BA5DC8E4}"/>
              </a:ext>
            </a:extLst>
          </p:cNvPr>
          <p:cNvSpPr>
            <a:spLocks noChangeArrowheads="1"/>
          </p:cNvSpPr>
          <p:nvPr/>
        </p:nvSpPr>
        <p:spPr bwMode="auto">
          <a:xfrm>
            <a:off x="8451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62" name="Rectangle 22">
            <a:extLst>
              <a:ext uri="{FF2B5EF4-FFF2-40B4-BE49-F238E27FC236}">
                <a16:creationId xmlns:a16="http://schemas.microsoft.com/office/drawing/2014/main" id="{F0F59277-B800-49FF-BBDE-A86C486D7624}"/>
              </a:ext>
            </a:extLst>
          </p:cNvPr>
          <p:cNvSpPr>
            <a:spLocks noChangeArrowheads="1"/>
          </p:cNvSpPr>
          <p:nvPr/>
        </p:nvSpPr>
        <p:spPr bwMode="auto">
          <a:xfrm>
            <a:off x="5022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63" name="Rectangle 23">
            <a:extLst>
              <a:ext uri="{FF2B5EF4-FFF2-40B4-BE49-F238E27FC236}">
                <a16:creationId xmlns:a16="http://schemas.microsoft.com/office/drawing/2014/main" id="{5FCCC5B0-8D8F-842C-2A38-92A492C1DDEF}"/>
              </a:ext>
            </a:extLst>
          </p:cNvPr>
          <p:cNvSpPr>
            <a:spLocks noChangeArrowheads="1"/>
          </p:cNvSpPr>
          <p:nvPr/>
        </p:nvSpPr>
        <p:spPr bwMode="auto">
          <a:xfrm>
            <a:off x="5403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64" name="Rectangle 24">
            <a:extLst>
              <a:ext uri="{FF2B5EF4-FFF2-40B4-BE49-F238E27FC236}">
                <a16:creationId xmlns:a16="http://schemas.microsoft.com/office/drawing/2014/main" id="{CDD18FFA-3C48-C078-E612-588C0CCB2A94}"/>
              </a:ext>
            </a:extLst>
          </p:cNvPr>
          <p:cNvSpPr>
            <a:spLocks noChangeArrowheads="1"/>
          </p:cNvSpPr>
          <p:nvPr/>
        </p:nvSpPr>
        <p:spPr bwMode="auto">
          <a:xfrm>
            <a:off x="5784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65" name="Rectangle 25">
            <a:extLst>
              <a:ext uri="{FF2B5EF4-FFF2-40B4-BE49-F238E27FC236}">
                <a16:creationId xmlns:a16="http://schemas.microsoft.com/office/drawing/2014/main" id="{A3ECA025-8C56-4619-6DDD-EDD0635B8774}"/>
              </a:ext>
            </a:extLst>
          </p:cNvPr>
          <p:cNvSpPr>
            <a:spLocks noChangeArrowheads="1"/>
          </p:cNvSpPr>
          <p:nvPr/>
        </p:nvSpPr>
        <p:spPr bwMode="auto">
          <a:xfrm>
            <a:off x="6165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66" name="Rectangle 26">
            <a:extLst>
              <a:ext uri="{FF2B5EF4-FFF2-40B4-BE49-F238E27FC236}">
                <a16:creationId xmlns:a16="http://schemas.microsoft.com/office/drawing/2014/main" id="{2A1AD9D0-41F6-60B5-DFEA-CDE95596F47A}"/>
              </a:ext>
            </a:extLst>
          </p:cNvPr>
          <p:cNvSpPr>
            <a:spLocks noChangeArrowheads="1"/>
          </p:cNvSpPr>
          <p:nvPr/>
        </p:nvSpPr>
        <p:spPr bwMode="auto">
          <a:xfrm>
            <a:off x="6546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67" name="Rectangle 27">
            <a:extLst>
              <a:ext uri="{FF2B5EF4-FFF2-40B4-BE49-F238E27FC236}">
                <a16:creationId xmlns:a16="http://schemas.microsoft.com/office/drawing/2014/main" id="{AE2F8BA5-06F0-DA56-EBF3-5E66BD814B3B}"/>
              </a:ext>
            </a:extLst>
          </p:cNvPr>
          <p:cNvSpPr>
            <a:spLocks noChangeArrowheads="1"/>
          </p:cNvSpPr>
          <p:nvPr/>
        </p:nvSpPr>
        <p:spPr bwMode="auto">
          <a:xfrm>
            <a:off x="6927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68" name="Rectangle 28">
            <a:extLst>
              <a:ext uri="{FF2B5EF4-FFF2-40B4-BE49-F238E27FC236}">
                <a16:creationId xmlns:a16="http://schemas.microsoft.com/office/drawing/2014/main" id="{67677C49-5DA3-85F2-A791-79A51C8ADBAE}"/>
              </a:ext>
            </a:extLst>
          </p:cNvPr>
          <p:cNvSpPr>
            <a:spLocks noChangeArrowheads="1"/>
          </p:cNvSpPr>
          <p:nvPr/>
        </p:nvSpPr>
        <p:spPr bwMode="auto">
          <a:xfrm>
            <a:off x="7308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69" name="Rectangle 29">
            <a:extLst>
              <a:ext uri="{FF2B5EF4-FFF2-40B4-BE49-F238E27FC236}">
                <a16:creationId xmlns:a16="http://schemas.microsoft.com/office/drawing/2014/main" id="{69C3C45C-26F4-C2B9-3084-0A5532DA4BC5}"/>
              </a:ext>
            </a:extLst>
          </p:cNvPr>
          <p:cNvSpPr>
            <a:spLocks noChangeArrowheads="1"/>
          </p:cNvSpPr>
          <p:nvPr/>
        </p:nvSpPr>
        <p:spPr bwMode="auto">
          <a:xfrm>
            <a:off x="7689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70" name="Rectangle 30">
            <a:extLst>
              <a:ext uri="{FF2B5EF4-FFF2-40B4-BE49-F238E27FC236}">
                <a16:creationId xmlns:a16="http://schemas.microsoft.com/office/drawing/2014/main" id="{5671D70D-9904-5F7E-8D31-28A65DA13EC2}"/>
              </a:ext>
            </a:extLst>
          </p:cNvPr>
          <p:cNvSpPr>
            <a:spLocks noChangeArrowheads="1"/>
          </p:cNvSpPr>
          <p:nvPr/>
        </p:nvSpPr>
        <p:spPr bwMode="auto">
          <a:xfrm>
            <a:off x="8070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71" name="Rectangle 31">
            <a:extLst>
              <a:ext uri="{FF2B5EF4-FFF2-40B4-BE49-F238E27FC236}">
                <a16:creationId xmlns:a16="http://schemas.microsoft.com/office/drawing/2014/main" id="{C3A16682-BD7D-6199-BB7C-DB554362246A}"/>
              </a:ext>
            </a:extLst>
          </p:cNvPr>
          <p:cNvSpPr>
            <a:spLocks noChangeArrowheads="1"/>
          </p:cNvSpPr>
          <p:nvPr/>
        </p:nvSpPr>
        <p:spPr bwMode="auto">
          <a:xfrm>
            <a:off x="8451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72" name="Rectangle 32">
            <a:extLst>
              <a:ext uri="{FF2B5EF4-FFF2-40B4-BE49-F238E27FC236}">
                <a16:creationId xmlns:a16="http://schemas.microsoft.com/office/drawing/2014/main" id="{C6CE8C9C-41DD-28C6-45F4-CC0118CCCC1E}"/>
              </a:ext>
            </a:extLst>
          </p:cNvPr>
          <p:cNvSpPr>
            <a:spLocks noChangeArrowheads="1"/>
          </p:cNvSpPr>
          <p:nvPr/>
        </p:nvSpPr>
        <p:spPr bwMode="auto">
          <a:xfrm>
            <a:off x="5022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73" name="Rectangle 33">
            <a:extLst>
              <a:ext uri="{FF2B5EF4-FFF2-40B4-BE49-F238E27FC236}">
                <a16:creationId xmlns:a16="http://schemas.microsoft.com/office/drawing/2014/main" id="{A77B9116-ABB5-C464-A7C0-5A4060D51FA4}"/>
              </a:ext>
            </a:extLst>
          </p:cNvPr>
          <p:cNvSpPr>
            <a:spLocks noChangeArrowheads="1"/>
          </p:cNvSpPr>
          <p:nvPr/>
        </p:nvSpPr>
        <p:spPr bwMode="auto">
          <a:xfrm>
            <a:off x="5403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74" name="Rectangle 34">
            <a:extLst>
              <a:ext uri="{FF2B5EF4-FFF2-40B4-BE49-F238E27FC236}">
                <a16:creationId xmlns:a16="http://schemas.microsoft.com/office/drawing/2014/main" id="{C404F95D-4F96-5102-A8DE-9C0CF6FCF4C9}"/>
              </a:ext>
            </a:extLst>
          </p:cNvPr>
          <p:cNvSpPr>
            <a:spLocks noChangeArrowheads="1"/>
          </p:cNvSpPr>
          <p:nvPr/>
        </p:nvSpPr>
        <p:spPr bwMode="auto">
          <a:xfrm>
            <a:off x="5784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75" name="Rectangle 35">
            <a:extLst>
              <a:ext uri="{FF2B5EF4-FFF2-40B4-BE49-F238E27FC236}">
                <a16:creationId xmlns:a16="http://schemas.microsoft.com/office/drawing/2014/main" id="{9B1C22BB-9602-4E8E-AB84-E7112750647B}"/>
              </a:ext>
            </a:extLst>
          </p:cNvPr>
          <p:cNvSpPr>
            <a:spLocks noChangeArrowheads="1"/>
          </p:cNvSpPr>
          <p:nvPr/>
        </p:nvSpPr>
        <p:spPr bwMode="auto">
          <a:xfrm>
            <a:off x="6165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76" name="Rectangle 36">
            <a:extLst>
              <a:ext uri="{FF2B5EF4-FFF2-40B4-BE49-F238E27FC236}">
                <a16:creationId xmlns:a16="http://schemas.microsoft.com/office/drawing/2014/main" id="{684B80ED-3C06-6203-24EA-047F6F7D99E2}"/>
              </a:ext>
            </a:extLst>
          </p:cNvPr>
          <p:cNvSpPr>
            <a:spLocks noChangeArrowheads="1"/>
          </p:cNvSpPr>
          <p:nvPr/>
        </p:nvSpPr>
        <p:spPr bwMode="auto">
          <a:xfrm>
            <a:off x="6546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77" name="Rectangle 37">
            <a:extLst>
              <a:ext uri="{FF2B5EF4-FFF2-40B4-BE49-F238E27FC236}">
                <a16:creationId xmlns:a16="http://schemas.microsoft.com/office/drawing/2014/main" id="{815C2908-F991-87CC-D392-BF7316C32CB3}"/>
              </a:ext>
            </a:extLst>
          </p:cNvPr>
          <p:cNvSpPr>
            <a:spLocks noChangeArrowheads="1"/>
          </p:cNvSpPr>
          <p:nvPr/>
        </p:nvSpPr>
        <p:spPr bwMode="auto">
          <a:xfrm>
            <a:off x="6927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78" name="Rectangle 38">
            <a:extLst>
              <a:ext uri="{FF2B5EF4-FFF2-40B4-BE49-F238E27FC236}">
                <a16:creationId xmlns:a16="http://schemas.microsoft.com/office/drawing/2014/main" id="{6C8A2D62-B99F-0AB7-7E67-E871D2E77BC4}"/>
              </a:ext>
            </a:extLst>
          </p:cNvPr>
          <p:cNvSpPr>
            <a:spLocks noChangeArrowheads="1"/>
          </p:cNvSpPr>
          <p:nvPr/>
        </p:nvSpPr>
        <p:spPr bwMode="auto">
          <a:xfrm>
            <a:off x="7308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79" name="Rectangle 39">
            <a:extLst>
              <a:ext uri="{FF2B5EF4-FFF2-40B4-BE49-F238E27FC236}">
                <a16:creationId xmlns:a16="http://schemas.microsoft.com/office/drawing/2014/main" id="{CF79EA48-3963-B0DA-A9B3-BFC8024F2F29}"/>
              </a:ext>
            </a:extLst>
          </p:cNvPr>
          <p:cNvSpPr>
            <a:spLocks noChangeArrowheads="1"/>
          </p:cNvSpPr>
          <p:nvPr/>
        </p:nvSpPr>
        <p:spPr bwMode="auto">
          <a:xfrm>
            <a:off x="7689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80" name="Rectangle 40">
            <a:extLst>
              <a:ext uri="{FF2B5EF4-FFF2-40B4-BE49-F238E27FC236}">
                <a16:creationId xmlns:a16="http://schemas.microsoft.com/office/drawing/2014/main" id="{45D95548-5831-0DF4-D84F-A3CD703971CE}"/>
              </a:ext>
            </a:extLst>
          </p:cNvPr>
          <p:cNvSpPr>
            <a:spLocks noChangeArrowheads="1"/>
          </p:cNvSpPr>
          <p:nvPr/>
        </p:nvSpPr>
        <p:spPr bwMode="auto">
          <a:xfrm>
            <a:off x="8070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81" name="Rectangle 41">
            <a:extLst>
              <a:ext uri="{FF2B5EF4-FFF2-40B4-BE49-F238E27FC236}">
                <a16:creationId xmlns:a16="http://schemas.microsoft.com/office/drawing/2014/main" id="{DB205548-8711-0C49-D2EC-4E4CE72C6887}"/>
              </a:ext>
            </a:extLst>
          </p:cNvPr>
          <p:cNvSpPr>
            <a:spLocks noChangeArrowheads="1"/>
          </p:cNvSpPr>
          <p:nvPr/>
        </p:nvSpPr>
        <p:spPr bwMode="auto">
          <a:xfrm>
            <a:off x="8451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82" name="Rectangle 42">
            <a:extLst>
              <a:ext uri="{FF2B5EF4-FFF2-40B4-BE49-F238E27FC236}">
                <a16:creationId xmlns:a16="http://schemas.microsoft.com/office/drawing/2014/main" id="{9C6BA5DE-0245-10F6-1D3B-3FEC02CCD974}"/>
              </a:ext>
            </a:extLst>
          </p:cNvPr>
          <p:cNvSpPr>
            <a:spLocks noChangeArrowheads="1"/>
          </p:cNvSpPr>
          <p:nvPr/>
        </p:nvSpPr>
        <p:spPr bwMode="auto">
          <a:xfrm>
            <a:off x="5022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83" name="Rectangle 43">
            <a:extLst>
              <a:ext uri="{FF2B5EF4-FFF2-40B4-BE49-F238E27FC236}">
                <a16:creationId xmlns:a16="http://schemas.microsoft.com/office/drawing/2014/main" id="{A68EEF83-8AF3-A408-60C0-D307EA18589D}"/>
              </a:ext>
            </a:extLst>
          </p:cNvPr>
          <p:cNvSpPr>
            <a:spLocks noChangeArrowheads="1"/>
          </p:cNvSpPr>
          <p:nvPr/>
        </p:nvSpPr>
        <p:spPr bwMode="auto">
          <a:xfrm>
            <a:off x="5403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84" name="Rectangle 44">
            <a:extLst>
              <a:ext uri="{FF2B5EF4-FFF2-40B4-BE49-F238E27FC236}">
                <a16:creationId xmlns:a16="http://schemas.microsoft.com/office/drawing/2014/main" id="{71B96FC0-6BD0-0CFD-71D9-5D0422145CEB}"/>
              </a:ext>
            </a:extLst>
          </p:cNvPr>
          <p:cNvSpPr>
            <a:spLocks noChangeArrowheads="1"/>
          </p:cNvSpPr>
          <p:nvPr/>
        </p:nvSpPr>
        <p:spPr bwMode="auto">
          <a:xfrm>
            <a:off x="5784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85" name="Rectangle 45">
            <a:extLst>
              <a:ext uri="{FF2B5EF4-FFF2-40B4-BE49-F238E27FC236}">
                <a16:creationId xmlns:a16="http://schemas.microsoft.com/office/drawing/2014/main" id="{ADEC80D1-50B8-CAC3-FAAB-DF5A7CC8AAE7}"/>
              </a:ext>
            </a:extLst>
          </p:cNvPr>
          <p:cNvSpPr>
            <a:spLocks noChangeArrowheads="1"/>
          </p:cNvSpPr>
          <p:nvPr/>
        </p:nvSpPr>
        <p:spPr bwMode="auto">
          <a:xfrm>
            <a:off x="6165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86" name="Rectangle 46">
            <a:extLst>
              <a:ext uri="{FF2B5EF4-FFF2-40B4-BE49-F238E27FC236}">
                <a16:creationId xmlns:a16="http://schemas.microsoft.com/office/drawing/2014/main" id="{E4710DB6-3D7D-15D2-0D35-624E8D1C99F2}"/>
              </a:ext>
            </a:extLst>
          </p:cNvPr>
          <p:cNvSpPr>
            <a:spLocks noChangeArrowheads="1"/>
          </p:cNvSpPr>
          <p:nvPr/>
        </p:nvSpPr>
        <p:spPr bwMode="auto">
          <a:xfrm>
            <a:off x="6546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87" name="Rectangle 47">
            <a:extLst>
              <a:ext uri="{FF2B5EF4-FFF2-40B4-BE49-F238E27FC236}">
                <a16:creationId xmlns:a16="http://schemas.microsoft.com/office/drawing/2014/main" id="{CDB40DF6-ADD6-4B3E-4DFA-081E68EB0BC6}"/>
              </a:ext>
            </a:extLst>
          </p:cNvPr>
          <p:cNvSpPr>
            <a:spLocks noChangeArrowheads="1"/>
          </p:cNvSpPr>
          <p:nvPr/>
        </p:nvSpPr>
        <p:spPr bwMode="auto">
          <a:xfrm>
            <a:off x="6927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88" name="Rectangle 48">
            <a:extLst>
              <a:ext uri="{FF2B5EF4-FFF2-40B4-BE49-F238E27FC236}">
                <a16:creationId xmlns:a16="http://schemas.microsoft.com/office/drawing/2014/main" id="{9FB20159-E279-680A-E43C-CBFC3E753A5C}"/>
              </a:ext>
            </a:extLst>
          </p:cNvPr>
          <p:cNvSpPr>
            <a:spLocks noChangeArrowheads="1"/>
          </p:cNvSpPr>
          <p:nvPr/>
        </p:nvSpPr>
        <p:spPr bwMode="auto">
          <a:xfrm>
            <a:off x="7308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89" name="Rectangle 49">
            <a:extLst>
              <a:ext uri="{FF2B5EF4-FFF2-40B4-BE49-F238E27FC236}">
                <a16:creationId xmlns:a16="http://schemas.microsoft.com/office/drawing/2014/main" id="{D1EB2E81-EA94-46E6-0276-6F2BCF7AC749}"/>
              </a:ext>
            </a:extLst>
          </p:cNvPr>
          <p:cNvSpPr>
            <a:spLocks noChangeArrowheads="1"/>
          </p:cNvSpPr>
          <p:nvPr/>
        </p:nvSpPr>
        <p:spPr bwMode="auto">
          <a:xfrm>
            <a:off x="7689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90" name="Rectangle 50">
            <a:extLst>
              <a:ext uri="{FF2B5EF4-FFF2-40B4-BE49-F238E27FC236}">
                <a16:creationId xmlns:a16="http://schemas.microsoft.com/office/drawing/2014/main" id="{982ACAA8-8340-538C-001C-349E8E6C6D75}"/>
              </a:ext>
            </a:extLst>
          </p:cNvPr>
          <p:cNvSpPr>
            <a:spLocks noChangeArrowheads="1"/>
          </p:cNvSpPr>
          <p:nvPr/>
        </p:nvSpPr>
        <p:spPr bwMode="auto">
          <a:xfrm>
            <a:off x="8070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91" name="Rectangle 51">
            <a:extLst>
              <a:ext uri="{FF2B5EF4-FFF2-40B4-BE49-F238E27FC236}">
                <a16:creationId xmlns:a16="http://schemas.microsoft.com/office/drawing/2014/main" id="{48686313-01AD-2FB3-6053-8D273041219C}"/>
              </a:ext>
            </a:extLst>
          </p:cNvPr>
          <p:cNvSpPr>
            <a:spLocks noChangeArrowheads="1"/>
          </p:cNvSpPr>
          <p:nvPr/>
        </p:nvSpPr>
        <p:spPr bwMode="auto">
          <a:xfrm>
            <a:off x="8451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92" name="Rectangle 52">
            <a:extLst>
              <a:ext uri="{FF2B5EF4-FFF2-40B4-BE49-F238E27FC236}">
                <a16:creationId xmlns:a16="http://schemas.microsoft.com/office/drawing/2014/main" id="{506144AF-16EE-BA0E-574A-60FA357A9049}"/>
              </a:ext>
            </a:extLst>
          </p:cNvPr>
          <p:cNvSpPr>
            <a:spLocks noChangeArrowheads="1"/>
          </p:cNvSpPr>
          <p:nvPr/>
        </p:nvSpPr>
        <p:spPr bwMode="auto">
          <a:xfrm>
            <a:off x="5022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93" name="Rectangle 53">
            <a:extLst>
              <a:ext uri="{FF2B5EF4-FFF2-40B4-BE49-F238E27FC236}">
                <a16:creationId xmlns:a16="http://schemas.microsoft.com/office/drawing/2014/main" id="{F6F57EA4-AFF2-CDED-70C0-E533DA65D6B6}"/>
              </a:ext>
            </a:extLst>
          </p:cNvPr>
          <p:cNvSpPr>
            <a:spLocks noChangeArrowheads="1"/>
          </p:cNvSpPr>
          <p:nvPr/>
        </p:nvSpPr>
        <p:spPr bwMode="auto">
          <a:xfrm>
            <a:off x="5403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94" name="Rectangle 54">
            <a:extLst>
              <a:ext uri="{FF2B5EF4-FFF2-40B4-BE49-F238E27FC236}">
                <a16:creationId xmlns:a16="http://schemas.microsoft.com/office/drawing/2014/main" id="{BC8C8DB3-52D9-9003-CDCE-2D71FA7EF590}"/>
              </a:ext>
            </a:extLst>
          </p:cNvPr>
          <p:cNvSpPr>
            <a:spLocks noChangeArrowheads="1"/>
          </p:cNvSpPr>
          <p:nvPr/>
        </p:nvSpPr>
        <p:spPr bwMode="auto">
          <a:xfrm>
            <a:off x="5784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95" name="Rectangle 55">
            <a:extLst>
              <a:ext uri="{FF2B5EF4-FFF2-40B4-BE49-F238E27FC236}">
                <a16:creationId xmlns:a16="http://schemas.microsoft.com/office/drawing/2014/main" id="{FC50386B-FB81-4229-725A-93C1E268F0FB}"/>
              </a:ext>
            </a:extLst>
          </p:cNvPr>
          <p:cNvSpPr>
            <a:spLocks noChangeArrowheads="1"/>
          </p:cNvSpPr>
          <p:nvPr/>
        </p:nvSpPr>
        <p:spPr bwMode="auto">
          <a:xfrm>
            <a:off x="6165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96" name="Rectangle 56">
            <a:extLst>
              <a:ext uri="{FF2B5EF4-FFF2-40B4-BE49-F238E27FC236}">
                <a16:creationId xmlns:a16="http://schemas.microsoft.com/office/drawing/2014/main" id="{DC666A1C-F63C-A35C-C8B4-5DC8229FB983}"/>
              </a:ext>
            </a:extLst>
          </p:cNvPr>
          <p:cNvSpPr>
            <a:spLocks noChangeArrowheads="1"/>
          </p:cNvSpPr>
          <p:nvPr/>
        </p:nvSpPr>
        <p:spPr bwMode="auto">
          <a:xfrm>
            <a:off x="6546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97" name="Rectangle 57">
            <a:extLst>
              <a:ext uri="{FF2B5EF4-FFF2-40B4-BE49-F238E27FC236}">
                <a16:creationId xmlns:a16="http://schemas.microsoft.com/office/drawing/2014/main" id="{A803711F-60F2-57F4-4B5C-46B85499736B}"/>
              </a:ext>
            </a:extLst>
          </p:cNvPr>
          <p:cNvSpPr>
            <a:spLocks noChangeArrowheads="1"/>
          </p:cNvSpPr>
          <p:nvPr/>
        </p:nvSpPr>
        <p:spPr bwMode="auto">
          <a:xfrm>
            <a:off x="6927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98" name="Rectangle 58">
            <a:extLst>
              <a:ext uri="{FF2B5EF4-FFF2-40B4-BE49-F238E27FC236}">
                <a16:creationId xmlns:a16="http://schemas.microsoft.com/office/drawing/2014/main" id="{CDD63CEA-A99A-81F2-BEAA-4F19BC871B46}"/>
              </a:ext>
            </a:extLst>
          </p:cNvPr>
          <p:cNvSpPr>
            <a:spLocks noChangeArrowheads="1"/>
          </p:cNvSpPr>
          <p:nvPr/>
        </p:nvSpPr>
        <p:spPr bwMode="auto">
          <a:xfrm>
            <a:off x="7308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499" name="Rectangle 59">
            <a:extLst>
              <a:ext uri="{FF2B5EF4-FFF2-40B4-BE49-F238E27FC236}">
                <a16:creationId xmlns:a16="http://schemas.microsoft.com/office/drawing/2014/main" id="{D365D0A1-B9E9-0A5D-B96A-A783B690629B}"/>
              </a:ext>
            </a:extLst>
          </p:cNvPr>
          <p:cNvSpPr>
            <a:spLocks noChangeArrowheads="1"/>
          </p:cNvSpPr>
          <p:nvPr/>
        </p:nvSpPr>
        <p:spPr bwMode="auto">
          <a:xfrm>
            <a:off x="7689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00" name="Rectangle 60">
            <a:extLst>
              <a:ext uri="{FF2B5EF4-FFF2-40B4-BE49-F238E27FC236}">
                <a16:creationId xmlns:a16="http://schemas.microsoft.com/office/drawing/2014/main" id="{32942BEF-1098-C7A0-F6C1-C8B526EDA498}"/>
              </a:ext>
            </a:extLst>
          </p:cNvPr>
          <p:cNvSpPr>
            <a:spLocks noChangeArrowheads="1"/>
          </p:cNvSpPr>
          <p:nvPr/>
        </p:nvSpPr>
        <p:spPr bwMode="auto">
          <a:xfrm>
            <a:off x="8070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01" name="Rectangle 61">
            <a:extLst>
              <a:ext uri="{FF2B5EF4-FFF2-40B4-BE49-F238E27FC236}">
                <a16:creationId xmlns:a16="http://schemas.microsoft.com/office/drawing/2014/main" id="{8B4F95B2-2B2F-4B36-35AC-362D1E01EC36}"/>
              </a:ext>
            </a:extLst>
          </p:cNvPr>
          <p:cNvSpPr>
            <a:spLocks noChangeArrowheads="1"/>
          </p:cNvSpPr>
          <p:nvPr/>
        </p:nvSpPr>
        <p:spPr bwMode="auto">
          <a:xfrm>
            <a:off x="8451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02" name="Rectangle 62">
            <a:extLst>
              <a:ext uri="{FF2B5EF4-FFF2-40B4-BE49-F238E27FC236}">
                <a16:creationId xmlns:a16="http://schemas.microsoft.com/office/drawing/2014/main" id="{9B7286B2-60CB-6812-F9E1-1684C4BED6AC}"/>
              </a:ext>
            </a:extLst>
          </p:cNvPr>
          <p:cNvSpPr>
            <a:spLocks noChangeArrowheads="1"/>
          </p:cNvSpPr>
          <p:nvPr/>
        </p:nvSpPr>
        <p:spPr bwMode="auto">
          <a:xfrm>
            <a:off x="5022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03" name="Rectangle 63">
            <a:extLst>
              <a:ext uri="{FF2B5EF4-FFF2-40B4-BE49-F238E27FC236}">
                <a16:creationId xmlns:a16="http://schemas.microsoft.com/office/drawing/2014/main" id="{490B2986-613B-4E35-7697-B6945F5A6936}"/>
              </a:ext>
            </a:extLst>
          </p:cNvPr>
          <p:cNvSpPr>
            <a:spLocks noChangeArrowheads="1"/>
          </p:cNvSpPr>
          <p:nvPr/>
        </p:nvSpPr>
        <p:spPr bwMode="auto">
          <a:xfrm>
            <a:off x="5403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04" name="Rectangle 64">
            <a:extLst>
              <a:ext uri="{FF2B5EF4-FFF2-40B4-BE49-F238E27FC236}">
                <a16:creationId xmlns:a16="http://schemas.microsoft.com/office/drawing/2014/main" id="{D1030CA7-1739-7826-29F5-EECAED3B0B13}"/>
              </a:ext>
            </a:extLst>
          </p:cNvPr>
          <p:cNvSpPr>
            <a:spLocks noChangeArrowheads="1"/>
          </p:cNvSpPr>
          <p:nvPr/>
        </p:nvSpPr>
        <p:spPr bwMode="auto">
          <a:xfrm>
            <a:off x="5784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05" name="Rectangle 65">
            <a:extLst>
              <a:ext uri="{FF2B5EF4-FFF2-40B4-BE49-F238E27FC236}">
                <a16:creationId xmlns:a16="http://schemas.microsoft.com/office/drawing/2014/main" id="{75068FE9-5E30-C9B8-60D2-BCBF52054687}"/>
              </a:ext>
            </a:extLst>
          </p:cNvPr>
          <p:cNvSpPr>
            <a:spLocks noChangeArrowheads="1"/>
          </p:cNvSpPr>
          <p:nvPr/>
        </p:nvSpPr>
        <p:spPr bwMode="auto">
          <a:xfrm>
            <a:off x="6165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06" name="Rectangle 66">
            <a:extLst>
              <a:ext uri="{FF2B5EF4-FFF2-40B4-BE49-F238E27FC236}">
                <a16:creationId xmlns:a16="http://schemas.microsoft.com/office/drawing/2014/main" id="{91833990-A79F-9BC9-13E7-9511CDDD6FA7}"/>
              </a:ext>
            </a:extLst>
          </p:cNvPr>
          <p:cNvSpPr>
            <a:spLocks noChangeArrowheads="1"/>
          </p:cNvSpPr>
          <p:nvPr/>
        </p:nvSpPr>
        <p:spPr bwMode="auto">
          <a:xfrm>
            <a:off x="6546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07" name="Rectangle 67">
            <a:extLst>
              <a:ext uri="{FF2B5EF4-FFF2-40B4-BE49-F238E27FC236}">
                <a16:creationId xmlns:a16="http://schemas.microsoft.com/office/drawing/2014/main" id="{6B6A86DD-E3F3-85F7-1BAF-3F1A49700957}"/>
              </a:ext>
            </a:extLst>
          </p:cNvPr>
          <p:cNvSpPr>
            <a:spLocks noChangeArrowheads="1"/>
          </p:cNvSpPr>
          <p:nvPr/>
        </p:nvSpPr>
        <p:spPr bwMode="auto">
          <a:xfrm>
            <a:off x="6927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08" name="Rectangle 68">
            <a:extLst>
              <a:ext uri="{FF2B5EF4-FFF2-40B4-BE49-F238E27FC236}">
                <a16:creationId xmlns:a16="http://schemas.microsoft.com/office/drawing/2014/main" id="{94120525-FC8D-1E4F-753E-55E6A59DCC49}"/>
              </a:ext>
            </a:extLst>
          </p:cNvPr>
          <p:cNvSpPr>
            <a:spLocks noChangeArrowheads="1"/>
          </p:cNvSpPr>
          <p:nvPr/>
        </p:nvSpPr>
        <p:spPr bwMode="auto">
          <a:xfrm>
            <a:off x="7308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09" name="Rectangle 69">
            <a:extLst>
              <a:ext uri="{FF2B5EF4-FFF2-40B4-BE49-F238E27FC236}">
                <a16:creationId xmlns:a16="http://schemas.microsoft.com/office/drawing/2014/main" id="{DE01A6F3-E558-2139-4970-60347678103B}"/>
              </a:ext>
            </a:extLst>
          </p:cNvPr>
          <p:cNvSpPr>
            <a:spLocks noChangeArrowheads="1"/>
          </p:cNvSpPr>
          <p:nvPr/>
        </p:nvSpPr>
        <p:spPr bwMode="auto">
          <a:xfrm>
            <a:off x="7689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10" name="Rectangle 70">
            <a:extLst>
              <a:ext uri="{FF2B5EF4-FFF2-40B4-BE49-F238E27FC236}">
                <a16:creationId xmlns:a16="http://schemas.microsoft.com/office/drawing/2014/main" id="{80088D1E-9CB0-7547-5D50-3D734AC0683B}"/>
              </a:ext>
            </a:extLst>
          </p:cNvPr>
          <p:cNvSpPr>
            <a:spLocks noChangeArrowheads="1"/>
          </p:cNvSpPr>
          <p:nvPr/>
        </p:nvSpPr>
        <p:spPr bwMode="auto">
          <a:xfrm>
            <a:off x="8070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11" name="Rectangle 71">
            <a:extLst>
              <a:ext uri="{FF2B5EF4-FFF2-40B4-BE49-F238E27FC236}">
                <a16:creationId xmlns:a16="http://schemas.microsoft.com/office/drawing/2014/main" id="{BC155BEC-D94D-D584-8ACC-1C8F94280EAA}"/>
              </a:ext>
            </a:extLst>
          </p:cNvPr>
          <p:cNvSpPr>
            <a:spLocks noChangeArrowheads="1"/>
          </p:cNvSpPr>
          <p:nvPr/>
        </p:nvSpPr>
        <p:spPr bwMode="auto">
          <a:xfrm>
            <a:off x="8451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12" name="Rectangle 72">
            <a:extLst>
              <a:ext uri="{FF2B5EF4-FFF2-40B4-BE49-F238E27FC236}">
                <a16:creationId xmlns:a16="http://schemas.microsoft.com/office/drawing/2014/main" id="{D38C9986-8EA3-5B60-7950-92AE04030F8E}"/>
              </a:ext>
            </a:extLst>
          </p:cNvPr>
          <p:cNvSpPr>
            <a:spLocks noChangeArrowheads="1"/>
          </p:cNvSpPr>
          <p:nvPr/>
        </p:nvSpPr>
        <p:spPr bwMode="auto">
          <a:xfrm>
            <a:off x="5022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13" name="Rectangle 73">
            <a:extLst>
              <a:ext uri="{FF2B5EF4-FFF2-40B4-BE49-F238E27FC236}">
                <a16:creationId xmlns:a16="http://schemas.microsoft.com/office/drawing/2014/main" id="{458916A4-CE23-6918-DCFC-75278AB887FE}"/>
              </a:ext>
            </a:extLst>
          </p:cNvPr>
          <p:cNvSpPr>
            <a:spLocks noChangeArrowheads="1"/>
          </p:cNvSpPr>
          <p:nvPr/>
        </p:nvSpPr>
        <p:spPr bwMode="auto">
          <a:xfrm>
            <a:off x="5403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14" name="Rectangle 74">
            <a:extLst>
              <a:ext uri="{FF2B5EF4-FFF2-40B4-BE49-F238E27FC236}">
                <a16:creationId xmlns:a16="http://schemas.microsoft.com/office/drawing/2014/main" id="{FAA3526D-BA32-5B5D-1A92-AD14A0499768}"/>
              </a:ext>
            </a:extLst>
          </p:cNvPr>
          <p:cNvSpPr>
            <a:spLocks noChangeArrowheads="1"/>
          </p:cNvSpPr>
          <p:nvPr/>
        </p:nvSpPr>
        <p:spPr bwMode="auto">
          <a:xfrm>
            <a:off x="5784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15" name="Rectangle 75">
            <a:extLst>
              <a:ext uri="{FF2B5EF4-FFF2-40B4-BE49-F238E27FC236}">
                <a16:creationId xmlns:a16="http://schemas.microsoft.com/office/drawing/2014/main" id="{AAD5203F-DAA2-12F2-A7BD-FF479F426237}"/>
              </a:ext>
            </a:extLst>
          </p:cNvPr>
          <p:cNvSpPr>
            <a:spLocks noChangeArrowheads="1"/>
          </p:cNvSpPr>
          <p:nvPr/>
        </p:nvSpPr>
        <p:spPr bwMode="auto">
          <a:xfrm>
            <a:off x="6165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16" name="Rectangle 76">
            <a:extLst>
              <a:ext uri="{FF2B5EF4-FFF2-40B4-BE49-F238E27FC236}">
                <a16:creationId xmlns:a16="http://schemas.microsoft.com/office/drawing/2014/main" id="{10856DFF-6224-880D-EBE4-52ED8129FC75}"/>
              </a:ext>
            </a:extLst>
          </p:cNvPr>
          <p:cNvSpPr>
            <a:spLocks noChangeArrowheads="1"/>
          </p:cNvSpPr>
          <p:nvPr/>
        </p:nvSpPr>
        <p:spPr bwMode="auto">
          <a:xfrm>
            <a:off x="6546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17" name="Rectangle 77">
            <a:extLst>
              <a:ext uri="{FF2B5EF4-FFF2-40B4-BE49-F238E27FC236}">
                <a16:creationId xmlns:a16="http://schemas.microsoft.com/office/drawing/2014/main" id="{875A505C-7AAC-6465-5319-4FEA421BC412}"/>
              </a:ext>
            </a:extLst>
          </p:cNvPr>
          <p:cNvSpPr>
            <a:spLocks noChangeArrowheads="1"/>
          </p:cNvSpPr>
          <p:nvPr/>
        </p:nvSpPr>
        <p:spPr bwMode="auto">
          <a:xfrm>
            <a:off x="6927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18" name="Rectangle 78">
            <a:extLst>
              <a:ext uri="{FF2B5EF4-FFF2-40B4-BE49-F238E27FC236}">
                <a16:creationId xmlns:a16="http://schemas.microsoft.com/office/drawing/2014/main" id="{3281F23B-B0C6-D11D-0E2E-1AA049B78C0B}"/>
              </a:ext>
            </a:extLst>
          </p:cNvPr>
          <p:cNvSpPr>
            <a:spLocks noChangeArrowheads="1"/>
          </p:cNvSpPr>
          <p:nvPr/>
        </p:nvSpPr>
        <p:spPr bwMode="auto">
          <a:xfrm>
            <a:off x="7308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19" name="Rectangle 79">
            <a:extLst>
              <a:ext uri="{FF2B5EF4-FFF2-40B4-BE49-F238E27FC236}">
                <a16:creationId xmlns:a16="http://schemas.microsoft.com/office/drawing/2014/main" id="{58BFDD32-9783-3B93-AC9D-2FF9BF675F13}"/>
              </a:ext>
            </a:extLst>
          </p:cNvPr>
          <p:cNvSpPr>
            <a:spLocks noChangeArrowheads="1"/>
          </p:cNvSpPr>
          <p:nvPr/>
        </p:nvSpPr>
        <p:spPr bwMode="auto">
          <a:xfrm>
            <a:off x="7689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20" name="Rectangle 80">
            <a:extLst>
              <a:ext uri="{FF2B5EF4-FFF2-40B4-BE49-F238E27FC236}">
                <a16:creationId xmlns:a16="http://schemas.microsoft.com/office/drawing/2014/main" id="{BCFE43AA-2254-3791-C7CD-102EFF57F4E6}"/>
              </a:ext>
            </a:extLst>
          </p:cNvPr>
          <p:cNvSpPr>
            <a:spLocks noChangeArrowheads="1"/>
          </p:cNvSpPr>
          <p:nvPr/>
        </p:nvSpPr>
        <p:spPr bwMode="auto">
          <a:xfrm>
            <a:off x="8070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21" name="Rectangle 81">
            <a:extLst>
              <a:ext uri="{FF2B5EF4-FFF2-40B4-BE49-F238E27FC236}">
                <a16:creationId xmlns:a16="http://schemas.microsoft.com/office/drawing/2014/main" id="{7810CF3F-5FD6-0043-9B91-A26E726501D5}"/>
              </a:ext>
            </a:extLst>
          </p:cNvPr>
          <p:cNvSpPr>
            <a:spLocks noChangeArrowheads="1"/>
          </p:cNvSpPr>
          <p:nvPr/>
        </p:nvSpPr>
        <p:spPr bwMode="auto">
          <a:xfrm>
            <a:off x="8451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22" name="Rectangle 82">
            <a:extLst>
              <a:ext uri="{FF2B5EF4-FFF2-40B4-BE49-F238E27FC236}">
                <a16:creationId xmlns:a16="http://schemas.microsoft.com/office/drawing/2014/main" id="{EBD7C01B-F3C1-6E9C-1242-AF4096EE1A3F}"/>
              </a:ext>
            </a:extLst>
          </p:cNvPr>
          <p:cNvSpPr>
            <a:spLocks noChangeArrowheads="1"/>
          </p:cNvSpPr>
          <p:nvPr/>
        </p:nvSpPr>
        <p:spPr bwMode="auto">
          <a:xfrm>
            <a:off x="5022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23" name="Rectangle 83">
            <a:extLst>
              <a:ext uri="{FF2B5EF4-FFF2-40B4-BE49-F238E27FC236}">
                <a16:creationId xmlns:a16="http://schemas.microsoft.com/office/drawing/2014/main" id="{ACD3B2CF-7F70-3FCE-149A-EC9AC061916B}"/>
              </a:ext>
            </a:extLst>
          </p:cNvPr>
          <p:cNvSpPr>
            <a:spLocks noChangeArrowheads="1"/>
          </p:cNvSpPr>
          <p:nvPr/>
        </p:nvSpPr>
        <p:spPr bwMode="auto">
          <a:xfrm>
            <a:off x="5403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24" name="Rectangle 84">
            <a:extLst>
              <a:ext uri="{FF2B5EF4-FFF2-40B4-BE49-F238E27FC236}">
                <a16:creationId xmlns:a16="http://schemas.microsoft.com/office/drawing/2014/main" id="{3EE15A1A-A6AC-0BD7-D262-25A4DFB12006}"/>
              </a:ext>
            </a:extLst>
          </p:cNvPr>
          <p:cNvSpPr>
            <a:spLocks noChangeArrowheads="1"/>
          </p:cNvSpPr>
          <p:nvPr/>
        </p:nvSpPr>
        <p:spPr bwMode="auto">
          <a:xfrm>
            <a:off x="5784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25" name="Rectangle 85">
            <a:extLst>
              <a:ext uri="{FF2B5EF4-FFF2-40B4-BE49-F238E27FC236}">
                <a16:creationId xmlns:a16="http://schemas.microsoft.com/office/drawing/2014/main" id="{BAD08EB4-175E-A08A-A70D-8426C00F5A90}"/>
              </a:ext>
            </a:extLst>
          </p:cNvPr>
          <p:cNvSpPr>
            <a:spLocks noChangeArrowheads="1"/>
          </p:cNvSpPr>
          <p:nvPr/>
        </p:nvSpPr>
        <p:spPr bwMode="auto">
          <a:xfrm>
            <a:off x="6165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26" name="Rectangle 86">
            <a:extLst>
              <a:ext uri="{FF2B5EF4-FFF2-40B4-BE49-F238E27FC236}">
                <a16:creationId xmlns:a16="http://schemas.microsoft.com/office/drawing/2014/main" id="{38B7EBF5-81F6-996F-9EF1-48368D003544}"/>
              </a:ext>
            </a:extLst>
          </p:cNvPr>
          <p:cNvSpPr>
            <a:spLocks noChangeArrowheads="1"/>
          </p:cNvSpPr>
          <p:nvPr/>
        </p:nvSpPr>
        <p:spPr bwMode="auto">
          <a:xfrm>
            <a:off x="6546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27" name="Rectangle 87">
            <a:extLst>
              <a:ext uri="{FF2B5EF4-FFF2-40B4-BE49-F238E27FC236}">
                <a16:creationId xmlns:a16="http://schemas.microsoft.com/office/drawing/2014/main" id="{00DBF5B2-F23A-F0AD-3BBE-A65A69FBF1C7}"/>
              </a:ext>
            </a:extLst>
          </p:cNvPr>
          <p:cNvSpPr>
            <a:spLocks noChangeArrowheads="1"/>
          </p:cNvSpPr>
          <p:nvPr/>
        </p:nvSpPr>
        <p:spPr bwMode="auto">
          <a:xfrm>
            <a:off x="6927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28" name="Rectangle 88">
            <a:extLst>
              <a:ext uri="{FF2B5EF4-FFF2-40B4-BE49-F238E27FC236}">
                <a16:creationId xmlns:a16="http://schemas.microsoft.com/office/drawing/2014/main" id="{2BCF8AE4-6A71-D70E-D335-69837F08D367}"/>
              </a:ext>
            </a:extLst>
          </p:cNvPr>
          <p:cNvSpPr>
            <a:spLocks noChangeArrowheads="1"/>
          </p:cNvSpPr>
          <p:nvPr/>
        </p:nvSpPr>
        <p:spPr bwMode="auto">
          <a:xfrm>
            <a:off x="7308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29" name="Rectangle 89">
            <a:extLst>
              <a:ext uri="{FF2B5EF4-FFF2-40B4-BE49-F238E27FC236}">
                <a16:creationId xmlns:a16="http://schemas.microsoft.com/office/drawing/2014/main" id="{84D7897E-ACB5-95C7-AC5E-5BD5109E73A0}"/>
              </a:ext>
            </a:extLst>
          </p:cNvPr>
          <p:cNvSpPr>
            <a:spLocks noChangeArrowheads="1"/>
          </p:cNvSpPr>
          <p:nvPr/>
        </p:nvSpPr>
        <p:spPr bwMode="auto">
          <a:xfrm>
            <a:off x="7689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30" name="Rectangle 90">
            <a:extLst>
              <a:ext uri="{FF2B5EF4-FFF2-40B4-BE49-F238E27FC236}">
                <a16:creationId xmlns:a16="http://schemas.microsoft.com/office/drawing/2014/main" id="{3F639B2E-344E-7A32-8B12-4B19C487B306}"/>
              </a:ext>
            </a:extLst>
          </p:cNvPr>
          <p:cNvSpPr>
            <a:spLocks noChangeArrowheads="1"/>
          </p:cNvSpPr>
          <p:nvPr/>
        </p:nvSpPr>
        <p:spPr bwMode="auto">
          <a:xfrm>
            <a:off x="8070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31" name="Rectangle 91">
            <a:extLst>
              <a:ext uri="{FF2B5EF4-FFF2-40B4-BE49-F238E27FC236}">
                <a16:creationId xmlns:a16="http://schemas.microsoft.com/office/drawing/2014/main" id="{708DCC75-1DF9-97AE-7F2A-2EBFA81C3F05}"/>
              </a:ext>
            </a:extLst>
          </p:cNvPr>
          <p:cNvSpPr>
            <a:spLocks noChangeArrowheads="1"/>
          </p:cNvSpPr>
          <p:nvPr/>
        </p:nvSpPr>
        <p:spPr bwMode="auto">
          <a:xfrm>
            <a:off x="8451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32" name="Rectangle 92">
            <a:extLst>
              <a:ext uri="{FF2B5EF4-FFF2-40B4-BE49-F238E27FC236}">
                <a16:creationId xmlns:a16="http://schemas.microsoft.com/office/drawing/2014/main" id="{82B06A16-E4F7-32E6-A486-78CB73681BD7}"/>
              </a:ext>
            </a:extLst>
          </p:cNvPr>
          <p:cNvSpPr>
            <a:spLocks noChangeArrowheads="1"/>
          </p:cNvSpPr>
          <p:nvPr/>
        </p:nvSpPr>
        <p:spPr bwMode="auto">
          <a:xfrm>
            <a:off x="5022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33" name="Rectangle 93">
            <a:extLst>
              <a:ext uri="{FF2B5EF4-FFF2-40B4-BE49-F238E27FC236}">
                <a16:creationId xmlns:a16="http://schemas.microsoft.com/office/drawing/2014/main" id="{EAE06EBC-0A8E-B4EA-091F-5462033FCF3F}"/>
              </a:ext>
            </a:extLst>
          </p:cNvPr>
          <p:cNvSpPr>
            <a:spLocks noChangeArrowheads="1"/>
          </p:cNvSpPr>
          <p:nvPr/>
        </p:nvSpPr>
        <p:spPr bwMode="auto">
          <a:xfrm>
            <a:off x="5403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34" name="Rectangle 94">
            <a:extLst>
              <a:ext uri="{FF2B5EF4-FFF2-40B4-BE49-F238E27FC236}">
                <a16:creationId xmlns:a16="http://schemas.microsoft.com/office/drawing/2014/main" id="{F49E9BB0-3A55-716B-E35C-3F97623343F6}"/>
              </a:ext>
            </a:extLst>
          </p:cNvPr>
          <p:cNvSpPr>
            <a:spLocks noChangeArrowheads="1"/>
          </p:cNvSpPr>
          <p:nvPr/>
        </p:nvSpPr>
        <p:spPr bwMode="auto">
          <a:xfrm>
            <a:off x="5784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35" name="Rectangle 95">
            <a:extLst>
              <a:ext uri="{FF2B5EF4-FFF2-40B4-BE49-F238E27FC236}">
                <a16:creationId xmlns:a16="http://schemas.microsoft.com/office/drawing/2014/main" id="{0FB544DB-85BD-29E1-76ED-F8DF6F21BA64}"/>
              </a:ext>
            </a:extLst>
          </p:cNvPr>
          <p:cNvSpPr>
            <a:spLocks noChangeArrowheads="1"/>
          </p:cNvSpPr>
          <p:nvPr/>
        </p:nvSpPr>
        <p:spPr bwMode="auto">
          <a:xfrm>
            <a:off x="6165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36" name="Rectangle 96">
            <a:extLst>
              <a:ext uri="{FF2B5EF4-FFF2-40B4-BE49-F238E27FC236}">
                <a16:creationId xmlns:a16="http://schemas.microsoft.com/office/drawing/2014/main" id="{56DDC960-77B7-B873-3492-AD023667BE86}"/>
              </a:ext>
            </a:extLst>
          </p:cNvPr>
          <p:cNvSpPr>
            <a:spLocks noChangeArrowheads="1"/>
          </p:cNvSpPr>
          <p:nvPr/>
        </p:nvSpPr>
        <p:spPr bwMode="auto">
          <a:xfrm>
            <a:off x="6546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37" name="Rectangle 97">
            <a:extLst>
              <a:ext uri="{FF2B5EF4-FFF2-40B4-BE49-F238E27FC236}">
                <a16:creationId xmlns:a16="http://schemas.microsoft.com/office/drawing/2014/main" id="{9F5305D7-F1F1-1769-7D47-33949DCB3088}"/>
              </a:ext>
            </a:extLst>
          </p:cNvPr>
          <p:cNvSpPr>
            <a:spLocks noChangeArrowheads="1"/>
          </p:cNvSpPr>
          <p:nvPr/>
        </p:nvSpPr>
        <p:spPr bwMode="auto">
          <a:xfrm>
            <a:off x="6927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38" name="Rectangle 98">
            <a:extLst>
              <a:ext uri="{FF2B5EF4-FFF2-40B4-BE49-F238E27FC236}">
                <a16:creationId xmlns:a16="http://schemas.microsoft.com/office/drawing/2014/main" id="{B3BEDEBC-B076-EA5E-C6BF-CE89EA5FFE52}"/>
              </a:ext>
            </a:extLst>
          </p:cNvPr>
          <p:cNvSpPr>
            <a:spLocks noChangeArrowheads="1"/>
          </p:cNvSpPr>
          <p:nvPr/>
        </p:nvSpPr>
        <p:spPr bwMode="auto">
          <a:xfrm>
            <a:off x="7308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39" name="Rectangle 99">
            <a:extLst>
              <a:ext uri="{FF2B5EF4-FFF2-40B4-BE49-F238E27FC236}">
                <a16:creationId xmlns:a16="http://schemas.microsoft.com/office/drawing/2014/main" id="{B4028789-4489-E978-FBAE-9AB7FE7F4F37}"/>
              </a:ext>
            </a:extLst>
          </p:cNvPr>
          <p:cNvSpPr>
            <a:spLocks noChangeArrowheads="1"/>
          </p:cNvSpPr>
          <p:nvPr/>
        </p:nvSpPr>
        <p:spPr bwMode="auto">
          <a:xfrm>
            <a:off x="7689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40" name="Rectangle 100">
            <a:extLst>
              <a:ext uri="{FF2B5EF4-FFF2-40B4-BE49-F238E27FC236}">
                <a16:creationId xmlns:a16="http://schemas.microsoft.com/office/drawing/2014/main" id="{2F53598B-6708-8E4B-76ED-B17F989085F0}"/>
              </a:ext>
            </a:extLst>
          </p:cNvPr>
          <p:cNvSpPr>
            <a:spLocks noChangeArrowheads="1"/>
          </p:cNvSpPr>
          <p:nvPr/>
        </p:nvSpPr>
        <p:spPr bwMode="auto">
          <a:xfrm>
            <a:off x="8070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41" name="Rectangle 101">
            <a:extLst>
              <a:ext uri="{FF2B5EF4-FFF2-40B4-BE49-F238E27FC236}">
                <a16:creationId xmlns:a16="http://schemas.microsoft.com/office/drawing/2014/main" id="{A868B058-02AE-FFB9-1CE5-496DFEBA8D7D}"/>
              </a:ext>
            </a:extLst>
          </p:cNvPr>
          <p:cNvSpPr>
            <a:spLocks noChangeArrowheads="1"/>
          </p:cNvSpPr>
          <p:nvPr/>
        </p:nvSpPr>
        <p:spPr bwMode="auto">
          <a:xfrm>
            <a:off x="8451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42" name="Line 102">
            <a:extLst>
              <a:ext uri="{FF2B5EF4-FFF2-40B4-BE49-F238E27FC236}">
                <a16:creationId xmlns:a16="http://schemas.microsoft.com/office/drawing/2014/main" id="{D3D95A54-268C-83DF-78CD-DE22E1186AA4}"/>
              </a:ext>
            </a:extLst>
          </p:cNvPr>
          <p:cNvSpPr>
            <a:spLocks noChangeShapeType="1"/>
          </p:cNvSpPr>
          <p:nvPr/>
        </p:nvSpPr>
        <p:spPr bwMode="auto">
          <a:xfrm>
            <a:off x="5022850" y="6038850"/>
            <a:ext cx="3810000"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3" name="Line 103">
            <a:extLst>
              <a:ext uri="{FF2B5EF4-FFF2-40B4-BE49-F238E27FC236}">
                <a16:creationId xmlns:a16="http://schemas.microsoft.com/office/drawing/2014/main" id="{A516C2B2-C2A7-4680-A581-A8340EA98378}"/>
              </a:ext>
            </a:extLst>
          </p:cNvPr>
          <p:cNvSpPr>
            <a:spLocks noChangeShapeType="1"/>
          </p:cNvSpPr>
          <p:nvPr/>
        </p:nvSpPr>
        <p:spPr bwMode="auto">
          <a:xfrm flipV="1">
            <a:off x="5022850" y="2228850"/>
            <a:ext cx="0" cy="38100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4" name="Oval 104">
            <a:extLst>
              <a:ext uri="{FF2B5EF4-FFF2-40B4-BE49-F238E27FC236}">
                <a16:creationId xmlns:a16="http://schemas.microsoft.com/office/drawing/2014/main" id="{BA9B39A1-12AE-DDC0-1546-C2C8216654D5}"/>
              </a:ext>
            </a:extLst>
          </p:cNvPr>
          <p:cNvSpPr>
            <a:spLocks noChangeArrowheads="1"/>
          </p:cNvSpPr>
          <p:nvPr/>
        </p:nvSpPr>
        <p:spPr bwMode="auto">
          <a:xfrm>
            <a:off x="5403850" y="47434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45" name="Oval 105">
            <a:extLst>
              <a:ext uri="{FF2B5EF4-FFF2-40B4-BE49-F238E27FC236}">
                <a16:creationId xmlns:a16="http://schemas.microsoft.com/office/drawing/2014/main" id="{0A5DF598-26E2-C4D0-6F6E-8205C14913ED}"/>
              </a:ext>
            </a:extLst>
          </p:cNvPr>
          <p:cNvSpPr>
            <a:spLocks noChangeArrowheads="1"/>
          </p:cNvSpPr>
          <p:nvPr/>
        </p:nvSpPr>
        <p:spPr bwMode="auto">
          <a:xfrm>
            <a:off x="6013450" y="52768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46" name="Rectangle 106">
            <a:extLst>
              <a:ext uri="{FF2B5EF4-FFF2-40B4-BE49-F238E27FC236}">
                <a16:creationId xmlns:a16="http://schemas.microsoft.com/office/drawing/2014/main" id="{E2047871-8030-3097-5AFD-D8BF0E81FD2F}"/>
              </a:ext>
            </a:extLst>
          </p:cNvPr>
          <p:cNvSpPr>
            <a:spLocks noChangeArrowheads="1"/>
          </p:cNvSpPr>
          <p:nvPr/>
        </p:nvSpPr>
        <p:spPr bwMode="auto">
          <a:xfrm>
            <a:off x="8321675" y="27114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47" name="Rectangle 107">
            <a:extLst>
              <a:ext uri="{FF2B5EF4-FFF2-40B4-BE49-F238E27FC236}">
                <a16:creationId xmlns:a16="http://schemas.microsoft.com/office/drawing/2014/main" id="{E3C8A0BE-6263-E51D-A51E-7AB53EE18D07}"/>
              </a:ext>
            </a:extLst>
          </p:cNvPr>
          <p:cNvSpPr>
            <a:spLocks noChangeArrowheads="1"/>
          </p:cNvSpPr>
          <p:nvPr/>
        </p:nvSpPr>
        <p:spPr bwMode="auto">
          <a:xfrm>
            <a:off x="7418388" y="33718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48" name="Rectangle 108">
            <a:extLst>
              <a:ext uri="{FF2B5EF4-FFF2-40B4-BE49-F238E27FC236}">
                <a16:creationId xmlns:a16="http://schemas.microsoft.com/office/drawing/2014/main" id="{789A58DE-7B53-A943-D4A3-21A68A61EA1B}"/>
              </a:ext>
            </a:extLst>
          </p:cNvPr>
          <p:cNvSpPr>
            <a:spLocks noChangeArrowheads="1"/>
          </p:cNvSpPr>
          <p:nvPr/>
        </p:nvSpPr>
        <p:spPr bwMode="auto">
          <a:xfrm>
            <a:off x="7994650" y="24574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49" name="Rectangle 109">
            <a:extLst>
              <a:ext uri="{FF2B5EF4-FFF2-40B4-BE49-F238E27FC236}">
                <a16:creationId xmlns:a16="http://schemas.microsoft.com/office/drawing/2014/main" id="{0BB4CB4F-8753-41E2-4EC1-B954303A5AE8}"/>
              </a:ext>
            </a:extLst>
          </p:cNvPr>
          <p:cNvSpPr>
            <a:spLocks noChangeArrowheads="1"/>
          </p:cNvSpPr>
          <p:nvPr/>
        </p:nvSpPr>
        <p:spPr bwMode="auto">
          <a:xfrm>
            <a:off x="8147050" y="34480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50" name="Rectangle 110">
            <a:extLst>
              <a:ext uri="{FF2B5EF4-FFF2-40B4-BE49-F238E27FC236}">
                <a16:creationId xmlns:a16="http://schemas.microsoft.com/office/drawing/2014/main" id="{B540D85D-6738-A237-9558-13FE897286F8}"/>
              </a:ext>
            </a:extLst>
          </p:cNvPr>
          <p:cNvSpPr>
            <a:spLocks noChangeArrowheads="1"/>
          </p:cNvSpPr>
          <p:nvPr/>
        </p:nvSpPr>
        <p:spPr bwMode="auto">
          <a:xfrm>
            <a:off x="8675688" y="4278313"/>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51" name="Oval 111">
            <a:extLst>
              <a:ext uri="{FF2B5EF4-FFF2-40B4-BE49-F238E27FC236}">
                <a16:creationId xmlns:a16="http://schemas.microsoft.com/office/drawing/2014/main" id="{181761BC-6054-A767-CB49-F2266E02F095}"/>
              </a:ext>
            </a:extLst>
          </p:cNvPr>
          <p:cNvSpPr>
            <a:spLocks noChangeArrowheads="1"/>
          </p:cNvSpPr>
          <p:nvPr/>
        </p:nvSpPr>
        <p:spPr bwMode="auto">
          <a:xfrm>
            <a:off x="5567363" y="411480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52" name="Oval 112">
            <a:extLst>
              <a:ext uri="{FF2B5EF4-FFF2-40B4-BE49-F238E27FC236}">
                <a16:creationId xmlns:a16="http://schemas.microsoft.com/office/drawing/2014/main" id="{1D1C977E-E782-EBFB-3ADE-C22F93716DEC}"/>
              </a:ext>
            </a:extLst>
          </p:cNvPr>
          <p:cNvSpPr>
            <a:spLocks noChangeArrowheads="1"/>
          </p:cNvSpPr>
          <p:nvPr/>
        </p:nvSpPr>
        <p:spPr bwMode="auto">
          <a:xfrm>
            <a:off x="5175250" y="55816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53" name="Oval 113">
            <a:extLst>
              <a:ext uri="{FF2B5EF4-FFF2-40B4-BE49-F238E27FC236}">
                <a16:creationId xmlns:a16="http://schemas.microsoft.com/office/drawing/2014/main" id="{7A7FF01A-76B2-E637-26C7-776CB312E736}"/>
              </a:ext>
            </a:extLst>
          </p:cNvPr>
          <p:cNvSpPr>
            <a:spLocks noChangeArrowheads="1"/>
          </p:cNvSpPr>
          <p:nvPr/>
        </p:nvSpPr>
        <p:spPr bwMode="auto">
          <a:xfrm>
            <a:off x="5251450" y="42100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54" name="Text Box 114">
            <a:extLst>
              <a:ext uri="{FF2B5EF4-FFF2-40B4-BE49-F238E27FC236}">
                <a16:creationId xmlns:a16="http://schemas.microsoft.com/office/drawing/2014/main" id="{23FCF008-2B53-DED6-2565-CA5735D29E09}"/>
              </a:ext>
            </a:extLst>
          </p:cNvPr>
          <p:cNvSpPr txBox="1">
            <a:spLocks noChangeArrowheads="1"/>
          </p:cNvSpPr>
          <p:nvPr/>
        </p:nvSpPr>
        <p:spPr bwMode="auto">
          <a:xfrm>
            <a:off x="5175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1</a:t>
            </a:r>
          </a:p>
        </p:txBody>
      </p:sp>
      <p:sp>
        <p:nvSpPr>
          <p:cNvPr id="61555" name="Text Box 115">
            <a:extLst>
              <a:ext uri="{FF2B5EF4-FFF2-40B4-BE49-F238E27FC236}">
                <a16:creationId xmlns:a16="http://schemas.microsoft.com/office/drawing/2014/main" id="{9001EB45-52A4-C98F-9E52-3C5D3E00DA40}"/>
              </a:ext>
            </a:extLst>
          </p:cNvPr>
          <p:cNvSpPr txBox="1">
            <a:spLocks noChangeArrowheads="1"/>
          </p:cNvSpPr>
          <p:nvPr/>
        </p:nvSpPr>
        <p:spPr bwMode="auto">
          <a:xfrm>
            <a:off x="5556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2</a:t>
            </a:r>
          </a:p>
        </p:txBody>
      </p:sp>
      <p:sp>
        <p:nvSpPr>
          <p:cNvPr id="61556" name="Text Box 116">
            <a:extLst>
              <a:ext uri="{FF2B5EF4-FFF2-40B4-BE49-F238E27FC236}">
                <a16:creationId xmlns:a16="http://schemas.microsoft.com/office/drawing/2014/main" id="{F356188E-837A-337B-E3A8-26BFB48D2BC6}"/>
              </a:ext>
            </a:extLst>
          </p:cNvPr>
          <p:cNvSpPr txBox="1">
            <a:spLocks noChangeArrowheads="1"/>
          </p:cNvSpPr>
          <p:nvPr/>
        </p:nvSpPr>
        <p:spPr bwMode="auto">
          <a:xfrm>
            <a:off x="5937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3</a:t>
            </a:r>
          </a:p>
        </p:txBody>
      </p:sp>
      <p:sp>
        <p:nvSpPr>
          <p:cNvPr id="61557" name="Text Box 117">
            <a:extLst>
              <a:ext uri="{FF2B5EF4-FFF2-40B4-BE49-F238E27FC236}">
                <a16:creationId xmlns:a16="http://schemas.microsoft.com/office/drawing/2014/main" id="{3FFC5746-4D4C-FA82-528E-3F82462B9C6A}"/>
              </a:ext>
            </a:extLst>
          </p:cNvPr>
          <p:cNvSpPr txBox="1">
            <a:spLocks noChangeArrowheads="1"/>
          </p:cNvSpPr>
          <p:nvPr/>
        </p:nvSpPr>
        <p:spPr bwMode="auto">
          <a:xfrm>
            <a:off x="6318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4</a:t>
            </a:r>
          </a:p>
        </p:txBody>
      </p:sp>
      <p:sp>
        <p:nvSpPr>
          <p:cNvPr id="61558" name="Text Box 118">
            <a:extLst>
              <a:ext uri="{FF2B5EF4-FFF2-40B4-BE49-F238E27FC236}">
                <a16:creationId xmlns:a16="http://schemas.microsoft.com/office/drawing/2014/main" id="{E13EBF65-5248-2996-7C8D-2AC929A1B22C}"/>
              </a:ext>
            </a:extLst>
          </p:cNvPr>
          <p:cNvSpPr txBox="1">
            <a:spLocks noChangeArrowheads="1"/>
          </p:cNvSpPr>
          <p:nvPr/>
        </p:nvSpPr>
        <p:spPr bwMode="auto">
          <a:xfrm>
            <a:off x="6699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5</a:t>
            </a:r>
          </a:p>
        </p:txBody>
      </p:sp>
      <p:sp>
        <p:nvSpPr>
          <p:cNvPr id="61559" name="Text Box 119">
            <a:extLst>
              <a:ext uri="{FF2B5EF4-FFF2-40B4-BE49-F238E27FC236}">
                <a16:creationId xmlns:a16="http://schemas.microsoft.com/office/drawing/2014/main" id="{9C66C2DB-3722-51FA-4A70-19A6DC7F9E5E}"/>
              </a:ext>
            </a:extLst>
          </p:cNvPr>
          <p:cNvSpPr txBox="1">
            <a:spLocks noChangeArrowheads="1"/>
          </p:cNvSpPr>
          <p:nvPr/>
        </p:nvSpPr>
        <p:spPr bwMode="auto">
          <a:xfrm>
            <a:off x="7080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6</a:t>
            </a:r>
          </a:p>
        </p:txBody>
      </p:sp>
      <p:sp>
        <p:nvSpPr>
          <p:cNvPr id="61560" name="Text Box 120">
            <a:extLst>
              <a:ext uri="{FF2B5EF4-FFF2-40B4-BE49-F238E27FC236}">
                <a16:creationId xmlns:a16="http://schemas.microsoft.com/office/drawing/2014/main" id="{36C7A47A-1EA0-6178-0D17-08423F878BA5}"/>
              </a:ext>
            </a:extLst>
          </p:cNvPr>
          <p:cNvSpPr txBox="1">
            <a:spLocks noChangeArrowheads="1"/>
          </p:cNvSpPr>
          <p:nvPr/>
        </p:nvSpPr>
        <p:spPr bwMode="auto">
          <a:xfrm>
            <a:off x="7461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7</a:t>
            </a:r>
          </a:p>
        </p:txBody>
      </p:sp>
      <p:sp>
        <p:nvSpPr>
          <p:cNvPr id="61561" name="Text Box 121">
            <a:extLst>
              <a:ext uri="{FF2B5EF4-FFF2-40B4-BE49-F238E27FC236}">
                <a16:creationId xmlns:a16="http://schemas.microsoft.com/office/drawing/2014/main" id="{E6A1D705-F7D9-1557-A3BC-E1B134969351}"/>
              </a:ext>
            </a:extLst>
          </p:cNvPr>
          <p:cNvSpPr txBox="1">
            <a:spLocks noChangeArrowheads="1"/>
          </p:cNvSpPr>
          <p:nvPr/>
        </p:nvSpPr>
        <p:spPr bwMode="auto">
          <a:xfrm>
            <a:off x="7842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8</a:t>
            </a:r>
          </a:p>
        </p:txBody>
      </p:sp>
      <p:sp>
        <p:nvSpPr>
          <p:cNvPr id="61562" name="Text Box 122">
            <a:extLst>
              <a:ext uri="{FF2B5EF4-FFF2-40B4-BE49-F238E27FC236}">
                <a16:creationId xmlns:a16="http://schemas.microsoft.com/office/drawing/2014/main" id="{93E67096-776B-58D5-BAF4-9C76C7A1EEC9}"/>
              </a:ext>
            </a:extLst>
          </p:cNvPr>
          <p:cNvSpPr txBox="1">
            <a:spLocks noChangeArrowheads="1"/>
          </p:cNvSpPr>
          <p:nvPr/>
        </p:nvSpPr>
        <p:spPr bwMode="auto">
          <a:xfrm>
            <a:off x="8223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9</a:t>
            </a:r>
          </a:p>
        </p:txBody>
      </p:sp>
      <p:sp>
        <p:nvSpPr>
          <p:cNvPr id="61563" name="Text Box 123">
            <a:extLst>
              <a:ext uri="{FF2B5EF4-FFF2-40B4-BE49-F238E27FC236}">
                <a16:creationId xmlns:a16="http://schemas.microsoft.com/office/drawing/2014/main" id="{937005FD-27DB-9C28-7C7F-4998A8C029F3}"/>
              </a:ext>
            </a:extLst>
          </p:cNvPr>
          <p:cNvSpPr txBox="1">
            <a:spLocks noChangeArrowheads="1"/>
          </p:cNvSpPr>
          <p:nvPr/>
        </p:nvSpPr>
        <p:spPr bwMode="auto">
          <a:xfrm>
            <a:off x="8528050" y="6115050"/>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10</a:t>
            </a:r>
          </a:p>
        </p:txBody>
      </p:sp>
      <p:sp>
        <p:nvSpPr>
          <p:cNvPr id="61564" name="Oval 124">
            <a:extLst>
              <a:ext uri="{FF2B5EF4-FFF2-40B4-BE49-F238E27FC236}">
                <a16:creationId xmlns:a16="http://schemas.microsoft.com/office/drawing/2014/main" id="{87B44E7D-69BB-ABC8-2903-DB577BE4ED52}"/>
              </a:ext>
            </a:extLst>
          </p:cNvPr>
          <p:cNvSpPr>
            <a:spLocks noChangeArrowheads="1"/>
          </p:cNvSpPr>
          <p:nvPr/>
        </p:nvSpPr>
        <p:spPr bwMode="auto">
          <a:xfrm>
            <a:off x="5861050" y="46672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65" name="Oval 125">
            <a:extLst>
              <a:ext uri="{FF2B5EF4-FFF2-40B4-BE49-F238E27FC236}">
                <a16:creationId xmlns:a16="http://schemas.microsoft.com/office/drawing/2014/main" id="{BF139070-FEB5-4D2E-20E8-F685F95C3D8F}"/>
              </a:ext>
            </a:extLst>
          </p:cNvPr>
          <p:cNvSpPr>
            <a:spLocks noChangeArrowheads="1"/>
          </p:cNvSpPr>
          <p:nvPr/>
        </p:nvSpPr>
        <p:spPr bwMode="auto">
          <a:xfrm>
            <a:off x="5480050" y="51244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66" name="Oval 126">
            <a:extLst>
              <a:ext uri="{FF2B5EF4-FFF2-40B4-BE49-F238E27FC236}">
                <a16:creationId xmlns:a16="http://schemas.microsoft.com/office/drawing/2014/main" id="{5093449C-6F14-DFC9-C036-62B3109BC107}"/>
              </a:ext>
            </a:extLst>
          </p:cNvPr>
          <p:cNvSpPr>
            <a:spLocks noChangeArrowheads="1"/>
          </p:cNvSpPr>
          <p:nvPr/>
        </p:nvSpPr>
        <p:spPr bwMode="auto">
          <a:xfrm>
            <a:off x="5632450" y="54292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67" name="Oval 127">
            <a:extLst>
              <a:ext uri="{FF2B5EF4-FFF2-40B4-BE49-F238E27FC236}">
                <a16:creationId xmlns:a16="http://schemas.microsoft.com/office/drawing/2014/main" id="{D356FC28-35D7-3A6B-9BDB-47A0864BB6EB}"/>
              </a:ext>
            </a:extLst>
          </p:cNvPr>
          <p:cNvSpPr>
            <a:spLocks noChangeArrowheads="1"/>
          </p:cNvSpPr>
          <p:nvPr/>
        </p:nvSpPr>
        <p:spPr bwMode="auto">
          <a:xfrm>
            <a:off x="6089650" y="46672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68" name="Oval 128">
            <a:extLst>
              <a:ext uri="{FF2B5EF4-FFF2-40B4-BE49-F238E27FC236}">
                <a16:creationId xmlns:a16="http://schemas.microsoft.com/office/drawing/2014/main" id="{2F99232A-8C67-7F58-A5FF-5D59C5B8E308}"/>
              </a:ext>
            </a:extLst>
          </p:cNvPr>
          <p:cNvSpPr>
            <a:spLocks noChangeArrowheads="1"/>
          </p:cNvSpPr>
          <p:nvPr/>
        </p:nvSpPr>
        <p:spPr bwMode="auto">
          <a:xfrm>
            <a:off x="5327650" y="38290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69" name="Oval 129">
            <a:extLst>
              <a:ext uri="{FF2B5EF4-FFF2-40B4-BE49-F238E27FC236}">
                <a16:creationId xmlns:a16="http://schemas.microsoft.com/office/drawing/2014/main" id="{EBA18E70-0297-C693-AEA7-F68C7B97DC5D}"/>
              </a:ext>
            </a:extLst>
          </p:cNvPr>
          <p:cNvSpPr>
            <a:spLocks noChangeArrowheads="1"/>
          </p:cNvSpPr>
          <p:nvPr/>
        </p:nvSpPr>
        <p:spPr bwMode="auto">
          <a:xfrm>
            <a:off x="5772150" y="3735388"/>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70" name="Oval 130">
            <a:extLst>
              <a:ext uri="{FF2B5EF4-FFF2-40B4-BE49-F238E27FC236}">
                <a16:creationId xmlns:a16="http://schemas.microsoft.com/office/drawing/2014/main" id="{73C0A2C4-1022-B24C-D481-73835C82546C}"/>
              </a:ext>
            </a:extLst>
          </p:cNvPr>
          <p:cNvSpPr>
            <a:spLocks noChangeArrowheads="1"/>
          </p:cNvSpPr>
          <p:nvPr/>
        </p:nvSpPr>
        <p:spPr bwMode="auto">
          <a:xfrm>
            <a:off x="5480050" y="45910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71" name="Oval 131">
            <a:extLst>
              <a:ext uri="{FF2B5EF4-FFF2-40B4-BE49-F238E27FC236}">
                <a16:creationId xmlns:a16="http://schemas.microsoft.com/office/drawing/2014/main" id="{1AB32EDA-6FE5-9D03-1B7D-9D794032FE86}"/>
              </a:ext>
            </a:extLst>
          </p:cNvPr>
          <p:cNvSpPr>
            <a:spLocks noChangeArrowheads="1"/>
          </p:cNvSpPr>
          <p:nvPr/>
        </p:nvSpPr>
        <p:spPr bwMode="auto">
          <a:xfrm>
            <a:off x="5784850" y="45148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72" name="Oval 132">
            <a:extLst>
              <a:ext uri="{FF2B5EF4-FFF2-40B4-BE49-F238E27FC236}">
                <a16:creationId xmlns:a16="http://schemas.microsoft.com/office/drawing/2014/main" id="{DF537483-C736-3373-1FD4-3FF215F48439}"/>
              </a:ext>
            </a:extLst>
          </p:cNvPr>
          <p:cNvSpPr>
            <a:spLocks noChangeArrowheads="1"/>
          </p:cNvSpPr>
          <p:nvPr/>
        </p:nvSpPr>
        <p:spPr bwMode="auto">
          <a:xfrm>
            <a:off x="5175250" y="50482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73" name="Oval 133">
            <a:extLst>
              <a:ext uri="{FF2B5EF4-FFF2-40B4-BE49-F238E27FC236}">
                <a16:creationId xmlns:a16="http://schemas.microsoft.com/office/drawing/2014/main" id="{1E380D59-68C2-B323-817A-37783873078D}"/>
              </a:ext>
            </a:extLst>
          </p:cNvPr>
          <p:cNvSpPr>
            <a:spLocks noChangeArrowheads="1"/>
          </p:cNvSpPr>
          <p:nvPr/>
        </p:nvSpPr>
        <p:spPr bwMode="auto">
          <a:xfrm>
            <a:off x="5708650" y="49720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74" name="Oval 134">
            <a:extLst>
              <a:ext uri="{FF2B5EF4-FFF2-40B4-BE49-F238E27FC236}">
                <a16:creationId xmlns:a16="http://schemas.microsoft.com/office/drawing/2014/main" id="{30A65A86-96A3-7AD7-8F73-11961CE52B43}"/>
              </a:ext>
            </a:extLst>
          </p:cNvPr>
          <p:cNvSpPr>
            <a:spLocks noChangeArrowheads="1"/>
          </p:cNvSpPr>
          <p:nvPr/>
        </p:nvSpPr>
        <p:spPr bwMode="auto">
          <a:xfrm>
            <a:off x="5175250" y="32956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75" name="Oval 135">
            <a:extLst>
              <a:ext uri="{FF2B5EF4-FFF2-40B4-BE49-F238E27FC236}">
                <a16:creationId xmlns:a16="http://schemas.microsoft.com/office/drawing/2014/main" id="{BA05DB1D-049A-45FC-57CE-1E5762E12367}"/>
              </a:ext>
            </a:extLst>
          </p:cNvPr>
          <p:cNvSpPr>
            <a:spLocks noChangeArrowheads="1"/>
          </p:cNvSpPr>
          <p:nvPr/>
        </p:nvSpPr>
        <p:spPr bwMode="auto">
          <a:xfrm>
            <a:off x="5556250" y="43624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76" name="Oval 136">
            <a:extLst>
              <a:ext uri="{FF2B5EF4-FFF2-40B4-BE49-F238E27FC236}">
                <a16:creationId xmlns:a16="http://schemas.microsoft.com/office/drawing/2014/main" id="{6EC72B2F-3812-A5A4-7F80-52E6B60D8CCF}"/>
              </a:ext>
            </a:extLst>
          </p:cNvPr>
          <p:cNvSpPr>
            <a:spLocks noChangeArrowheads="1"/>
          </p:cNvSpPr>
          <p:nvPr/>
        </p:nvSpPr>
        <p:spPr bwMode="auto">
          <a:xfrm>
            <a:off x="6013450" y="48958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77" name="Rectangle 137">
            <a:extLst>
              <a:ext uri="{FF2B5EF4-FFF2-40B4-BE49-F238E27FC236}">
                <a16:creationId xmlns:a16="http://schemas.microsoft.com/office/drawing/2014/main" id="{FEA78786-15C1-6FA0-C0A0-697849AEB48E}"/>
              </a:ext>
            </a:extLst>
          </p:cNvPr>
          <p:cNvSpPr>
            <a:spLocks noChangeArrowheads="1"/>
          </p:cNvSpPr>
          <p:nvPr/>
        </p:nvSpPr>
        <p:spPr bwMode="auto">
          <a:xfrm>
            <a:off x="7918450" y="32194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78" name="Rectangle 138">
            <a:extLst>
              <a:ext uri="{FF2B5EF4-FFF2-40B4-BE49-F238E27FC236}">
                <a16:creationId xmlns:a16="http://schemas.microsoft.com/office/drawing/2014/main" id="{5435A8B4-4E56-3B6F-7E9B-1AAE057AE1C4}"/>
              </a:ext>
            </a:extLst>
          </p:cNvPr>
          <p:cNvSpPr>
            <a:spLocks noChangeArrowheads="1"/>
          </p:cNvSpPr>
          <p:nvPr/>
        </p:nvSpPr>
        <p:spPr bwMode="auto">
          <a:xfrm>
            <a:off x="7766050" y="35242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79" name="Rectangle 139">
            <a:extLst>
              <a:ext uri="{FF2B5EF4-FFF2-40B4-BE49-F238E27FC236}">
                <a16:creationId xmlns:a16="http://schemas.microsoft.com/office/drawing/2014/main" id="{5559909B-5F99-50F7-5E3D-93767250DCC0}"/>
              </a:ext>
            </a:extLst>
          </p:cNvPr>
          <p:cNvSpPr>
            <a:spLocks noChangeArrowheads="1"/>
          </p:cNvSpPr>
          <p:nvPr/>
        </p:nvSpPr>
        <p:spPr bwMode="auto">
          <a:xfrm>
            <a:off x="7537450" y="31432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80" name="Rectangle 140">
            <a:extLst>
              <a:ext uri="{FF2B5EF4-FFF2-40B4-BE49-F238E27FC236}">
                <a16:creationId xmlns:a16="http://schemas.microsoft.com/office/drawing/2014/main" id="{B280E765-5DBB-60AE-FD18-5FC93805D8EF}"/>
              </a:ext>
            </a:extLst>
          </p:cNvPr>
          <p:cNvSpPr>
            <a:spLocks noChangeArrowheads="1"/>
          </p:cNvSpPr>
          <p:nvPr/>
        </p:nvSpPr>
        <p:spPr bwMode="auto">
          <a:xfrm>
            <a:off x="7537450" y="36004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81" name="Rectangle 141">
            <a:extLst>
              <a:ext uri="{FF2B5EF4-FFF2-40B4-BE49-F238E27FC236}">
                <a16:creationId xmlns:a16="http://schemas.microsoft.com/office/drawing/2014/main" id="{57171956-F07C-3F83-CF21-BD9CFF44813F}"/>
              </a:ext>
            </a:extLst>
          </p:cNvPr>
          <p:cNvSpPr>
            <a:spLocks noChangeArrowheads="1"/>
          </p:cNvSpPr>
          <p:nvPr/>
        </p:nvSpPr>
        <p:spPr bwMode="auto">
          <a:xfrm>
            <a:off x="8070850" y="29908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82" name="Rectangle 142">
            <a:extLst>
              <a:ext uri="{FF2B5EF4-FFF2-40B4-BE49-F238E27FC236}">
                <a16:creationId xmlns:a16="http://schemas.microsoft.com/office/drawing/2014/main" id="{4C783C39-A4D6-2082-7581-C976E97E557B}"/>
              </a:ext>
            </a:extLst>
          </p:cNvPr>
          <p:cNvSpPr>
            <a:spLocks noChangeArrowheads="1"/>
          </p:cNvSpPr>
          <p:nvPr/>
        </p:nvSpPr>
        <p:spPr bwMode="auto">
          <a:xfrm>
            <a:off x="8223250" y="32194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83" name="Rectangle 143">
            <a:extLst>
              <a:ext uri="{FF2B5EF4-FFF2-40B4-BE49-F238E27FC236}">
                <a16:creationId xmlns:a16="http://schemas.microsoft.com/office/drawing/2014/main" id="{1FEF882F-E67D-FEAE-8D6D-E1B10C0D6223}"/>
              </a:ext>
            </a:extLst>
          </p:cNvPr>
          <p:cNvSpPr>
            <a:spLocks noChangeArrowheads="1"/>
          </p:cNvSpPr>
          <p:nvPr/>
        </p:nvSpPr>
        <p:spPr bwMode="auto">
          <a:xfrm>
            <a:off x="7537450" y="23050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84" name="Rectangle 144">
            <a:extLst>
              <a:ext uri="{FF2B5EF4-FFF2-40B4-BE49-F238E27FC236}">
                <a16:creationId xmlns:a16="http://schemas.microsoft.com/office/drawing/2014/main" id="{80E4239A-3F28-1824-302C-0BA11E093652}"/>
              </a:ext>
            </a:extLst>
          </p:cNvPr>
          <p:cNvSpPr>
            <a:spLocks noChangeArrowheads="1"/>
          </p:cNvSpPr>
          <p:nvPr/>
        </p:nvSpPr>
        <p:spPr bwMode="auto">
          <a:xfrm>
            <a:off x="8528050" y="22288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85" name="Rectangle 145">
            <a:extLst>
              <a:ext uri="{FF2B5EF4-FFF2-40B4-BE49-F238E27FC236}">
                <a16:creationId xmlns:a16="http://schemas.microsoft.com/office/drawing/2014/main" id="{B9046E70-9349-D5B9-3B5C-0EB54539FBAB}"/>
              </a:ext>
            </a:extLst>
          </p:cNvPr>
          <p:cNvSpPr>
            <a:spLocks noChangeArrowheads="1"/>
          </p:cNvSpPr>
          <p:nvPr/>
        </p:nvSpPr>
        <p:spPr bwMode="auto">
          <a:xfrm>
            <a:off x="7570788" y="2720975"/>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86" name="Rectangle 146">
            <a:extLst>
              <a:ext uri="{FF2B5EF4-FFF2-40B4-BE49-F238E27FC236}">
                <a16:creationId xmlns:a16="http://schemas.microsoft.com/office/drawing/2014/main" id="{693A08C4-423C-C518-4490-1790231F7B59}"/>
              </a:ext>
            </a:extLst>
          </p:cNvPr>
          <p:cNvSpPr>
            <a:spLocks noChangeArrowheads="1"/>
          </p:cNvSpPr>
          <p:nvPr/>
        </p:nvSpPr>
        <p:spPr bwMode="auto">
          <a:xfrm>
            <a:off x="8223250" y="37528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87" name="Rectangle 147">
            <a:extLst>
              <a:ext uri="{FF2B5EF4-FFF2-40B4-BE49-F238E27FC236}">
                <a16:creationId xmlns:a16="http://schemas.microsoft.com/office/drawing/2014/main" id="{2EDF22D2-6352-ADA8-F3C4-76C8BD579088}"/>
              </a:ext>
            </a:extLst>
          </p:cNvPr>
          <p:cNvSpPr>
            <a:spLocks noChangeArrowheads="1"/>
          </p:cNvSpPr>
          <p:nvPr/>
        </p:nvSpPr>
        <p:spPr bwMode="auto">
          <a:xfrm>
            <a:off x="8147050" y="27622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88" name="Rectangle 148">
            <a:extLst>
              <a:ext uri="{FF2B5EF4-FFF2-40B4-BE49-F238E27FC236}">
                <a16:creationId xmlns:a16="http://schemas.microsoft.com/office/drawing/2014/main" id="{0EA91873-6668-83C8-07E7-F01963812E19}"/>
              </a:ext>
            </a:extLst>
          </p:cNvPr>
          <p:cNvSpPr>
            <a:spLocks noChangeArrowheads="1"/>
          </p:cNvSpPr>
          <p:nvPr/>
        </p:nvSpPr>
        <p:spPr bwMode="auto">
          <a:xfrm>
            <a:off x="7689850" y="29146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89" name="Rectangle 149">
            <a:extLst>
              <a:ext uri="{FF2B5EF4-FFF2-40B4-BE49-F238E27FC236}">
                <a16:creationId xmlns:a16="http://schemas.microsoft.com/office/drawing/2014/main" id="{31B3AFAC-0F18-7E06-7724-DBAAC5A1F301}"/>
              </a:ext>
            </a:extLst>
          </p:cNvPr>
          <p:cNvSpPr>
            <a:spLocks noChangeArrowheads="1"/>
          </p:cNvSpPr>
          <p:nvPr/>
        </p:nvSpPr>
        <p:spPr bwMode="auto">
          <a:xfrm>
            <a:off x="7232650" y="30670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90" name="Rectangle 150">
            <a:extLst>
              <a:ext uri="{FF2B5EF4-FFF2-40B4-BE49-F238E27FC236}">
                <a16:creationId xmlns:a16="http://schemas.microsoft.com/office/drawing/2014/main" id="{9E8E896A-1A63-B047-C674-53227169B1BF}"/>
              </a:ext>
            </a:extLst>
          </p:cNvPr>
          <p:cNvSpPr>
            <a:spLocks noChangeArrowheads="1"/>
          </p:cNvSpPr>
          <p:nvPr/>
        </p:nvSpPr>
        <p:spPr bwMode="auto">
          <a:xfrm>
            <a:off x="8528050" y="29908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91" name="Rectangle 151">
            <a:extLst>
              <a:ext uri="{FF2B5EF4-FFF2-40B4-BE49-F238E27FC236}">
                <a16:creationId xmlns:a16="http://schemas.microsoft.com/office/drawing/2014/main" id="{4519ADE4-5AB3-CDAF-4E2F-F5B17CA6448A}"/>
              </a:ext>
            </a:extLst>
          </p:cNvPr>
          <p:cNvSpPr>
            <a:spLocks noChangeArrowheads="1"/>
          </p:cNvSpPr>
          <p:nvPr/>
        </p:nvSpPr>
        <p:spPr bwMode="auto">
          <a:xfrm>
            <a:off x="7842250" y="38290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92" name="Rectangle 152">
            <a:extLst>
              <a:ext uri="{FF2B5EF4-FFF2-40B4-BE49-F238E27FC236}">
                <a16:creationId xmlns:a16="http://schemas.microsoft.com/office/drawing/2014/main" id="{7C06B15B-C141-EC0C-3DA7-84EBCA810F57}"/>
              </a:ext>
            </a:extLst>
          </p:cNvPr>
          <p:cNvSpPr>
            <a:spLocks noChangeArrowheads="1"/>
          </p:cNvSpPr>
          <p:nvPr/>
        </p:nvSpPr>
        <p:spPr bwMode="auto">
          <a:xfrm>
            <a:off x="8451850" y="39052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93" name="Oval 153">
            <a:extLst>
              <a:ext uri="{FF2B5EF4-FFF2-40B4-BE49-F238E27FC236}">
                <a16:creationId xmlns:a16="http://schemas.microsoft.com/office/drawing/2014/main" id="{E96A0DEB-ED44-BA3C-6F7A-76AC42132FB3}"/>
              </a:ext>
            </a:extLst>
          </p:cNvPr>
          <p:cNvSpPr>
            <a:spLocks noChangeArrowheads="1"/>
          </p:cNvSpPr>
          <p:nvPr/>
        </p:nvSpPr>
        <p:spPr bwMode="auto">
          <a:xfrm>
            <a:off x="6240463" y="475297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94" name="Oval 154">
            <a:extLst>
              <a:ext uri="{FF2B5EF4-FFF2-40B4-BE49-F238E27FC236}">
                <a16:creationId xmlns:a16="http://schemas.microsoft.com/office/drawing/2014/main" id="{BC2D70C1-F945-08CF-F2B5-7DA34E5C92DA}"/>
              </a:ext>
            </a:extLst>
          </p:cNvPr>
          <p:cNvSpPr>
            <a:spLocks noChangeArrowheads="1"/>
          </p:cNvSpPr>
          <p:nvPr/>
        </p:nvSpPr>
        <p:spPr bwMode="auto">
          <a:xfrm>
            <a:off x="5922963" y="4125913"/>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95" name="Oval 155">
            <a:extLst>
              <a:ext uri="{FF2B5EF4-FFF2-40B4-BE49-F238E27FC236}">
                <a16:creationId xmlns:a16="http://schemas.microsoft.com/office/drawing/2014/main" id="{BA088320-1813-24ED-BE6E-2C13C211E42F}"/>
              </a:ext>
            </a:extLst>
          </p:cNvPr>
          <p:cNvSpPr>
            <a:spLocks noChangeArrowheads="1"/>
          </p:cNvSpPr>
          <p:nvPr/>
        </p:nvSpPr>
        <p:spPr bwMode="auto">
          <a:xfrm>
            <a:off x="6042025" y="445452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96" name="Oval 156">
            <a:extLst>
              <a:ext uri="{FF2B5EF4-FFF2-40B4-BE49-F238E27FC236}">
                <a16:creationId xmlns:a16="http://schemas.microsoft.com/office/drawing/2014/main" id="{AF68CF8F-004D-83A0-793B-291132322620}"/>
              </a:ext>
            </a:extLst>
          </p:cNvPr>
          <p:cNvSpPr>
            <a:spLocks noChangeArrowheads="1"/>
          </p:cNvSpPr>
          <p:nvPr/>
        </p:nvSpPr>
        <p:spPr bwMode="auto">
          <a:xfrm>
            <a:off x="6378575" y="4456113"/>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97" name="Oval 157">
            <a:extLst>
              <a:ext uri="{FF2B5EF4-FFF2-40B4-BE49-F238E27FC236}">
                <a16:creationId xmlns:a16="http://schemas.microsoft.com/office/drawing/2014/main" id="{BA32BB1D-064E-2CFD-4A2B-73563D6C4D07}"/>
              </a:ext>
            </a:extLst>
          </p:cNvPr>
          <p:cNvSpPr>
            <a:spLocks noChangeArrowheads="1"/>
          </p:cNvSpPr>
          <p:nvPr/>
        </p:nvSpPr>
        <p:spPr bwMode="auto">
          <a:xfrm>
            <a:off x="6254750" y="5011738"/>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98" name="Oval 158">
            <a:extLst>
              <a:ext uri="{FF2B5EF4-FFF2-40B4-BE49-F238E27FC236}">
                <a16:creationId xmlns:a16="http://schemas.microsoft.com/office/drawing/2014/main" id="{5AFF77EA-BB02-044A-A87C-81675FA30B36}"/>
              </a:ext>
            </a:extLst>
          </p:cNvPr>
          <p:cNvSpPr>
            <a:spLocks noChangeArrowheads="1"/>
          </p:cNvSpPr>
          <p:nvPr/>
        </p:nvSpPr>
        <p:spPr bwMode="auto">
          <a:xfrm>
            <a:off x="5173663" y="459422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599" name="Oval 159">
            <a:extLst>
              <a:ext uri="{FF2B5EF4-FFF2-40B4-BE49-F238E27FC236}">
                <a16:creationId xmlns:a16="http://schemas.microsoft.com/office/drawing/2014/main" id="{0D3C2DFE-85EE-7B62-91E3-7DCAE7CD4401}"/>
              </a:ext>
            </a:extLst>
          </p:cNvPr>
          <p:cNvSpPr>
            <a:spLocks noChangeArrowheads="1"/>
          </p:cNvSpPr>
          <p:nvPr/>
        </p:nvSpPr>
        <p:spPr bwMode="auto">
          <a:xfrm>
            <a:off x="5402263" y="5399088"/>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600" name="Oval 160">
            <a:extLst>
              <a:ext uri="{FF2B5EF4-FFF2-40B4-BE49-F238E27FC236}">
                <a16:creationId xmlns:a16="http://schemas.microsoft.com/office/drawing/2014/main" id="{F7BD8CC6-25A9-78F6-E1A0-977571143036}"/>
              </a:ext>
            </a:extLst>
          </p:cNvPr>
          <p:cNvSpPr>
            <a:spLocks noChangeArrowheads="1"/>
          </p:cNvSpPr>
          <p:nvPr/>
        </p:nvSpPr>
        <p:spPr bwMode="auto">
          <a:xfrm>
            <a:off x="5856288" y="435292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601" name="Oval 161">
            <a:extLst>
              <a:ext uri="{FF2B5EF4-FFF2-40B4-BE49-F238E27FC236}">
                <a16:creationId xmlns:a16="http://schemas.microsoft.com/office/drawing/2014/main" id="{7CB09DD6-177C-FAFB-EC1E-FDAF78D66CC8}"/>
              </a:ext>
            </a:extLst>
          </p:cNvPr>
          <p:cNvSpPr>
            <a:spLocks noChangeArrowheads="1"/>
          </p:cNvSpPr>
          <p:nvPr/>
        </p:nvSpPr>
        <p:spPr bwMode="auto">
          <a:xfrm>
            <a:off x="5799138" y="521017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602" name="Oval 162">
            <a:extLst>
              <a:ext uri="{FF2B5EF4-FFF2-40B4-BE49-F238E27FC236}">
                <a16:creationId xmlns:a16="http://schemas.microsoft.com/office/drawing/2014/main" id="{7A408FD8-9A04-A7BF-CDF3-57701A216E0F}"/>
              </a:ext>
            </a:extLst>
          </p:cNvPr>
          <p:cNvSpPr>
            <a:spLocks noChangeArrowheads="1"/>
          </p:cNvSpPr>
          <p:nvPr/>
        </p:nvSpPr>
        <p:spPr bwMode="auto">
          <a:xfrm>
            <a:off x="5137150" y="5830888"/>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603" name="Rectangle 163">
            <a:extLst>
              <a:ext uri="{FF2B5EF4-FFF2-40B4-BE49-F238E27FC236}">
                <a16:creationId xmlns:a16="http://schemas.microsoft.com/office/drawing/2014/main" id="{B8CE9EF4-31D0-F52C-BAB6-D5E593032A09}"/>
              </a:ext>
            </a:extLst>
          </p:cNvPr>
          <p:cNvSpPr>
            <a:spLocks noChangeArrowheads="1"/>
          </p:cNvSpPr>
          <p:nvPr/>
        </p:nvSpPr>
        <p:spPr bwMode="auto">
          <a:xfrm>
            <a:off x="8440738" y="3641725"/>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604" name="Rectangle 164">
            <a:extLst>
              <a:ext uri="{FF2B5EF4-FFF2-40B4-BE49-F238E27FC236}">
                <a16:creationId xmlns:a16="http://schemas.microsoft.com/office/drawing/2014/main" id="{ACB6ABD9-748A-6955-3368-73E6E3BA685C}"/>
              </a:ext>
            </a:extLst>
          </p:cNvPr>
          <p:cNvSpPr>
            <a:spLocks noChangeArrowheads="1"/>
          </p:cNvSpPr>
          <p:nvPr/>
        </p:nvSpPr>
        <p:spPr bwMode="auto">
          <a:xfrm>
            <a:off x="7847013" y="2668588"/>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605" name="Rectangle 165">
            <a:extLst>
              <a:ext uri="{FF2B5EF4-FFF2-40B4-BE49-F238E27FC236}">
                <a16:creationId xmlns:a16="http://schemas.microsoft.com/office/drawing/2014/main" id="{444DCE1A-B150-D3A7-5296-A550F6912DB7}"/>
              </a:ext>
            </a:extLst>
          </p:cNvPr>
          <p:cNvSpPr>
            <a:spLocks noChangeArrowheads="1"/>
          </p:cNvSpPr>
          <p:nvPr/>
        </p:nvSpPr>
        <p:spPr bwMode="auto">
          <a:xfrm>
            <a:off x="7143750" y="3308350"/>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606" name="Rectangle 166">
            <a:extLst>
              <a:ext uri="{FF2B5EF4-FFF2-40B4-BE49-F238E27FC236}">
                <a16:creationId xmlns:a16="http://schemas.microsoft.com/office/drawing/2014/main" id="{0C12EB96-6C96-B357-7A33-730B4BA3FD41}"/>
              </a:ext>
            </a:extLst>
          </p:cNvPr>
          <p:cNvSpPr>
            <a:spLocks noChangeArrowheads="1"/>
          </p:cNvSpPr>
          <p:nvPr/>
        </p:nvSpPr>
        <p:spPr bwMode="auto">
          <a:xfrm>
            <a:off x="8150225" y="4073525"/>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607" name="Rectangle 167">
            <a:extLst>
              <a:ext uri="{FF2B5EF4-FFF2-40B4-BE49-F238E27FC236}">
                <a16:creationId xmlns:a16="http://schemas.microsoft.com/office/drawing/2014/main" id="{12C9E2DC-DB4C-2BED-3904-00862E300297}"/>
              </a:ext>
            </a:extLst>
          </p:cNvPr>
          <p:cNvSpPr>
            <a:spLocks noChangeArrowheads="1"/>
          </p:cNvSpPr>
          <p:nvPr/>
        </p:nvSpPr>
        <p:spPr bwMode="auto">
          <a:xfrm>
            <a:off x="8470900" y="3268663"/>
            <a:ext cx="152400" cy="1524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1608" name="Oval 168">
            <a:extLst>
              <a:ext uri="{FF2B5EF4-FFF2-40B4-BE49-F238E27FC236}">
                <a16:creationId xmlns:a16="http://schemas.microsoft.com/office/drawing/2014/main" id="{2616DD68-B3F5-3DCA-AB43-3858BD683C72}"/>
              </a:ext>
            </a:extLst>
          </p:cNvPr>
          <p:cNvSpPr>
            <a:spLocks noChangeArrowheads="1"/>
          </p:cNvSpPr>
          <p:nvPr/>
        </p:nvSpPr>
        <p:spPr bwMode="auto">
          <a:xfrm>
            <a:off x="6711950" y="4002088"/>
            <a:ext cx="219075" cy="23495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mc:AlternateContent xmlns:mc="http://schemas.openxmlformats.org/markup-compatibility/2006" xmlns:a14="http://schemas.microsoft.com/office/drawing/2010/main">
        <mc:Choice Requires="a14">
          <p:sp>
            <p:nvSpPr>
              <p:cNvPr id="61609" name="Rectangle 169">
                <a:extLst>
                  <a:ext uri="{FF2B5EF4-FFF2-40B4-BE49-F238E27FC236}">
                    <a16:creationId xmlns:a16="http://schemas.microsoft.com/office/drawing/2014/main" id="{5A762B48-B4E1-7C04-3341-938A77FA9F3E}"/>
                  </a:ext>
                </a:extLst>
              </p:cNvPr>
              <p:cNvSpPr>
                <a:spLocks noChangeArrowheads="1"/>
              </p:cNvSpPr>
              <p:nvPr/>
            </p:nvSpPr>
            <p:spPr bwMode="auto">
              <a:xfrm>
                <a:off x="709148" y="1218045"/>
                <a:ext cx="6372257" cy="120032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dirty="0"/>
                  <a:t>objective function = SSE </a:t>
                </a:r>
              </a:p>
              <a:p>
                <a:pPr algn="l" eaLnBrk="1" hangingPunct="1"/>
                <a:r>
                  <a:rPr lang="en-US" altLang="en-US" dirty="0"/>
                  <a:t>When k = 1, the objective function = SSE is 873.0</a:t>
                </a:r>
              </a:p>
              <a:p>
                <a:pPr algn="l" eaLnBrk="1" hangingPunct="1"/>
                <a14:m>
                  <m:oMath xmlns:m="http://schemas.openxmlformats.org/officeDocument/2006/math">
                    <m:sSub>
                      <m:sSubPr>
                        <m:ctrlPr>
                          <a:rPr lang="en-US" altLang="en-US" i="1" smtClean="0">
                            <a:latin typeface="Cambria Math" panose="02040503050406030204" pitchFamily="18" charset="0"/>
                          </a:rPr>
                        </m:ctrlPr>
                      </m:sSubPr>
                      <m:e>
                        <m:r>
                          <a:rPr lang="en-US" altLang="en-US" b="0" i="1" smtClean="0">
                            <a:latin typeface="Cambria Math" panose="02040503050406030204" pitchFamily="18" charset="0"/>
                          </a:rPr>
                          <m:t>𝐶</m:t>
                        </m:r>
                      </m:e>
                      <m:sub>
                        <m:r>
                          <a:rPr lang="en-US" altLang="en-US" b="0" i="1" smtClean="0">
                            <a:latin typeface="Cambria Math" panose="02040503050406030204" pitchFamily="18" charset="0"/>
                          </a:rPr>
                          <m:t>𝐾</m:t>
                        </m:r>
                      </m:sub>
                    </m:sSub>
                  </m:oMath>
                </a14:m>
                <a:r>
                  <a:rPr lang="en-US" altLang="en-US" dirty="0"/>
                  <a:t> = centroid</a:t>
                </a:r>
              </a:p>
            </p:txBody>
          </p:sp>
        </mc:Choice>
        <mc:Fallback xmlns="">
          <p:sp>
            <p:nvSpPr>
              <p:cNvPr id="61609" name="Rectangle 169">
                <a:extLst>
                  <a:ext uri="{FF2B5EF4-FFF2-40B4-BE49-F238E27FC236}">
                    <a16:creationId xmlns:a16="http://schemas.microsoft.com/office/drawing/2014/main" id="{5A762B48-B4E1-7C04-3341-938A77FA9F3E}"/>
                  </a:ext>
                </a:extLst>
              </p:cNvPr>
              <p:cNvSpPr>
                <a:spLocks noRot="1" noChangeAspect="1" noMove="1" noResize="1" noEditPoints="1" noAdjustHandles="1" noChangeArrowheads="1" noChangeShapeType="1" noTextEdit="1"/>
              </p:cNvSpPr>
              <p:nvPr/>
            </p:nvSpPr>
            <p:spPr bwMode="auto">
              <a:xfrm>
                <a:off x="709148" y="1218045"/>
                <a:ext cx="6372257" cy="1200329"/>
              </a:xfrm>
              <a:prstGeom prst="rect">
                <a:avLst/>
              </a:prstGeom>
              <a:blipFill>
                <a:blip r:embed="rId2"/>
                <a:stretch>
                  <a:fillRect l="-1434" t="-4061" r="-574" b="-1066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170" name="Picture 4">
            <a:extLst>
              <a:ext uri="{FF2B5EF4-FFF2-40B4-BE49-F238E27FC236}">
                <a16:creationId xmlns:a16="http://schemas.microsoft.com/office/drawing/2014/main" id="{95B98138-F575-486A-93DC-6A72310B60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6" y="3014943"/>
            <a:ext cx="4295775"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2"/>
                </a:solidFill>
                <a:miter lim="800000"/>
                <a:headEnd/>
                <a:tailEnd/>
              </a14:hiddenLine>
            </a:ext>
          </a:extLst>
        </p:spPr>
      </p:pic>
      <p:sp>
        <p:nvSpPr>
          <p:cNvPr id="2" name="TextBox 1">
            <a:extLst>
              <a:ext uri="{FF2B5EF4-FFF2-40B4-BE49-F238E27FC236}">
                <a16:creationId xmlns:a16="http://schemas.microsoft.com/office/drawing/2014/main" id="{2B3726F6-D9AA-CD12-632C-D5D2F8F983F2}"/>
              </a:ext>
            </a:extLst>
          </p:cNvPr>
          <p:cNvSpPr txBox="1"/>
          <p:nvPr/>
        </p:nvSpPr>
        <p:spPr>
          <a:xfrm>
            <a:off x="297905" y="5848350"/>
            <a:ext cx="427409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latin typeface="Times New Roman"/>
                <a:cs typeface="Times New Roman"/>
              </a:rPr>
              <a:t>k = # of clusters</a:t>
            </a:r>
          </a:p>
          <a:p>
            <a:r>
              <a:rPr lang="en-US" i="1" dirty="0">
                <a:latin typeface="Times New Roman"/>
                <a:cs typeface="Times New Roman"/>
              </a:rPr>
              <a:t>m = # of data points in a cluster</a:t>
            </a:r>
            <a:endParaRPr lang="en-US" dirty="0">
              <a:latin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A5213511-1C95-AC57-B75C-37F51B5C7431}"/>
              </a:ext>
            </a:extLst>
          </p:cNvPr>
          <p:cNvSpPr>
            <a:spLocks noChangeArrowheads="1"/>
          </p:cNvSpPr>
          <p:nvPr/>
        </p:nvSpPr>
        <p:spPr bwMode="auto">
          <a:xfrm>
            <a:off x="5022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67" name="Rectangle 3">
            <a:extLst>
              <a:ext uri="{FF2B5EF4-FFF2-40B4-BE49-F238E27FC236}">
                <a16:creationId xmlns:a16="http://schemas.microsoft.com/office/drawing/2014/main" id="{EFCC63A3-110A-EB14-CDE4-14AE4E415615}"/>
              </a:ext>
            </a:extLst>
          </p:cNvPr>
          <p:cNvSpPr>
            <a:spLocks noChangeArrowheads="1"/>
          </p:cNvSpPr>
          <p:nvPr/>
        </p:nvSpPr>
        <p:spPr bwMode="auto">
          <a:xfrm>
            <a:off x="5403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68" name="Rectangle 4">
            <a:extLst>
              <a:ext uri="{FF2B5EF4-FFF2-40B4-BE49-F238E27FC236}">
                <a16:creationId xmlns:a16="http://schemas.microsoft.com/office/drawing/2014/main" id="{C2CBB08B-C7A3-3EC4-4BF4-55F0E168D863}"/>
              </a:ext>
            </a:extLst>
          </p:cNvPr>
          <p:cNvSpPr>
            <a:spLocks noChangeArrowheads="1"/>
          </p:cNvSpPr>
          <p:nvPr/>
        </p:nvSpPr>
        <p:spPr bwMode="auto">
          <a:xfrm>
            <a:off x="5784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69" name="Rectangle 5">
            <a:extLst>
              <a:ext uri="{FF2B5EF4-FFF2-40B4-BE49-F238E27FC236}">
                <a16:creationId xmlns:a16="http://schemas.microsoft.com/office/drawing/2014/main" id="{F48D350D-AF81-9113-B834-DB6A18746CA6}"/>
              </a:ext>
            </a:extLst>
          </p:cNvPr>
          <p:cNvSpPr>
            <a:spLocks noChangeArrowheads="1"/>
          </p:cNvSpPr>
          <p:nvPr/>
        </p:nvSpPr>
        <p:spPr bwMode="auto">
          <a:xfrm>
            <a:off x="6165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70" name="Rectangle 6">
            <a:extLst>
              <a:ext uri="{FF2B5EF4-FFF2-40B4-BE49-F238E27FC236}">
                <a16:creationId xmlns:a16="http://schemas.microsoft.com/office/drawing/2014/main" id="{770DA3B2-988C-C620-28FD-D110BB8C6613}"/>
              </a:ext>
            </a:extLst>
          </p:cNvPr>
          <p:cNvSpPr>
            <a:spLocks noChangeArrowheads="1"/>
          </p:cNvSpPr>
          <p:nvPr/>
        </p:nvSpPr>
        <p:spPr bwMode="auto">
          <a:xfrm>
            <a:off x="6546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71" name="Rectangle 7">
            <a:extLst>
              <a:ext uri="{FF2B5EF4-FFF2-40B4-BE49-F238E27FC236}">
                <a16:creationId xmlns:a16="http://schemas.microsoft.com/office/drawing/2014/main" id="{DE49D8AB-F2F1-273A-F442-E51645848E55}"/>
              </a:ext>
            </a:extLst>
          </p:cNvPr>
          <p:cNvSpPr>
            <a:spLocks noChangeArrowheads="1"/>
          </p:cNvSpPr>
          <p:nvPr/>
        </p:nvSpPr>
        <p:spPr bwMode="auto">
          <a:xfrm>
            <a:off x="6927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72" name="Rectangle 8">
            <a:extLst>
              <a:ext uri="{FF2B5EF4-FFF2-40B4-BE49-F238E27FC236}">
                <a16:creationId xmlns:a16="http://schemas.microsoft.com/office/drawing/2014/main" id="{7BB44731-12AD-0466-D991-9414026FE444}"/>
              </a:ext>
            </a:extLst>
          </p:cNvPr>
          <p:cNvSpPr>
            <a:spLocks noChangeArrowheads="1"/>
          </p:cNvSpPr>
          <p:nvPr/>
        </p:nvSpPr>
        <p:spPr bwMode="auto">
          <a:xfrm>
            <a:off x="7308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73" name="Rectangle 9">
            <a:extLst>
              <a:ext uri="{FF2B5EF4-FFF2-40B4-BE49-F238E27FC236}">
                <a16:creationId xmlns:a16="http://schemas.microsoft.com/office/drawing/2014/main" id="{6F673A89-BAF5-34FD-D5F6-A8F883A81A52}"/>
              </a:ext>
            </a:extLst>
          </p:cNvPr>
          <p:cNvSpPr>
            <a:spLocks noChangeArrowheads="1"/>
          </p:cNvSpPr>
          <p:nvPr/>
        </p:nvSpPr>
        <p:spPr bwMode="auto">
          <a:xfrm>
            <a:off x="7689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74" name="Rectangle 10">
            <a:extLst>
              <a:ext uri="{FF2B5EF4-FFF2-40B4-BE49-F238E27FC236}">
                <a16:creationId xmlns:a16="http://schemas.microsoft.com/office/drawing/2014/main" id="{307DFA0F-F372-EFFC-4AE0-0D7737B7B828}"/>
              </a:ext>
            </a:extLst>
          </p:cNvPr>
          <p:cNvSpPr>
            <a:spLocks noChangeArrowheads="1"/>
          </p:cNvSpPr>
          <p:nvPr/>
        </p:nvSpPr>
        <p:spPr bwMode="auto">
          <a:xfrm>
            <a:off x="8070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75" name="Rectangle 11">
            <a:extLst>
              <a:ext uri="{FF2B5EF4-FFF2-40B4-BE49-F238E27FC236}">
                <a16:creationId xmlns:a16="http://schemas.microsoft.com/office/drawing/2014/main" id="{0CFC2003-0275-1D3D-4E33-2860CE818ED4}"/>
              </a:ext>
            </a:extLst>
          </p:cNvPr>
          <p:cNvSpPr>
            <a:spLocks noChangeArrowheads="1"/>
          </p:cNvSpPr>
          <p:nvPr/>
        </p:nvSpPr>
        <p:spPr bwMode="auto">
          <a:xfrm>
            <a:off x="8451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76" name="Rectangle 12">
            <a:extLst>
              <a:ext uri="{FF2B5EF4-FFF2-40B4-BE49-F238E27FC236}">
                <a16:creationId xmlns:a16="http://schemas.microsoft.com/office/drawing/2014/main" id="{C492AE26-2CFF-62CA-2729-3893BB54F753}"/>
              </a:ext>
            </a:extLst>
          </p:cNvPr>
          <p:cNvSpPr>
            <a:spLocks noChangeArrowheads="1"/>
          </p:cNvSpPr>
          <p:nvPr/>
        </p:nvSpPr>
        <p:spPr bwMode="auto">
          <a:xfrm>
            <a:off x="5022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77" name="Rectangle 13">
            <a:extLst>
              <a:ext uri="{FF2B5EF4-FFF2-40B4-BE49-F238E27FC236}">
                <a16:creationId xmlns:a16="http://schemas.microsoft.com/office/drawing/2014/main" id="{26844CE3-BB87-703E-6C57-5E25CFC1B934}"/>
              </a:ext>
            </a:extLst>
          </p:cNvPr>
          <p:cNvSpPr>
            <a:spLocks noChangeArrowheads="1"/>
          </p:cNvSpPr>
          <p:nvPr/>
        </p:nvSpPr>
        <p:spPr bwMode="auto">
          <a:xfrm>
            <a:off x="5403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78" name="Rectangle 14">
            <a:extLst>
              <a:ext uri="{FF2B5EF4-FFF2-40B4-BE49-F238E27FC236}">
                <a16:creationId xmlns:a16="http://schemas.microsoft.com/office/drawing/2014/main" id="{4061A810-E853-202B-1B49-686EF4E24353}"/>
              </a:ext>
            </a:extLst>
          </p:cNvPr>
          <p:cNvSpPr>
            <a:spLocks noChangeArrowheads="1"/>
          </p:cNvSpPr>
          <p:nvPr/>
        </p:nvSpPr>
        <p:spPr bwMode="auto">
          <a:xfrm>
            <a:off x="5784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79" name="Rectangle 15">
            <a:extLst>
              <a:ext uri="{FF2B5EF4-FFF2-40B4-BE49-F238E27FC236}">
                <a16:creationId xmlns:a16="http://schemas.microsoft.com/office/drawing/2014/main" id="{F533B581-95A9-AC17-6F5B-345EEFC851FE}"/>
              </a:ext>
            </a:extLst>
          </p:cNvPr>
          <p:cNvSpPr>
            <a:spLocks noChangeArrowheads="1"/>
          </p:cNvSpPr>
          <p:nvPr/>
        </p:nvSpPr>
        <p:spPr bwMode="auto">
          <a:xfrm>
            <a:off x="6165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80" name="Rectangle 16">
            <a:extLst>
              <a:ext uri="{FF2B5EF4-FFF2-40B4-BE49-F238E27FC236}">
                <a16:creationId xmlns:a16="http://schemas.microsoft.com/office/drawing/2014/main" id="{0686684E-856E-0A24-9953-F3F6D3EB845A}"/>
              </a:ext>
            </a:extLst>
          </p:cNvPr>
          <p:cNvSpPr>
            <a:spLocks noChangeArrowheads="1"/>
          </p:cNvSpPr>
          <p:nvPr/>
        </p:nvSpPr>
        <p:spPr bwMode="auto">
          <a:xfrm>
            <a:off x="6546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81" name="Rectangle 17">
            <a:extLst>
              <a:ext uri="{FF2B5EF4-FFF2-40B4-BE49-F238E27FC236}">
                <a16:creationId xmlns:a16="http://schemas.microsoft.com/office/drawing/2014/main" id="{A2AF7D73-65A1-122C-CF47-0B81837123B7}"/>
              </a:ext>
            </a:extLst>
          </p:cNvPr>
          <p:cNvSpPr>
            <a:spLocks noChangeArrowheads="1"/>
          </p:cNvSpPr>
          <p:nvPr/>
        </p:nvSpPr>
        <p:spPr bwMode="auto">
          <a:xfrm>
            <a:off x="6927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82" name="Rectangle 18">
            <a:extLst>
              <a:ext uri="{FF2B5EF4-FFF2-40B4-BE49-F238E27FC236}">
                <a16:creationId xmlns:a16="http://schemas.microsoft.com/office/drawing/2014/main" id="{36B746AF-A43D-F492-6273-FF50DF07D779}"/>
              </a:ext>
            </a:extLst>
          </p:cNvPr>
          <p:cNvSpPr>
            <a:spLocks noChangeArrowheads="1"/>
          </p:cNvSpPr>
          <p:nvPr/>
        </p:nvSpPr>
        <p:spPr bwMode="auto">
          <a:xfrm>
            <a:off x="7308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83" name="Rectangle 19">
            <a:extLst>
              <a:ext uri="{FF2B5EF4-FFF2-40B4-BE49-F238E27FC236}">
                <a16:creationId xmlns:a16="http://schemas.microsoft.com/office/drawing/2014/main" id="{3C092BFA-7559-706D-26D0-F7899A5CC3F0}"/>
              </a:ext>
            </a:extLst>
          </p:cNvPr>
          <p:cNvSpPr>
            <a:spLocks noChangeArrowheads="1"/>
          </p:cNvSpPr>
          <p:nvPr/>
        </p:nvSpPr>
        <p:spPr bwMode="auto">
          <a:xfrm>
            <a:off x="7689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84" name="Rectangle 20">
            <a:extLst>
              <a:ext uri="{FF2B5EF4-FFF2-40B4-BE49-F238E27FC236}">
                <a16:creationId xmlns:a16="http://schemas.microsoft.com/office/drawing/2014/main" id="{4316D344-001B-2232-718B-725C9CFA1FC7}"/>
              </a:ext>
            </a:extLst>
          </p:cNvPr>
          <p:cNvSpPr>
            <a:spLocks noChangeArrowheads="1"/>
          </p:cNvSpPr>
          <p:nvPr/>
        </p:nvSpPr>
        <p:spPr bwMode="auto">
          <a:xfrm>
            <a:off x="8070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85" name="Rectangle 21">
            <a:extLst>
              <a:ext uri="{FF2B5EF4-FFF2-40B4-BE49-F238E27FC236}">
                <a16:creationId xmlns:a16="http://schemas.microsoft.com/office/drawing/2014/main" id="{8CD85AA1-C612-E67D-2883-A0782502F2A4}"/>
              </a:ext>
            </a:extLst>
          </p:cNvPr>
          <p:cNvSpPr>
            <a:spLocks noChangeArrowheads="1"/>
          </p:cNvSpPr>
          <p:nvPr/>
        </p:nvSpPr>
        <p:spPr bwMode="auto">
          <a:xfrm>
            <a:off x="8451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86" name="Rectangle 22">
            <a:extLst>
              <a:ext uri="{FF2B5EF4-FFF2-40B4-BE49-F238E27FC236}">
                <a16:creationId xmlns:a16="http://schemas.microsoft.com/office/drawing/2014/main" id="{54E310E8-993B-2A2B-8257-6E316B3188C8}"/>
              </a:ext>
            </a:extLst>
          </p:cNvPr>
          <p:cNvSpPr>
            <a:spLocks noChangeArrowheads="1"/>
          </p:cNvSpPr>
          <p:nvPr/>
        </p:nvSpPr>
        <p:spPr bwMode="auto">
          <a:xfrm>
            <a:off x="5022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87" name="Rectangle 23">
            <a:extLst>
              <a:ext uri="{FF2B5EF4-FFF2-40B4-BE49-F238E27FC236}">
                <a16:creationId xmlns:a16="http://schemas.microsoft.com/office/drawing/2014/main" id="{D31BB0B1-704D-73CD-AA6B-B616B30090C3}"/>
              </a:ext>
            </a:extLst>
          </p:cNvPr>
          <p:cNvSpPr>
            <a:spLocks noChangeArrowheads="1"/>
          </p:cNvSpPr>
          <p:nvPr/>
        </p:nvSpPr>
        <p:spPr bwMode="auto">
          <a:xfrm>
            <a:off x="5403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88" name="Rectangle 24">
            <a:extLst>
              <a:ext uri="{FF2B5EF4-FFF2-40B4-BE49-F238E27FC236}">
                <a16:creationId xmlns:a16="http://schemas.microsoft.com/office/drawing/2014/main" id="{9A0F19AC-372D-0EBD-5CB3-FBCEBDD1BAF2}"/>
              </a:ext>
            </a:extLst>
          </p:cNvPr>
          <p:cNvSpPr>
            <a:spLocks noChangeArrowheads="1"/>
          </p:cNvSpPr>
          <p:nvPr/>
        </p:nvSpPr>
        <p:spPr bwMode="auto">
          <a:xfrm>
            <a:off x="5784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89" name="Rectangle 25">
            <a:extLst>
              <a:ext uri="{FF2B5EF4-FFF2-40B4-BE49-F238E27FC236}">
                <a16:creationId xmlns:a16="http://schemas.microsoft.com/office/drawing/2014/main" id="{CB4CE6B9-3A9A-AAA3-982B-E2329DBC07A7}"/>
              </a:ext>
            </a:extLst>
          </p:cNvPr>
          <p:cNvSpPr>
            <a:spLocks noChangeArrowheads="1"/>
          </p:cNvSpPr>
          <p:nvPr/>
        </p:nvSpPr>
        <p:spPr bwMode="auto">
          <a:xfrm>
            <a:off x="6165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90" name="Rectangle 26">
            <a:extLst>
              <a:ext uri="{FF2B5EF4-FFF2-40B4-BE49-F238E27FC236}">
                <a16:creationId xmlns:a16="http://schemas.microsoft.com/office/drawing/2014/main" id="{3D08053C-0115-B12C-D22E-8E417223E526}"/>
              </a:ext>
            </a:extLst>
          </p:cNvPr>
          <p:cNvSpPr>
            <a:spLocks noChangeArrowheads="1"/>
          </p:cNvSpPr>
          <p:nvPr/>
        </p:nvSpPr>
        <p:spPr bwMode="auto">
          <a:xfrm>
            <a:off x="6546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91" name="Rectangle 27">
            <a:extLst>
              <a:ext uri="{FF2B5EF4-FFF2-40B4-BE49-F238E27FC236}">
                <a16:creationId xmlns:a16="http://schemas.microsoft.com/office/drawing/2014/main" id="{D7AB323A-F85E-323C-2EF4-1519CF5E87E4}"/>
              </a:ext>
            </a:extLst>
          </p:cNvPr>
          <p:cNvSpPr>
            <a:spLocks noChangeArrowheads="1"/>
          </p:cNvSpPr>
          <p:nvPr/>
        </p:nvSpPr>
        <p:spPr bwMode="auto">
          <a:xfrm>
            <a:off x="6927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92" name="Rectangle 28">
            <a:extLst>
              <a:ext uri="{FF2B5EF4-FFF2-40B4-BE49-F238E27FC236}">
                <a16:creationId xmlns:a16="http://schemas.microsoft.com/office/drawing/2014/main" id="{52C40B0D-E2F9-4F94-E549-09F4E46F93BC}"/>
              </a:ext>
            </a:extLst>
          </p:cNvPr>
          <p:cNvSpPr>
            <a:spLocks noChangeArrowheads="1"/>
          </p:cNvSpPr>
          <p:nvPr/>
        </p:nvSpPr>
        <p:spPr bwMode="auto">
          <a:xfrm>
            <a:off x="7308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93" name="Rectangle 29">
            <a:extLst>
              <a:ext uri="{FF2B5EF4-FFF2-40B4-BE49-F238E27FC236}">
                <a16:creationId xmlns:a16="http://schemas.microsoft.com/office/drawing/2014/main" id="{54E1B3D5-9F15-4CD6-853C-F4ECCA65071E}"/>
              </a:ext>
            </a:extLst>
          </p:cNvPr>
          <p:cNvSpPr>
            <a:spLocks noChangeArrowheads="1"/>
          </p:cNvSpPr>
          <p:nvPr/>
        </p:nvSpPr>
        <p:spPr bwMode="auto">
          <a:xfrm>
            <a:off x="7689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94" name="Rectangle 30">
            <a:extLst>
              <a:ext uri="{FF2B5EF4-FFF2-40B4-BE49-F238E27FC236}">
                <a16:creationId xmlns:a16="http://schemas.microsoft.com/office/drawing/2014/main" id="{C31879E8-A0EE-B3BB-7A78-9D4EBA9E5033}"/>
              </a:ext>
            </a:extLst>
          </p:cNvPr>
          <p:cNvSpPr>
            <a:spLocks noChangeArrowheads="1"/>
          </p:cNvSpPr>
          <p:nvPr/>
        </p:nvSpPr>
        <p:spPr bwMode="auto">
          <a:xfrm>
            <a:off x="8070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95" name="Rectangle 31">
            <a:extLst>
              <a:ext uri="{FF2B5EF4-FFF2-40B4-BE49-F238E27FC236}">
                <a16:creationId xmlns:a16="http://schemas.microsoft.com/office/drawing/2014/main" id="{A6C4A944-7A05-55F1-C283-4CB51B681CC8}"/>
              </a:ext>
            </a:extLst>
          </p:cNvPr>
          <p:cNvSpPr>
            <a:spLocks noChangeArrowheads="1"/>
          </p:cNvSpPr>
          <p:nvPr/>
        </p:nvSpPr>
        <p:spPr bwMode="auto">
          <a:xfrm>
            <a:off x="8451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96" name="Rectangle 32">
            <a:extLst>
              <a:ext uri="{FF2B5EF4-FFF2-40B4-BE49-F238E27FC236}">
                <a16:creationId xmlns:a16="http://schemas.microsoft.com/office/drawing/2014/main" id="{E4F2C2A2-6CD4-B6EE-AAB4-47D8492157A2}"/>
              </a:ext>
            </a:extLst>
          </p:cNvPr>
          <p:cNvSpPr>
            <a:spLocks noChangeArrowheads="1"/>
          </p:cNvSpPr>
          <p:nvPr/>
        </p:nvSpPr>
        <p:spPr bwMode="auto">
          <a:xfrm>
            <a:off x="5022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97" name="Rectangle 33">
            <a:extLst>
              <a:ext uri="{FF2B5EF4-FFF2-40B4-BE49-F238E27FC236}">
                <a16:creationId xmlns:a16="http://schemas.microsoft.com/office/drawing/2014/main" id="{49981DD1-A0EA-6E38-E52A-712ABD2DADF2}"/>
              </a:ext>
            </a:extLst>
          </p:cNvPr>
          <p:cNvSpPr>
            <a:spLocks noChangeArrowheads="1"/>
          </p:cNvSpPr>
          <p:nvPr/>
        </p:nvSpPr>
        <p:spPr bwMode="auto">
          <a:xfrm>
            <a:off x="5403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98" name="Rectangle 34">
            <a:extLst>
              <a:ext uri="{FF2B5EF4-FFF2-40B4-BE49-F238E27FC236}">
                <a16:creationId xmlns:a16="http://schemas.microsoft.com/office/drawing/2014/main" id="{24694765-E4A3-4BCA-16C5-D05C455E5163}"/>
              </a:ext>
            </a:extLst>
          </p:cNvPr>
          <p:cNvSpPr>
            <a:spLocks noChangeArrowheads="1"/>
          </p:cNvSpPr>
          <p:nvPr/>
        </p:nvSpPr>
        <p:spPr bwMode="auto">
          <a:xfrm>
            <a:off x="5784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499" name="Rectangle 35">
            <a:extLst>
              <a:ext uri="{FF2B5EF4-FFF2-40B4-BE49-F238E27FC236}">
                <a16:creationId xmlns:a16="http://schemas.microsoft.com/office/drawing/2014/main" id="{9008F1BB-F2C6-8CF5-4E44-EE1A89801894}"/>
              </a:ext>
            </a:extLst>
          </p:cNvPr>
          <p:cNvSpPr>
            <a:spLocks noChangeArrowheads="1"/>
          </p:cNvSpPr>
          <p:nvPr/>
        </p:nvSpPr>
        <p:spPr bwMode="auto">
          <a:xfrm>
            <a:off x="6165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00" name="Rectangle 36">
            <a:extLst>
              <a:ext uri="{FF2B5EF4-FFF2-40B4-BE49-F238E27FC236}">
                <a16:creationId xmlns:a16="http://schemas.microsoft.com/office/drawing/2014/main" id="{8A6DF796-3AFD-FCA4-3093-5514177BDA76}"/>
              </a:ext>
            </a:extLst>
          </p:cNvPr>
          <p:cNvSpPr>
            <a:spLocks noChangeArrowheads="1"/>
          </p:cNvSpPr>
          <p:nvPr/>
        </p:nvSpPr>
        <p:spPr bwMode="auto">
          <a:xfrm>
            <a:off x="6546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01" name="Rectangle 37">
            <a:extLst>
              <a:ext uri="{FF2B5EF4-FFF2-40B4-BE49-F238E27FC236}">
                <a16:creationId xmlns:a16="http://schemas.microsoft.com/office/drawing/2014/main" id="{C1A09755-900F-B0FC-1476-E53D5BA263C8}"/>
              </a:ext>
            </a:extLst>
          </p:cNvPr>
          <p:cNvSpPr>
            <a:spLocks noChangeArrowheads="1"/>
          </p:cNvSpPr>
          <p:nvPr/>
        </p:nvSpPr>
        <p:spPr bwMode="auto">
          <a:xfrm>
            <a:off x="6927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02" name="Rectangle 38">
            <a:extLst>
              <a:ext uri="{FF2B5EF4-FFF2-40B4-BE49-F238E27FC236}">
                <a16:creationId xmlns:a16="http://schemas.microsoft.com/office/drawing/2014/main" id="{8E7D118B-0D90-1601-DDE3-B3ED041ABEEC}"/>
              </a:ext>
            </a:extLst>
          </p:cNvPr>
          <p:cNvSpPr>
            <a:spLocks noChangeArrowheads="1"/>
          </p:cNvSpPr>
          <p:nvPr/>
        </p:nvSpPr>
        <p:spPr bwMode="auto">
          <a:xfrm>
            <a:off x="7308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03" name="Rectangle 39">
            <a:extLst>
              <a:ext uri="{FF2B5EF4-FFF2-40B4-BE49-F238E27FC236}">
                <a16:creationId xmlns:a16="http://schemas.microsoft.com/office/drawing/2014/main" id="{02BD712A-3BC3-F05C-CC75-65C8CF48A27A}"/>
              </a:ext>
            </a:extLst>
          </p:cNvPr>
          <p:cNvSpPr>
            <a:spLocks noChangeArrowheads="1"/>
          </p:cNvSpPr>
          <p:nvPr/>
        </p:nvSpPr>
        <p:spPr bwMode="auto">
          <a:xfrm>
            <a:off x="7689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04" name="Rectangle 40">
            <a:extLst>
              <a:ext uri="{FF2B5EF4-FFF2-40B4-BE49-F238E27FC236}">
                <a16:creationId xmlns:a16="http://schemas.microsoft.com/office/drawing/2014/main" id="{667B8E83-A28B-FD20-BCEF-E06E5F06DEC5}"/>
              </a:ext>
            </a:extLst>
          </p:cNvPr>
          <p:cNvSpPr>
            <a:spLocks noChangeArrowheads="1"/>
          </p:cNvSpPr>
          <p:nvPr/>
        </p:nvSpPr>
        <p:spPr bwMode="auto">
          <a:xfrm>
            <a:off x="8070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05" name="Rectangle 41">
            <a:extLst>
              <a:ext uri="{FF2B5EF4-FFF2-40B4-BE49-F238E27FC236}">
                <a16:creationId xmlns:a16="http://schemas.microsoft.com/office/drawing/2014/main" id="{6A9469E9-5DD6-DBE8-8F14-8C225EBBD00D}"/>
              </a:ext>
            </a:extLst>
          </p:cNvPr>
          <p:cNvSpPr>
            <a:spLocks noChangeArrowheads="1"/>
          </p:cNvSpPr>
          <p:nvPr/>
        </p:nvSpPr>
        <p:spPr bwMode="auto">
          <a:xfrm>
            <a:off x="8451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06" name="Rectangle 42">
            <a:extLst>
              <a:ext uri="{FF2B5EF4-FFF2-40B4-BE49-F238E27FC236}">
                <a16:creationId xmlns:a16="http://schemas.microsoft.com/office/drawing/2014/main" id="{70BBD74B-8C66-AC00-3A66-2BC3A46DD2B9}"/>
              </a:ext>
            </a:extLst>
          </p:cNvPr>
          <p:cNvSpPr>
            <a:spLocks noChangeArrowheads="1"/>
          </p:cNvSpPr>
          <p:nvPr/>
        </p:nvSpPr>
        <p:spPr bwMode="auto">
          <a:xfrm>
            <a:off x="5022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07" name="Rectangle 43">
            <a:extLst>
              <a:ext uri="{FF2B5EF4-FFF2-40B4-BE49-F238E27FC236}">
                <a16:creationId xmlns:a16="http://schemas.microsoft.com/office/drawing/2014/main" id="{61A5785F-8679-85BF-506A-DC7E1A09CA3F}"/>
              </a:ext>
            </a:extLst>
          </p:cNvPr>
          <p:cNvSpPr>
            <a:spLocks noChangeArrowheads="1"/>
          </p:cNvSpPr>
          <p:nvPr/>
        </p:nvSpPr>
        <p:spPr bwMode="auto">
          <a:xfrm>
            <a:off x="5403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08" name="Rectangle 44">
            <a:extLst>
              <a:ext uri="{FF2B5EF4-FFF2-40B4-BE49-F238E27FC236}">
                <a16:creationId xmlns:a16="http://schemas.microsoft.com/office/drawing/2014/main" id="{254535AE-FAA3-6DFE-B8CD-02F4DE8293FC}"/>
              </a:ext>
            </a:extLst>
          </p:cNvPr>
          <p:cNvSpPr>
            <a:spLocks noChangeArrowheads="1"/>
          </p:cNvSpPr>
          <p:nvPr/>
        </p:nvSpPr>
        <p:spPr bwMode="auto">
          <a:xfrm>
            <a:off x="5784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09" name="Rectangle 45">
            <a:extLst>
              <a:ext uri="{FF2B5EF4-FFF2-40B4-BE49-F238E27FC236}">
                <a16:creationId xmlns:a16="http://schemas.microsoft.com/office/drawing/2014/main" id="{57426546-A5AA-5D3F-6799-67D567DA9079}"/>
              </a:ext>
            </a:extLst>
          </p:cNvPr>
          <p:cNvSpPr>
            <a:spLocks noChangeArrowheads="1"/>
          </p:cNvSpPr>
          <p:nvPr/>
        </p:nvSpPr>
        <p:spPr bwMode="auto">
          <a:xfrm>
            <a:off x="6165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10" name="Rectangle 46">
            <a:extLst>
              <a:ext uri="{FF2B5EF4-FFF2-40B4-BE49-F238E27FC236}">
                <a16:creationId xmlns:a16="http://schemas.microsoft.com/office/drawing/2014/main" id="{1F82E7E9-346B-C2A0-16C4-B31C082ACFFB}"/>
              </a:ext>
            </a:extLst>
          </p:cNvPr>
          <p:cNvSpPr>
            <a:spLocks noChangeArrowheads="1"/>
          </p:cNvSpPr>
          <p:nvPr/>
        </p:nvSpPr>
        <p:spPr bwMode="auto">
          <a:xfrm>
            <a:off x="6546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11" name="Rectangle 47">
            <a:extLst>
              <a:ext uri="{FF2B5EF4-FFF2-40B4-BE49-F238E27FC236}">
                <a16:creationId xmlns:a16="http://schemas.microsoft.com/office/drawing/2014/main" id="{CBC56551-1084-6F94-3EA5-940EEC0EF7A7}"/>
              </a:ext>
            </a:extLst>
          </p:cNvPr>
          <p:cNvSpPr>
            <a:spLocks noChangeArrowheads="1"/>
          </p:cNvSpPr>
          <p:nvPr/>
        </p:nvSpPr>
        <p:spPr bwMode="auto">
          <a:xfrm>
            <a:off x="6927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12" name="Rectangle 48">
            <a:extLst>
              <a:ext uri="{FF2B5EF4-FFF2-40B4-BE49-F238E27FC236}">
                <a16:creationId xmlns:a16="http://schemas.microsoft.com/office/drawing/2014/main" id="{2E3F6BA6-FE52-BFA7-9BA4-3F6BAC83DACA}"/>
              </a:ext>
            </a:extLst>
          </p:cNvPr>
          <p:cNvSpPr>
            <a:spLocks noChangeArrowheads="1"/>
          </p:cNvSpPr>
          <p:nvPr/>
        </p:nvSpPr>
        <p:spPr bwMode="auto">
          <a:xfrm>
            <a:off x="7308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13" name="Rectangle 49">
            <a:extLst>
              <a:ext uri="{FF2B5EF4-FFF2-40B4-BE49-F238E27FC236}">
                <a16:creationId xmlns:a16="http://schemas.microsoft.com/office/drawing/2014/main" id="{F035AB7F-2CF5-2331-8DEF-FEB2BC0C907A}"/>
              </a:ext>
            </a:extLst>
          </p:cNvPr>
          <p:cNvSpPr>
            <a:spLocks noChangeArrowheads="1"/>
          </p:cNvSpPr>
          <p:nvPr/>
        </p:nvSpPr>
        <p:spPr bwMode="auto">
          <a:xfrm>
            <a:off x="7689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14" name="Rectangle 50">
            <a:extLst>
              <a:ext uri="{FF2B5EF4-FFF2-40B4-BE49-F238E27FC236}">
                <a16:creationId xmlns:a16="http://schemas.microsoft.com/office/drawing/2014/main" id="{AF037EF5-8931-686E-F706-5434F8573429}"/>
              </a:ext>
            </a:extLst>
          </p:cNvPr>
          <p:cNvSpPr>
            <a:spLocks noChangeArrowheads="1"/>
          </p:cNvSpPr>
          <p:nvPr/>
        </p:nvSpPr>
        <p:spPr bwMode="auto">
          <a:xfrm>
            <a:off x="8070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15" name="Rectangle 51">
            <a:extLst>
              <a:ext uri="{FF2B5EF4-FFF2-40B4-BE49-F238E27FC236}">
                <a16:creationId xmlns:a16="http://schemas.microsoft.com/office/drawing/2014/main" id="{4AAC6573-718F-A121-6D9F-D6C9F6254BAF}"/>
              </a:ext>
            </a:extLst>
          </p:cNvPr>
          <p:cNvSpPr>
            <a:spLocks noChangeArrowheads="1"/>
          </p:cNvSpPr>
          <p:nvPr/>
        </p:nvSpPr>
        <p:spPr bwMode="auto">
          <a:xfrm>
            <a:off x="8451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16" name="Rectangle 52">
            <a:extLst>
              <a:ext uri="{FF2B5EF4-FFF2-40B4-BE49-F238E27FC236}">
                <a16:creationId xmlns:a16="http://schemas.microsoft.com/office/drawing/2014/main" id="{0C439958-000B-13F9-B1ED-B5DC375D3F06}"/>
              </a:ext>
            </a:extLst>
          </p:cNvPr>
          <p:cNvSpPr>
            <a:spLocks noChangeArrowheads="1"/>
          </p:cNvSpPr>
          <p:nvPr/>
        </p:nvSpPr>
        <p:spPr bwMode="auto">
          <a:xfrm>
            <a:off x="5022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17" name="Rectangle 53">
            <a:extLst>
              <a:ext uri="{FF2B5EF4-FFF2-40B4-BE49-F238E27FC236}">
                <a16:creationId xmlns:a16="http://schemas.microsoft.com/office/drawing/2014/main" id="{E48E41AC-2739-02A2-F0F5-CB0DA5AF68D8}"/>
              </a:ext>
            </a:extLst>
          </p:cNvPr>
          <p:cNvSpPr>
            <a:spLocks noChangeArrowheads="1"/>
          </p:cNvSpPr>
          <p:nvPr/>
        </p:nvSpPr>
        <p:spPr bwMode="auto">
          <a:xfrm>
            <a:off x="5403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18" name="Rectangle 54">
            <a:extLst>
              <a:ext uri="{FF2B5EF4-FFF2-40B4-BE49-F238E27FC236}">
                <a16:creationId xmlns:a16="http://schemas.microsoft.com/office/drawing/2014/main" id="{5D01E61D-91AA-58EB-4947-D0CC9904499E}"/>
              </a:ext>
            </a:extLst>
          </p:cNvPr>
          <p:cNvSpPr>
            <a:spLocks noChangeArrowheads="1"/>
          </p:cNvSpPr>
          <p:nvPr/>
        </p:nvSpPr>
        <p:spPr bwMode="auto">
          <a:xfrm>
            <a:off x="5784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19" name="Rectangle 55">
            <a:extLst>
              <a:ext uri="{FF2B5EF4-FFF2-40B4-BE49-F238E27FC236}">
                <a16:creationId xmlns:a16="http://schemas.microsoft.com/office/drawing/2014/main" id="{341B7D2A-449A-08EC-340E-5240F1E2AD09}"/>
              </a:ext>
            </a:extLst>
          </p:cNvPr>
          <p:cNvSpPr>
            <a:spLocks noChangeArrowheads="1"/>
          </p:cNvSpPr>
          <p:nvPr/>
        </p:nvSpPr>
        <p:spPr bwMode="auto">
          <a:xfrm>
            <a:off x="6165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20" name="Rectangle 56">
            <a:extLst>
              <a:ext uri="{FF2B5EF4-FFF2-40B4-BE49-F238E27FC236}">
                <a16:creationId xmlns:a16="http://schemas.microsoft.com/office/drawing/2014/main" id="{DBE50522-57D4-D084-A20A-327521427D9E}"/>
              </a:ext>
            </a:extLst>
          </p:cNvPr>
          <p:cNvSpPr>
            <a:spLocks noChangeArrowheads="1"/>
          </p:cNvSpPr>
          <p:nvPr/>
        </p:nvSpPr>
        <p:spPr bwMode="auto">
          <a:xfrm>
            <a:off x="6546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21" name="Rectangle 57">
            <a:extLst>
              <a:ext uri="{FF2B5EF4-FFF2-40B4-BE49-F238E27FC236}">
                <a16:creationId xmlns:a16="http://schemas.microsoft.com/office/drawing/2014/main" id="{32F8F704-CFDF-3F92-8073-22436C3E4B0B}"/>
              </a:ext>
            </a:extLst>
          </p:cNvPr>
          <p:cNvSpPr>
            <a:spLocks noChangeArrowheads="1"/>
          </p:cNvSpPr>
          <p:nvPr/>
        </p:nvSpPr>
        <p:spPr bwMode="auto">
          <a:xfrm>
            <a:off x="6927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22" name="Rectangle 58">
            <a:extLst>
              <a:ext uri="{FF2B5EF4-FFF2-40B4-BE49-F238E27FC236}">
                <a16:creationId xmlns:a16="http://schemas.microsoft.com/office/drawing/2014/main" id="{A73E870C-8093-38A5-C9DA-E03994E80CDD}"/>
              </a:ext>
            </a:extLst>
          </p:cNvPr>
          <p:cNvSpPr>
            <a:spLocks noChangeArrowheads="1"/>
          </p:cNvSpPr>
          <p:nvPr/>
        </p:nvSpPr>
        <p:spPr bwMode="auto">
          <a:xfrm>
            <a:off x="7308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23" name="Rectangle 59">
            <a:extLst>
              <a:ext uri="{FF2B5EF4-FFF2-40B4-BE49-F238E27FC236}">
                <a16:creationId xmlns:a16="http://schemas.microsoft.com/office/drawing/2014/main" id="{C50A2E33-9974-036A-F315-1D4A50356729}"/>
              </a:ext>
            </a:extLst>
          </p:cNvPr>
          <p:cNvSpPr>
            <a:spLocks noChangeArrowheads="1"/>
          </p:cNvSpPr>
          <p:nvPr/>
        </p:nvSpPr>
        <p:spPr bwMode="auto">
          <a:xfrm>
            <a:off x="7689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24" name="Rectangle 60">
            <a:extLst>
              <a:ext uri="{FF2B5EF4-FFF2-40B4-BE49-F238E27FC236}">
                <a16:creationId xmlns:a16="http://schemas.microsoft.com/office/drawing/2014/main" id="{4DEF1CAC-7F19-62B2-C470-A0B03C1F6A1C}"/>
              </a:ext>
            </a:extLst>
          </p:cNvPr>
          <p:cNvSpPr>
            <a:spLocks noChangeArrowheads="1"/>
          </p:cNvSpPr>
          <p:nvPr/>
        </p:nvSpPr>
        <p:spPr bwMode="auto">
          <a:xfrm>
            <a:off x="8070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25" name="Rectangle 61">
            <a:extLst>
              <a:ext uri="{FF2B5EF4-FFF2-40B4-BE49-F238E27FC236}">
                <a16:creationId xmlns:a16="http://schemas.microsoft.com/office/drawing/2014/main" id="{26A03C06-89F3-A5CE-37F1-5FC391EB0959}"/>
              </a:ext>
            </a:extLst>
          </p:cNvPr>
          <p:cNvSpPr>
            <a:spLocks noChangeArrowheads="1"/>
          </p:cNvSpPr>
          <p:nvPr/>
        </p:nvSpPr>
        <p:spPr bwMode="auto">
          <a:xfrm>
            <a:off x="8451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26" name="Rectangle 62">
            <a:extLst>
              <a:ext uri="{FF2B5EF4-FFF2-40B4-BE49-F238E27FC236}">
                <a16:creationId xmlns:a16="http://schemas.microsoft.com/office/drawing/2014/main" id="{9EBB190C-301E-F2E5-7BE9-72E005B93195}"/>
              </a:ext>
            </a:extLst>
          </p:cNvPr>
          <p:cNvSpPr>
            <a:spLocks noChangeArrowheads="1"/>
          </p:cNvSpPr>
          <p:nvPr/>
        </p:nvSpPr>
        <p:spPr bwMode="auto">
          <a:xfrm>
            <a:off x="5022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27" name="Rectangle 63">
            <a:extLst>
              <a:ext uri="{FF2B5EF4-FFF2-40B4-BE49-F238E27FC236}">
                <a16:creationId xmlns:a16="http://schemas.microsoft.com/office/drawing/2014/main" id="{8689232E-99B1-035B-26A7-FF3992710B74}"/>
              </a:ext>
            </a:extLst>
          </p:cNvPr>
          <p:cNvSpPr>
            <a:spLocks noChangeArrowheads="1"/>
          </p:cNvSpPr>
          <p:nvPr/>
        </p:nvSpPr>
        <p:spPr bwMode="auto">
          <a:xfrm>
            <a:off x="5403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28" name="Rectangle 64">
            <a:extLst>
              <a:ext uri="{FF2B5EF4-FFF2-40B4-BE49-F238E27FC236}">
                <a16:creationId xmlns:a16="http://schemas.microsoft.com/office/drawing/2014/main" id="{AFD5DF79-D173-D771-C550-5549E68D9B5A}"/>
              </a:ext>
            </a:extLst>
          </p:cNvPr>
          <p:cNvSpPr>
            <a:spLocks noChangeArrowheads="1"/>
          </p:cNvSpPr>
          <p:nvPr/>
        </p:nvSpPr>
        <p:spPr bwMode="auto">
          <a:xfrm>
            <a:off x="5784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29" name="Rectangle 65">
            <a:extLst>
              <a:ext uri="{FF2B5EF4-FFF2-40B4-BE49-F238E27FC236}">
                <a16:creationId xmlns:a16="http://schemas.microsoft.com/office/drawing/2014/main" id="{AE611AFF-190D-5387-1409-0974D71FDEA5}"/>
              </a:ext>
            </a:extLst>
          </p:cNvPr>
          <p:cNvSpPr>
            <a:spLocks noChangeArrowheads="1"/>
          </p:cNvSpPr>
          <p:nvPr/>
        </p:nvSpPr>
        <p:spPr bwMode="auto">
          <a:xfrm>
            <a:off x="6165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30" name="Rectangle 66">
            <a:extLst>
              <a:ext uri="{FF2B5EF4-FFF2-40B4-BE49-F238E27FC236}">
                <a16:creationId xmlns:a16="http://schemas.microsoft.com/office/drawing/2014/main" id="{72719793-C1CA-16FF-8B81-03DB869A7032}"/>
              </a:ext>
            </a:extLst>
          </p:cNvPr>
          <p:cNvSpPr>
            <a:spLocks noChangeArrowheads="1"/>
          </p:cNvSpPr>
          <p:nvPr/>
        </p:nvSpPr>
        <p:spPr bwMode="auto">
          <a:xfrm>
            <a:off x="6546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31" name="Rectangle 67">
            <a:extLst>
              <a:ext uri="{FF2B5EF4-FFF2-40B4-BE49-F238E27FC236}">
                <a16:creationId xmlns:a16="http://schemas.microsoft.com/office/drawing/2014/main" id="{821C29DD-1610-8A2A-779C-3230F6761EEE}"/>
              </a:ext>
            </a:extLst>
          </p:cNvPr>
          <p:cNvSpPr>
            <a:spLocks noChangeArrowheads="1"/>
          </p:cNvSpPr>
          <p:nvPr/>
        </p:nvSpPr>
        <p:spPr bwMode="auto">
          <a:xfrm>
            <a:off x="6927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32" name="Rectangle 68">
            <a:extLst>
              <a:ext uri="{FF2B5EF4-FFF2-40B4-BE49-F238E27FC236}">
                <a16:creationId xmlns:a16="http://schemas.microsoft.com/office/drawing/2014/main" id="{54104CDA-0612-4BD4-DC38-03A9F6EC5D16}"/>
              </a:ext>
            </a:extLst>
          </p:cNvPr>
          <p:cNvSpPr>
            <a:spLocks noChangeArrowheads="1"/>
          </p:cNvSpPr>
          <p:nvPr/>
        </p:nvSpPr>
        <p:spPr bwMode="auto">
          <a:xfrm>
            <a:off x="7308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33" name="Rectangle 69">
            <a:extLst>
              <a:ext uri="{FF2B5EF4-FFF2-40B4-BE49-F238E27FC236}">
                <a16:creationId xmlns:a16="http://schemas.microsoft.com/office/drawing/2014/main" id="{2A22864E-113F-717A-2772-F3D7D5E2D768}"/>
              </a:ext>
            </a:extLst>
          </p:cNvPr>
          <p:cNvSpPr>
            <a:spLocks noChangeArrowheads="1"/>
          </p:cNvSpPr>
          <p:nvPr/>
        </p:nvSpPr>
        <p:spPr bwMode="auto">
          <a:xfrm>
            <a:off x="7689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34" name="Rectangle 70">
            <a:extLst>
              <a:ext uri="{FF2B5EF4-FFF2-40B4-BE49-F238E27FC236}">
                <a16:creationId xmlns:a16="http://schemas.microsoft.com/office/drawing/2014/main" id="{39A02849-67FE-971C-1394-C7517DA26364}"/>
              </a:ext>
            </a:extLst>
          </p:cNvPr>
          <p:cNvSpPr>
            <a:spLocks noChangeArrowheads="1"/>
          </p:cNvSpPr>
          <p:nvPr/>
        </p:nvSpPr>
        <p:spPr bwMode="auto">
          <a:xfrm>
            <a:off x="8070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35" name="Rectangle 71">
            <a:extLst>
              <a:ext uri="{FF2B5EF4-FFF2-40B4-BE49-F238E27FC236}">
                <a16:creationId xmlns:a16="http://schemas.microsoft.com/office/drawing/2014/main" id="{7FE04B63-BFEA-2433-CC1C-C7F72FA7791F}"/>
              </a:ext>
            </a:extLst>
          </p:cNvPr>
          <p:cNvSpPr>
            <a:spLocks noChangeArrowheads="1"/>
          </p:cNvSpPr>
          <p:nvPr/>
        </p:nvSpPr>
        <p:spPr bwMode="auto">
          <a:xfrm>
            <a:off x="8451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36" name="Rectangle 72">
            <a:extLst>
              <a:ext uri="{FF2B5EF4-FFF2-40B4-BE49-F238E27FC236}">
                <a16:creationId xmlns:a16="http://schemas.microsoft.com/office/drawing/2014/main" id="{14198044-9872-375D-8205-E0D3B00A25BC}"/>
              </a:ext>
            </a:extLst>
          </p:cNvPr>
          <p:cNvSpPr>
            <a:spLocks noChangeArrowheads="1"/>
          </p:cNvSpPr>
          <p:nvPr/>
        </p:nvSpPr>
        <p:spPr bwMode="auto">
          <a:xfrm>
            <a:off x="5022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37" name="Rectangle 73">
            <a:extLst>
              <a:ext uri="{FF2B5EF4-FFF2-40B4-BE49-F238E27FC236}">
                <a16:creationId xmlns:a16="http://schemas.microsoft.com/office/drawing/2014/main" id="{25641DF3-736F-7640-DDC6-4A52A27734B4}"/>
              </a:ext>
            </a:extLst>
          </p:cNvPr>
          <p:cNvSpPr>
            <a:spLocks noChangeArrowheads="1"/>
          </p:cNvSpPr>
          <p:nvPr/>
        </p:nvSpPr>
        <p:spPr bwMode="auto">
          <a:xfrm>
            <a:off x="5403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38" name="Rectangle 74">
            <a:extLst>
              <a:ext uri="{FF2B5EF4-FFF2-40B4-BE49-F238E27FC236}">
                <a16:creationId xmlns:a16="http://schemas.microsoft.com/office/drawing/2014/main" id="{DA57B9B8-D21C-C543-3C20-854791003B38}"/>
              </a:ext>
            </a:extLst>
          </p:cNvPr>
          <p:cNvSpPr>
            <a:spLocks noChangeArrowheads="1"/>
          </p:cNvSpPr>
          <p:nvPr/>
        </p:nvSpPr>
        <p:spPr bwMode="auto">
          <a:xfrm>
            <a:off x="5784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39" name="Rectangle 75">
            <a:extLst>
              <a:ext uri="{FF2B5EF4-FFF2-40B4-BE49-F238E27FC236}">
                <a16:creationId xmlns:a16="http://schemas.microsoft.com/office/drawing/2014/main" id="{C6E5A3A3-D705-F458-8680-3BA9064DB85B}"/>
              </a:ext>
            </a:extLst>
          </p:cNvPr>
          <p:cNvSpPr>
            <a:spLocks noChangeArrowheads="1"/>
          </p:cNvSpPr>
          <p:nvPr/>
        </p:nvSpPr>
        <p:spPr bwMode="auto">
          <a:xfrm>
            <a:off x="6165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40" name="Rectangle 76">
            <a:extLst>
              <a:ext uri="{FF2B5EF4-FFF2-40B4-BE49-F238E27FC236}">
                <a16:creationId xmlns:a16="http://schemas.microsoft.com/office/drawing/2014/main" id="{5C89EC45-B938-F50C-840B-16C722E73801}"/>
              </a:ext>
            </a:extLst>
          </p:cNvPr>
          <p:cNvSpPr>
            <a:spLocks noChangeArrowheads="1"/>
          </p:cNvSpPr>
          <p:nvPr/>
        </p:nvSpPr>
        <p:spPr bwMode="auto">
          <a:xfrm>
            <a:off x="6546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41" name="Rectangle 77">
            <a:extLst>
              <a:ext uri="{FF2B5EF4-FFF2-40B4-BE49-F238E27FC236}">
                <a16:creationId xmlns:a16="http://schemas.microsoft.com/office/drawing/2014/main" id="{949B3E78-9129-9A95-6E53-A2D242FCC9D9}"/>
              </a:ext>
            </a:extLst>
          </p:cNvPr>
          <p:cNvSpPr>
            <a:spLocks noChangeArrowheads="1"/>
          </p:cNvSpPr>
          <p:nvPr/>
        </p:nvSpPr>
        <p:spPr bwMode="auto">
          <a:xfrm>
            <a:off x="6927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42" name="Rectangle 78">
            <a:extLst>
              <a:ext uri="{FF2B5EF4-FFF2-40B4-BE49-F238E27FC236}">
                <a16:creationId xmlns:a16="http://schemas.microsoft.com/office/drawing/2014/main" id="{A325BF53-881B-74A9-68ED-6AE3EEF9218C}"/>
              </a:ext>
            </a:extLst>
          </p:cNvPr>
          <p:cNvSpPr>
            <a:spLocks noChangeArrowheads="1"/>
          </p:cNvSpPr>
          <p:nvPr/>
        </p:nvSpPr>
        <p:spPr bwMode="auto">
          <a:xfrm>
            <a:off x="7308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43" name="Rectangle 79">
            <a:extLst>
              <a:ext uri="{FF2B5EF4-FFF2-40B4-BE49-F238E27FC236}">
                <a16:creationId xmlns:a16="http://schemas.microsoft.com/office/drawing/2014/main" id="{24115529-030C-C84C-E946-F4F69417EACB}"/>
              </a:ext>
            </a:extLst>
          </p:cNvPr>
          <p:cNvSpPr>
            <a:spLocks noChangeArrowheads="1"/>
          </p:cNvSpPr>
          <p:nvPr/>
        </p:nvSpPr>
        <p:spPr bwMode="auto">
          <a:xfrm>
            <a:off x="7689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44" name="Rectangle 80">
            <a:extLst>
              <a:ext uri="{FF2B5EF4-FFF2-40B4-BE49-F238E27FC236}">
                <a16:creationId xmlns:a16="http://schemas.microsoft.com/office/drawing/2014/main" id="{2BC62DC7-8288-A25F-C170-868323A30A3C}"/>
              </a:ext>
            </a:extLst>
          </p:cNvPr>
          <p:cNvSpPr>
            <a:spLocks noChangeArrowheads="1"/>
          </p:cNvSpPr>
          <p:nvPr/>
        </p:nvSpPr>
        <p:spPr bwMode="auto">
          <a:xfrm>
            <a:off x="8070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45" name="Rectangle 81">
            <a:extLst>
              <a:ext uri="{FF2B5EF4-FFF2-40B4-BE49-F238E27FC236}">
                <a16:creationId xmlns:a16="http://schemas.microsoft.com/office/drawing/2014/main" id="{6D95C98F-F100-3357-6312-9B2D79274CB3}"/>
              </a:ext>
            </a:extLst>
          </p:cNvPr>
          <p:cNvSpPr>
            <a:spLocks noChangeArrowheads="1"/>
          </p:cNvSpPr>
          <p:nvPr/>
        </p:nvSpPr>
        <p:spPr bwMode="auto">
          <a:xfrm>
            <a:off x="8451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46" name="Rectangle 82">
            <a:extLst>
              <a:ext uri="{FF2B5EF4-FFF2-40B4-BE49-F238E27FC236}">
                <a16:creationId xmlns:a16="http://schemas.microsoft.com/office/drawing/2014/main" id="{BA1EE776-627B-6C10-42EB-B554370E62C4}"/>
              </a:ext>
            </a:extLst>
          </p:cNvPr>
          <p:cNvSpPr>
            <a:spLocks noChangeArrowheads="1"/>
          </p:cNvSpPr>
          <p:nvPr/>
        </p:nvSpPr>
        <p:spPr bwMode="auto">
          <a:xfrm>
            <a:off x="5022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47" name="Rectangle 83">
            <a:extLst>
              <a:ext uri="{FF2B5EF4-FFF2-40B4-BE49-F238E27FC236}">
                <a16:creationId xmlns:a16="http://schemas.microsoft.com/office/drawing/2014/main" id="{2E9AAD6A-6872-F3F0-765D-D85B69985782}"/>
              </a:ext>
            </a:extLst>
          </p:cNvPr>
          <p:cNvSpPr>
            <a:spLocks noChangeArrowheads="1"/>
          </p:cNvSpPr>
          <p:nvPr/>
        </p:nvSpPr>
        <p:spPr bwMode="auto">
          <a:xfrm>
            <a:off x="5403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48" name="Rectangle 84">
            <a:extLst>
              <a:ext uri="{FF2B5EF4-FFF2-40B4-BE49-F238E27FC236}">
                <a16:creationId xmlns:a16="http://schemas.microsoft.com/office/drawing/2014/main" id="{D88744A0-0B6D-1CF8-0648-3A678D10C8C7}"/>
              </a:ext>
            </a:extLst>
          </p:cNvPr>
          <p:cNvSpPr>
            <a:spLocks noChangeArrowheads="1"/>
          </p:cNvSpPr>
          <p:nvPr/>
        </p:nvSpPr>
        <p:spPr bwMode="auto">
          <a:xfrm>
            <a:off x="5784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49" name="Rectangle 85">
            <a:extLst>
              <a:ext uri="{FF2B5EF4-FFF2-40B4-BE49-F238E27FC236}">
                <a16:creationId xmlns:a16="http://schemas.microsoft.com/office/drawing/2014/main" id="{340313C0-A3A3-8C9C-34E1-C14A2E8EFCEC}"/>
              </a:ext>
            </a:extLst>
          </p:cNvPr>
          <p:cNvSpPr>
            <a:spLocks noChangeArrowheads="1"/>
          </p:cNvSpPr>
          <p:nvPr/>
        </p:nvSpPr>
        <p:spPr bwMode="auto">
          <a:xfrm>
            <a:off x="6165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50" name="Rectangle 86">
            <a:extLst>
              <a:ext uri="{FF2B5EF4-FFF2-40B4-BE49-F238E27FC236}">
                <a16:creationId xmlns:a16="http://schemas.microsoft.com/office/drawing/2014/main" id="{D30A07AA-01AF-8ADA-DE58-40B3F8E44109}"/>
              </a:ext>
            </a:extLst>
          </p:cNvPr>
          <p:cNvSpPr>
            <a:spLocks noChangeArrowheads="1"/>
          </p:cNvSpPr>
          <p:nvPr/>
        </p:nvSpPr>
        <p:spPr bwMode="auto">
          <a:xfrm>
            <a:off x="6546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51" name="Rectangle 87">
            <a:extLst>
              <a:ext uri="{FF2B5EF4-FFF2-40B4-BE49-F238E27FC236}">
                <a16:creationId xmlns:a16="http://schemas.microsoft.com/office/drawing/2014/main" id="{877B15CC-1991-CC9E-239E-C076316A03C2}"/>
              </a:ext>
            </a:extLst>
          </p:cNvPr>
          <p:cNvSpPr>
            <a:spLocks noChangeArrowheads="1"/>
          </p:cNvSpPr>
          <p:nvPr/>
        </p:nvSpPr>
        <p:spPr bwMode="auto">
          <a:xfrm>
            <a:off x="6927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52" name="Rectangle 88">
            <a:extLst>
              <a:ext uri="{FF2B5EF4-FFF2-40B4-BE49-F238E27FC236}">
                <a16:creationId xmlns:a16="http://schemas.microsoft.com/office/drawing/2014/main" id="{EDFDF613-7D3D-7AE6-A61F-826DFDABF31D}"/>
              </a:ext>
            </a:extLst>
          </p:cNvPr>
          <p:cNvSpPr>
            <a:spLocks noChangeArrowheads="1"/>
          </p:cNvSpPr>
          <p:nvPr/>
        </p:nvSpPr>
        <p:spPr bwMode="auto">
          <a:xfrm>
            <a:off x="7308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53" name="Rectangle 89">
            <a:extLst>
              <a:ext uri="{FF2B5EF4-FFF2-40B4-BE49-F238E27FC236}">
                <a16:creationId xmlns:a16="http://schemas.microsoft.com/office/drawing/2014/main" id="{6C190A81-E442-2137-DCF2-B6A86DDC9E70}"/>
              </a:ext>
            </a:extLst>
          </p:cNvPr>
          <p:cNvSpPr>
            <a:spLocks noChangeArrowheads="1"/>
          </p:cNvSpPr>
          <p:nvPr/>
        </p:nvSpPr>
        <p:spPr bwMode="auto">
          <a:xfrm>
            <a:off x="7689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54" name="Rectangle 90">
            <a:extLst>
              <a:ext uri="{FF2B5EF4-FFF2-40B4-BE49-F238E27FC236}">
                <a16:creationId xmlns:a16="http://schemas.microsoft.com/office/drawing/2014/main" id="{F97D69DD-A97C-AD5C-829A-06D2FCDC37AA}"/>
              </a:ext>
            </a:extLst>
          </p:cNvPr>
          <p:cNvSpPr>
            <a:spLocks noChangeArrowheads="1"/>
          </p:cNvSpPr>
          <p:nvPr/>
        </p:nvSpPr>
        <p:spPr bwMode="auto">
          <a:xfrm>
            <a:off x="8070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55" name="Rectangle 91">
            <a:extLst>
              <a:ext uri="{FF2B5EF4-FFF2-40B4-BE49-F238E27FC236}">
                <a16:creationId xmlns:a16="http://schemas.microsoft.com/office/drawing/2014/main" id="{E4E6B33E-7DB1-41DB-D14A-EC76AF4D7A96}"/>
              </a:ext>
            </a:extLst>
          </p:cNvPr>
          <p:cNvSpPr>
            <a:spLocks noChangeArrowheads="1"/>
          </p:cNvSpPr>
          <p:nvPr/>
        </p:nvSpPr>
        <p:spPr bwMode="auto">
          <a:xfrm>
            <a:off x="8451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56" name="Rectangle 92">
            <a:extLst>
              <a:ext uri="{FF2B5EF4-FFF2-40B4-BE49-F238E27FC236}">
                <a16:creationId xmlns:a16="http://schemas.microsoft.com/office/drawing/2014/main" id="{61C16A81-16BE-D3D2-F39F-AD4EBDD7DF30}"/>
              </a:ext>
            </a:extLst>
          </p:cNvPr>
          <p:cNvSpPr>
            <a:spLocks noChangeArrowheads="1"/>
          </p:cNvSpPr>
          <p:nvPr/>
        </p:nvSpPr>
        <p:spPr bwMode="auto">
          <a:xfrm>
            <a:off x="5022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57" name="Rectangle 93">
            <a:extLst>
              <a:ext uri="{FF2B5EF4-FFF2-40B4-BE49-F238E27FC236}">
                <a16:creationId xmlns:a16="http://schemas.microsoft.com/office/drawing/2014/main" id="{58B52A74-EA2C-A1BF-F190-8AF963657EA1}"/>
              </a:ext>
            </a:extLst>
          </p:cNvPr>
          <p:cNvSpPr>
            <a:spLocks noChangeArrowheads="1"/>
          </p:cNvSpPr>
          <p:nvPr/>
        </p:nvSpPr>
        <p:spPr bwMode="auto">
          <a:xfrm>
            <a:off x="5403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58" name="Rectangle 94">
            <a:extLst>
              <a:ext uri="{FF2B5EF4-FFF2-40B4-BE49-F238E27FC236}">
                <a16:creationId xmlns:a16="http://schemas.microsoft.com/office/drawing/2014/main" id="{D09EFE9E-F4AE-B2D9-1DE3-DD09C533E620}"/>
              </a:ext>
            </a:extLst>
          </p:cNvPr>
          <p:cNvSpPr>
            <a:spLocks noChangeArrowheads="1"/>
          </p:cNvSpPr>
          <p:nvPr/>
        </p:nvSpPr>
        <p:spPr bwMode="auto">
          <a:xfrm>
            <a:off x="5784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59" name="Rectangle 95">
            <a:extLst>
              <a:ext uri="{FF2B5EF4-FFF2-40B4-BE49-F238E27FC236}">
                <a16:creationId xmlns:a16="http://schemas.microsoft.com/office/drawing/2014/main" id="{31F2DCBC-D69E-3185-991D-8A3CCC07C80F}"/>
              </a:ext>
            </a:extLst>
          </p:cNvPr>
          <p:cNvSpPr>
            <a:spLocks noChangeArrowheads="1"/>
          </p:cNvSpPr>
          <p:nvPr/>
        </p:nvSpPr>
        <p:spPr bwMode="auto">
          <a:xfrm>
            <a:off x="6165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60" name="Rectangle 96">
            <a:extLst>
              <a:ext uri="{FF2B5EF4-FFF2-40B4-BE49-F238E27FC236}">
                <a16:creationId xmlns:a16="http://schemas.microsoft.com/office/drawing/2014/main" id="{9AA34D12-D59D-C1FB-D8D7-55B8311DAC8A}"/>
              </a:ext>
            </a:extLst>
          </p:cNvPr>
          <p:cNvSpPr>
            <a:spLocks noChangeArrowheads="1"/>
          </p:cNvSpPr>
          <p:nvPr/>
        </p:nvSpPr>
        <p:spPr bwMode="auto">
          <a:xfrm>
            <a:off x="6546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61" name="Rectangle 97">
            <a:extLst>
              <a:ext uri="{FF2B5EF4-FFF2-40B4-BE49-F238E27FC236}">
                <a16:creationId xmlns:a16="http://schemas.microsoft.com/office/drawing/2014/main" id="{ED2BB02F-C296-185D-49A8-5AA41AA1E33B}"/>
              </a:ext>
            </a:extLst>
          </p:cNvPr>
          <p:cNvSpPr>
            <a:spLocks noChangeArrowheads="1"/>
          </p:cNvSpPr>
          <p:nvPr/>
        </p:nvSpPr>
        <p:spPr bwMode="auto">
          <a:xfrm>
            <a:off x="6927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62" name="Rectangle 98">
            <a:extLst>
              <a:ext uri="{FF2B5EF4-FFF2-40B4-BE49-F238E27FC236}">
                <a16:creationId xmlns:a16="http://schemas.microsoft.com/office/drawing/2014/main" id="{8C1D56B2-A075-F1D3-BEE5-19BDC1A62800}"/>
              </a:ext>
            </a:extLst>
          </p:cNvPr>
          <p:cNvSpPr>
            <a:spLocks noChangeArrowheads="1"/>
          </p:cNvSpPr>
          <p:nvPr/>
        </p:nvSpPr>
        <p:spPr bwMode="auto">
          <a:xfrm>
            <a:off x="7308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63" name="Rectangle 99">
            <a:extLst>
              <a:ext uri="{FF2B5EF4-FFF2-40B4-BE49-F238E27FC236}">
                <a16:creationId xmlns:a16="http://schemas.microsoft.com/office/drawing/2014/main" id="{5C72798E-AB8C-F600-5ABC-1E4FE32D116E}"/>
              </a:ext>
            </a:extLst>
          </p:cNvPr>
          <p:cNvSpPr>
            <a:spLocks noChangeArrowheads="1"/>
          </p:cNvSpPr>
          <p:nvPr/>
        </p:nvSpPr>
        <p:spPr bwMode="auto">
          <a:xfrm>
            <a:off x="7689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64" name="Rectangle 100">
            <a:extLst>
              <a:ext uri="{FF2B5EF4-FFF2-40B4-BE49-F238E27FC236}">
                <a16:creationId xmlns:a16="http://schemas.microsoft.com/office/drawing/2014/main" id="{F71882C3-8DA6-C8FC-D390-E04B79EA3355}"/>
              </a:ext>
            </a:extLst>
          </p:cNvPr>
          <p:cNvSpPr>
            <a:spLocks noChangeArrowheads="1"/>
          </p:cNvSpPr>
          <p:nvPr/>
        </p:nvSpPr>
        <p:spPr bwMode="auto">
          <a:xfrm>
            <a:off x="8070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65" name="Rectangle 101">
            <a:extLst>
              <a:ext uri="{FF2B5EF4-FFF2-40B4-BE49-F238E27FC236}">
                <a16:creationId xmlns:a16="http://schemas.microsoft.com/office/drawing/2014/main" id="{19EA409C-9AEF-4CDF-73C5-F79875D87542}"/>
              </a:ext>
            </a:extLst>
          </p:cNvPr>
          <p:cNvSpPr>
            <a:spLocks noChangeArrowheads="1"/>
          </p:cNvSpPr>
          <p:nvPr/>
        </p:nvSpPr>
        <p:spPr bwMode="auto">
          <a:xfrm>
            <a:off x="8451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66" name="Line 102">
            <a:extLst>
              <a:ext uri="{FF2B5EF4-FFF2-40B4-BE49-F238E27FC236}">
                <a16:creationId xmlns:a16="http://schemas.microsoft.com/office/drawing/2014/main" id="{DF5EAFCF-2A48-0A46-9273-DAC3ACD0B7B8}"/>
              </a:ext>
            </a:extLst>
          </p:cNvPr>
          <p:cNvSpPr>
            <a:spLocks noChangeShapeType="1"/>
          </p:cNvSpPr>
          <p:nvPr/>
        </p:nvSpPr>
        <p:spPr bwMode="auto">
          <a:xfrm>
            <a:off x="5022850" y="6038850"/>
            <a:ext cx="3810000"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67" name="Line 103">
            <a:extLst>
              <a:ext uri="{FF2B5EF4-FFF2-40B4-BE49-F238E27FC236}">
                <a16:creationId xmlns:a16="http://schemas.microsoft.com/office/drawing/2014/main" id="{AC3D0DED-8A5E-E405-14D3-AF56FE949E88}"/>
              </a:ext>
            </a:extLst>
          </p:cNvPr>
          <p:cNvSpPr>
            <a:spLocks noChangeShapeType="1"/>
          </p:cNvSpPr>
          <p:nvPr/>
        </p:nvSpPr>
        <p:spPr bwMode="auto">
          <a:xfrm flipV="1">
            <a:off x="5022850" y="2228850"/>
            <a:ext cx="0" cy="38100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68" name="Oval 104">
            <a:extLst>
              <a:ext uri="{FF2B5EF4-FFF2-40B4-BE49-F238E27FC236}">
                <a16:creationId xmlns:a16="http://schemas.microsoft.com/office/drawing/2014/main" id="{D6C90211-6A66-10C6-C9A9-107775F061EC}"/>
              </a:ext>
            </a:extLst>
          </p:cNvPr>
          <p:cNvSpPr>
            <a:spLocks noChangeArrowheads="1"/>
          </p:cNvSpPr>
          <p:nvPr/>
        </p:nvSpPr>
        <p:spPr bwMode="auto">
          <a:xfrm>
            <a:off x="5403850" y="47434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69" name="Oval 105">
            <a:extLst>
              <a:ext uri="{FF2B5EF4-FFF2-40B4-BE49-F238E27FC236}">
                <a16:creationId xmlns:a16="http://schemas.microsoft.com/office/drawing/2014/main" id="{B70A7CEE-44AD-419F-5261-67B2FA2CB675}"/>
              </a:ext>
            </a:extLst>
          </p:cNvPr>
          <p:cNvSpPr>
            <a:spLocks noChangeArrowheads="1"/>
          </p:cNvSpPr>
          <p:nvPr/>
        </p:nvSpPr>
        <p:spPr bwMode="auto">
          <a:xfrm>
            <a:off x="6013450" y="52768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70" name="Rectangle 106">
            <a:extLst>
              <a:ext uri="{FF2B5EF4-FFF2-40B4-BE49-F238E27FC236}">
                <a16:creationId xmlns:a16="http://schemas.microsoft.com/office/drawing/2014/main" id="{701849FE-C2B5-E3F2-B523-6A3027AE7AED}"/>
              </a:ext>
            </a:extLst>
          </p:cNvPr>
          <p:cNvSpPr>
            <a:spLocks noChangeArrowheads="1"/>
          </p:cNvSpPr>
          <p:nvPr/>
        </p:nvSpPr>
        <p:spPr bwMode="auto">
          <a:xfrm>
            <a:off x="8321675" y="27114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71" name="Rectangle 107">
            <a:extLst>
              <a:ext uri="{FF2B5EF4-FFF2-40B4-BE49-F238E27FC236}">
                <a16:creationId xmlns:a16="http://schemas.microsoft.com/office/drawing/2014/main" id="{727B8664-1C80-CCCA-C74E-94401B32A03E}"/>
              </a:ext>
            </a:extLst>
          </p:cNvPr>
          <p:cNvSpPr>
            <a:spLocks noChangeArrowheads="1"/>
          </p:cNvSpPr>
          <p:nvPr/>
        </p:nvSpPr>
        <p:spPr bwMode="auto">
          <a:xfrm>
            <a:off x="7418388" y="33718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72" name="Rectangle 108">
            <a:extLst>
              <a:ext uri="{FF2B5EF4-FFF2-40B4-BE49-F238E27FC236}">
                <a16:creationId xmlns:a16="http://schemas.microsoft.com/office/drawing/2014/main" id="{C6A84D33-D1F4-E6F8-9E7C-2299F9F810F0}"/>
              </a:ext>
            </a:extLst>
          </p:cNvPr>
          <p:cNvSpPr>
            <a:spLocks noChangeArrowheads="1"/>
          </p:cNvSpPr>
          <p:nvPr/>
        </p:nvSpPr>
        <p:spPr bwMode="auto">
          <a:xfrm>
            <a:off x="7994650" y="24574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73" name="Rectangle 109">
            <a:extLst>
              <a:ext uri="{FF2B5EF4-FFF2-40B4-BE49-F238E27FC236}">
                <a16:creationId xmlns:a16="http://schemas.microsoft.com/office/drawing/2014/main" id="{0BA4C7BA-68C7-64DF-09B2-80E2468C8125}"/>
              </a:ext>
            </a:extLst>
          </p:cNvPr>
          <p:cNvSpPr>
            <a:spLocks noChangeArrowheads="1"/>
          </p:cNvSpPr>
          <p:nvPr/>
        </p:nvSpPr>
        <p:spPr bwMode="auto">
          <a:xfrm>
            <a:off x="8147050" y="34480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74" name="Rectangle 110">
            <a:extLst>
              <a:ext uri="{FF2B5EF4-FFF2-40B4-BE49-F238E27FC236}">
                <a16:creationId xmlns:a16="http://schemas.microsoft.com/office/drawing/2014/main" id="{335DE6C7-323D-0CD8-8D76-7EB8117F0EA9}"/>
              </a:ext>
            </a:extLst>
          </p:cNvPr>
          <p:cNvSpPr>
            <a:spLocks noChangeArrowheads="1"/>
          </p:cNvSpPr>
          <p:nvPr/>
        </p:nvSpPr>
        <p:spPr bwMode="auto">
          <a:xfrm>
            <a:off x="8675688" y="4278313"/>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75" name="Oval 111">
            <a:extLst>
              <a:ext uri="{FF2B5EF4-FFF2-40B4-BE49-F238E27FC236}">
                <a16:creationId xmlns:a16="http://schemas.microsoft.com/office/drawing/2014/main" id="{5C56C48C-C163-B331-12FE-DD15D19E0C5C}"/>
              </a:ext>
            </a:extLst>
          </p:cNvPr>
          <p:cNvSpPr>
            <a:spLocks noChangeArrowheads="1"/>
          </p:cNvSpPr>
          <p:nvPr/>
        </p:nvSpPr>
        <p:spPr bwMode="auto">
          <a:xfrm>
            <a:off x="5567363" y="411480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76" name="Oval 112">
            <a:extLst>
              <a:ext uri="{FF2B5EF4-FFF2-40B4-BE49-F238E27FC236}">
                <a16:creationId xmlns:a16="http://schemas.microsoft.com/office/drawing/2014/main" id="{D201CA28-1B68-FCBA-6EA8-507739268BD1}"/>
              </a:ext>
            </a:extLst>
          </p:cNvPr>
          <p:cNvSpPr>
            <a:spLocks noChangeArrowheads="1"/>
          </p:cNvSpPr>
          <p:nvPr/>
        </p:nvSpPr>
        <p:spPr bwMode="auto">
          <a:xfrm>
            <a:off x="5175250" y="55816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77" name="Oval 113">
            <a:extLst>
              <a:ext uri="{FF2B5EF4-FFF2-40B4-BE49-F238E27FC236}">
                <a16:creationId xmlns:a16="http://schemas.microsoft.com/office/drawing/2014/main" id="{9F6A5010-A977-4B83-21E1-DECAE695CE9F}"/>
              </a:ext>
            </a:extLst>
          </p:cNvPr>
          <p:cNvSpPr>
            <a:spLocks noChangeArrowheads="1"/>
          </p:cNvSpPr>
          <p:nvPr/>
        </p:nvSpPr>
        <p:spPr bwMode="auto">
          <a:xfrm>
            <a:off x="5251450" y="42100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78" name="Text Box 114">
            <a:extLst>
              <a:ext uri="{FF2B5EF4-FFF2-40B4-BE49-F238E27FC236}">
                <a16:creationId xmlns:a16="http://schemas.microsoft.com/office/drawing/2014/main" id="{0305FE3A-DD34-4F59-14E2-FB68FB8B22BE}"/>
              </a:ext>
            </a:extLst>
          </p:cNvPr>
          <p:cNvSpPr txBox="1">
            <a:spLocks noChangeArrowheads="1"/>
          </p:cNvSpPr>
          <p:nvPr/>
        </p:nvSpPr>
        <p:spPr bwMode="auto">
          <a:xfrm>
            <a:off x="5175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1</a:t>
            </a:r>
          </a:p>
        </p:txBody>
      </p:sp>
      <p:sp>
        <p:nvSpPr>
          <p:cNvPr id="62579" name="Text Box 115">
            <a:extLst>
              <a:ext uri="{FF2B5EF4-FFF2-40B4-BE49-F238E27FC236}">
                <a16:creationId xmlns:a16="http://schemas.microsoft.com/office/drawing/2014/main" id="{20C9E353-8F33-69DF-5253-BC1C03C95819}"/>
              </a:ext>
            </a:extLst>
          </p:cNvPr>
          <p:cNvSpPr txBox="1">
            <a:spLocks noChangeArrowheads="1"/>
          </p:cNvSpPr>
          <p:nvPr/>
        </p:nvSpPr>
        <p:spPr bwMode="auto">
          <a:xfrm>
            <a:off x="5556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2</a:t>
            </a:r>
          </a:p>
        </p:txBody>
      </p:sp>
      <p:sp>
        <p:nvSpPr>
          <p:cNvPr id="62580" name="Text Box 116">
            <a:extLst>
              <a:ext uri="{FF2B5EF4-FFF2-40B4-BE49-F238E27FC236}">
                <a16:creationId xmlns:a16="http://schemas.microsoft.com/office/drawing/2014/main" id="{29F5B33C-7DE2-B747-F8EC-E0D64357631A}"/>
              </a:ext>
            </a:extLst>
          </p:cNvPr>
          <p:cNvSpPr txBox="1">
            <a:spLocks noChangeArrowheads="1"/>
          </p:cNvSpPr>
          <p:nvPr/>
        </p:nvSpPr>
        <p:spPr bwMode="auto">
          <a:xfrm>
            <a:off x="5937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3</a:t>
            </a:r>
          </a:p>
        </p:txBody>
      </p:sp>
      <p:sp>
        <p:nvSpPr>
          <p:cNvPr id="62581" name="Text Box 117">
            <a:extLst>
              <a:ext uri="{FF2B5EF4-FFF2-40B4-BE49-F238E27FC236}">
                <a16:creationId xmlns:a16="http://schemas.microsoft.com/office/drawing/2014/main" id="{DE70ADBD-6137-BE5D-7D52-214548EB0E37}"/>
              </a:ext>
            </a:extLst>
          </p:cNvPr>
          <p:cNvSpPr txBox="1">
            <a:spLocks noChangeArrowheads="1"/>
          </p:cNvSpPr>
          <p:nvPr/>
        </p:nvSpPr>
        <p:spPr bwMode="auto">
          <a:xfrm>
            <a:off x="6318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4</a:t>
            </a:r>
          </a:p>
        </p:txBody>
      </p:sp>
      <p:sp>
        <p:nvSpPr>
          <p:cNvPr id="62582" name="Text Box 118">
            <a:extLst>
              <a:ext uri="{FF2B5EF4-FFF2-40B4-BE49-F238E27FC236}">
                <a16:creationId xmlns:a16="http://schemas.microsoft.com/office/drawing/2014/main" id="{F2B9FAE1-AAF2-CF2D-A9CE-685B46046453}"/>
              </a:ext>
            </a:extLst>
          </p:cNvPr>
          <p:cNvSpPr txBox="1">
            <a:spLocks noChangeArrowheads="1"/>
          </p:cNvSpPr>
          <p:nvPr/>
        </p:nvSpPr>
        <p:spPr bwMode="auto">
          <a:xfrm>
            <a:off x="6699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5</a:t>
            </a:r>
          </a:p>
        </p:txBody>
      </p:sp>
      <p:sp>
        <p:nvSpPr>
          <p:cNvPr id="62583" name="Text Box 119">
            <a:extLst>
              <a:ext uri="{FF2B5EF4-FFF2-40B4-BE49-F238E27FC236}">
                <a16:creationId xmlns:a16="http://schemas.microsoft.com/office/drawing/2014/main" id="{BC4E4C36-FB51-BF90-3DA4-00DB7C4D4997}"/>
              </a:ext>
            </a:extLst>
          </p:cNvPr>
          <p:cNvSpPr txBox="1">
            <a:spLocks noChangeArrowheads="1"/>
          </p:cNvSpPr>
          <p:nvPr/>
        </p:nvSpPr>
        <p:spPr bwMode="auto">
          <a:xfrm>
            <a:off x="7080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6</a:t>
            </a:r>
          </a:p>
        </p:txBody>
      </p:sp>
      <p:sp>
        <p:nvSpPr>
          <p:cNvPr id="62584" name="Text Box 120">
            <a:extLst>
              <a:ext uri="{FF2B5EF4-FFF2-40B4-BE49-F238E27FC236}">
                <a16:creationId xmlns:a16="http://schemas.microsoft.com/office/drawing/2014/main" id="{51F46BF0-3B44-5E63-ED2A-0F5427D53961}"/>
              </a:ext>
            </a:extLst>
          </p:cNvPr>
          <p:cNvSpPr txBox="1">
            <a:spLocks noChangeArrowheads="1"/>
          </p:cNvSpPr>
          <p:nvPr/>
        </p:nvSpPr>
        <p:spPr bwMode="auto">
          <a:xfrm>
            <a:off x="7461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7</a:t>
            </a:r>
          </a:p>
        </p:txBody>
      </p:sp>
      <p:sp>
        <p:nvSpPr>
          <p:cNvPr id="62585" name="Text Box 121">
            <a:extLst>
              <a:ext uri="{FF2B5EF4-FFF2-40B4-BE49-F238E27FC236}">
                <a16:creationId xmlns:a16="http://schemas.microsoft.com/office/drawing/2014/main" id="{E43FCF3C-2039-C3DF-DDB1-CB99B95C3AD7}"/>
              </a:ext>
            </a:extLst>
          </p:cNvPr>
          <p:cNvSpPr txBox="1">
            <a:spLocks noChangeArrowheads="1"/>
          </p:cNvSpPr>
          <p:nvPr/>
        </p:nvSpPr>
        <p:spPr bwMode="auto">
          <a:xfrm>
            <a:off x="7842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8</a:t>
            </a:r>
          </a:p>
        </p:txBody>
      </p:sp>
      <p:sp>
        <p:nvSpPr>
          <p:cNvPr id="62586" name="Text Box 122">
            <a:extLst>
              <a:ext uri="{FF2B5EF4-FFF2-40B4-BE49-F238E27FC236}">
                <a16:creationId xmlns:a16="http://schemas.microsoft.com/office/drawing/2014/main" id="{8852C1D2-5420-234F-3B15-F570B1A801D1}"/>
              </a:ext>
            </a:extLst>
          </p:cNvPr>
          <p:cNvSpPr txBox="1">
            <a:spLocks noChangeArrowheads="1"/>
          </p:cNvSpPr>
          <p:nvPr/>
        </p:nvSpPr>
        <p:spPr bwMode="auto">
          <a:xfrm>
            <a:off x="8223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9</a:t>
            </a:r>
          </a:p>
        </p:txBody>
      </p:sp>
      <p:sp>
        <p:nvSpPr>
          <p:cNvPr id="62587" name="Text Box 123">
            <a:extLst>
              <a:ext uri="{FF2B5EF4-FFF2-40B4-BE49-F238E27FC236}">
                <a16:creationId xmlns:a16="http://schemas.microsoft.com/office/drawing/2014/main" id="{DA4404FA-D5AD-8FEC-9747-F2471883BAA7}"/>
              </a:ext>
            </a:extLst>
          </p:cNvPr>
          <p:cNvSpPr txBox="1">
            <a:spLocks noChangeArrowheads="1"/>
          </p:cNvSpPr>
          <p:nvPr/>
        </p:nvSpPr>
        <p:spPr bwMode="auto">
          <a:xfrm>
            <a:off x="8528050" y="6115050"/>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10</a:t>
            </a:r>
          </a:p>
        </p:txBody>
      </p:sp>
      <p:sp>
        <p:nvSpPr>
          <p:cNvPr id="62588" name="Oval 124">
            <a:extLst>
              <a:ext uri="{FF2B5EF4-FFF2-40B4-BE49-F238E27FC236}">
                <a16:creationId xmlns:a16="http://schemas.microsoft.com/office/drawing/2014/main" id="{EC5A0EE9-FA92-BA69-1194-2B88655784BA}"/>
              </a:ext>
            </a:extLst>
          </p:cNvPr>
          <p:cNvSpPr>
            <a:spLocks noChangeArrowheads="1"/>
          </p:cNvSpPr>
          <p:nvPr/>
        </p:nvSpPr>
        <p:spPr bwMode="auto">
          <a:xfrm>
            <a:off x="5861050" y="46672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89" name="Oval 125">
            <a:extLst>
              <a:ext uri="{FF2B5EF4-FFF2-40B4-BE49-F238E27FC236}">
                <a16:creationId xmlns:a16="http://schemas.microsoft.com/office/drawing/2014/main" id="{FCD6BC5D-7B6E-C872-6DFF-2318E01D4059}"/>
              </a:ext>
            </a:extLst>
          </p:cNvPr>
          <p:cNvSpPr>
            <a:spLocks noChangeArrowheads="1"/>
          </p:cNvSpPr>
          <p:nvPr/>
        </p:nvSpPr>
        <p:spPr bwMode="auto">
          <a:xfrm>
            <a:off x="5480050" y="51244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90" name="Oval 126">
            <a:extLst>
              <a:ext uri="{FF2B5EF4-FFF2-40B4-BE49-F238E27FC236}">
                <a16:creationId xmlns:a16="http://schemas.microsoft.com/office/drawing/2014/main" id="{CFA592FB-407B-5017-F60A-BAEF1361BE99}"/>
              </a:ext>
            </a:extLst>
          </p:cNvPr>
          <p:cNvSpPr>
            <a:spLocks noChangeArrowheads="1"/>
          </p:cNvSpPr>
          <p:nvPr/>
        </p:nvSpPr>
        <p:spPr bwMode="auto">
          <a:xfrm>
            <a:off x="5632450" y="54292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91" name="Oval 127">
            <a:extLst>
              <a:ext uri="{FF2B5EF4-FFF2-40B4-BE49-F238E27FC236}">
                <a16:creationId xmlns:a16="http://schemas.microsoft.com/office/drawing/2014/main" id="{D6B226A0-CFE9-CD11-0879-E8D51AB36749}"/>
              </a:ext>
            </a:extLst>
          </p:cNvPr>
          <p:cNvSpPr>
            <a:spLocks noChangeArrowheads="1"/>
          </p:cNvSpPr>
          <p:nvPr/>
        </p:nvSpPr>
        <p:spPr bwMode="auto">
          <a:xfrm>
            <a:off x="6089650" y="46672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92" name="Oval 128">
            <a:extLst>
              <a:ext uri="{FF2B5EF4-FFF2-40B4-BE49-F238E27FC236}">
                <a16:creationId xmlns:a16="http://schemas.microsoft.com/office/drawing/2014/main" id="{DE54F2C4-F00A-4201-D5EF-FB0737F37595}"/>
              </a:ext>
            </a:extLst>
          </p:cNvPr>
          <p:cNvSpPr>
            <a:spLocks noChangeArrowheads="1"/>
          </p:cNvSpPr>
          <p:nvPr/>
        </p:nvSpPr>
        <p:spPr bwMode="auto">
          <a:xfrm>
            <a:off x="5327650" y="38290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93" name="Oval 129">
            <a:extLst>
              <a:ext uri="{FF2B5EF4-FFF2-40B4-BE49-F238E27FC236}">
                <a16:creationId xmlns:a16="http://schemas.microsoft.com/office/drawing/2014/main" id="{DCF9BC32-16BE-FEB6-118F-9FBDAD5C2E36}"/>
              </a:ext>
            </a:extLst>
          </p:cNvPr>
          <p:cNvSpPr>
            <a:spLocks noChangeArrowheads="1"/>
          </p:cNvSpPr>
          <p:nvPr/>
        </p:nvSpPr>
        <p:spPr bwMode="auto">
          <a:xfrm>
            <a:off x="5772150" y="3735388"/>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94" name="Oval 130">
            <a:extLst>
              <a:ext uri="{FF2B5EF4-FFF2-40B4-BE49-F238E27FC236}">
                <a16:creationId xmlns:a16="http://schemas.microsoft.com/office/drawing/2014/main" id="{9972D3AA-4A3E-96A3-40D1-866BEDF6818A}"/>
              </a:ext>
            </a:extLst>
          </p:cNvPr>
          <p:cNvSpPr>
            <a:spLocks noChangeArrowheads="1"/>
          </p:cNvSpPr>
          <p:nvPr/>
        </p:nvSpPr>
        <p:spPr bwMode="auto">
          <a:xfrm>
            <a:off x="5480050" y="45910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95" name="Oval 131">
            <a:extLst>
              <a:ext uri="{FF2B5EF4-FFF2-40B4-BE49-F238E27FC236}">
                <a16:creationId xmlns:a16="http://schemas.microsoft.com/office/drawing/2014/main" id="{08BE3893-1FF5-30BB-8DC0-29A5A5EE2B62}"/>
              </a:ext>
            </a:extLst>
          </p:cNvPr>
          <p:cNvSpPr>
            <a:spLocks noChangeArrowheads="1"/>
          </p:cNvSpPr>
          <p:nvPr/>
        </p:nvSpPr>
        <p:spPr bwMode="auto">
          <a:xfrm>
            <a:off x="5784850" y="45148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96" name="Oval 132">
            <a:extLst>
              <a:ext uri="{FF2B5EF4-FFF2-40B4-BE49-F238E27FC236}">
                <a16:creationId xmlns:a16="http://schemas.microsoft.com/office/drawing/2014/main" id="{5E685FB8-CE49-5C66-FB94-F3521FDC0438}"/>
              </a:ext>
            </a:extLst>
          </p:cNvPr>
          <p:cNvSpPr>
            <a:spLocks noChangeArrowheads="1"/>
          </p:cNvSpPr>
          <p:nvPr/>
        </p:nvSpPr>
        <p:spPr bwMode="auto">
          <a:xfrm>
            <a:off x="5175250" y="50482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97" name="Oval 133">
            <a:extLst>
              <a:ext uri="{FF2B5EF4-FFF2-40B4-BE49-F238E27FC236}">
                <a16:creationId xmlns:a16="http://schemas.microsoft.com/office/drawing/2014/main" id="{A22534D9-3918-093C-B840-A94995DCD4E8}"/>
              </a:ext>
            </a:extLst>
          </p:cNvPr>
          <p:cNvSpPr>
            <a:spLocks noChangeArrowheads="1"/>
          </p:cNvSpPr>
          <p:nvPr/>
        </p:nvSpPr>
        <p:spPr bwMode="auto">
          <a:xfrm>
            <a:off x="5708650" y="49720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98" name="Oval 134">
            <a:extLst>
              <a:ext uri="{FF2B5EF4-FFF2-40B4-BE49-F238E27FC236}">
                <a16:creationId xmlns:a16="http://schemas.microsoft.com/office/drawing/2014/main" id="{C26DCDEB-1E2F-9042-A21F-044551E79F4A}"/>
              </a:ext>
            </a:extLst>
          </p:cNvPr>
          <p:cNvSpPr>
            <a:spLocks noChangeArrowheads="1"/>
          </p:cNvSpPr>
          <p:nvPr/>
        </p:nvSpPr>
        <p:spPr bwMode="auto">
          <a:xfrm>
            <a:off x="5175250" y="32956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599" name="Oval 135">
            <a:extLst>
              <a:ext uri="{FF2B5EF4-FFF2-40B4-BE49-F238E27FC236}">
                <a16:creationId xmlns:a16="http://schemas.microsoft.com/office/drawing/2014/main" id="{E0621F80-E3B2-04EF-773E-B04D184F069A}"/>
              </a:ext>
            </a:extLst>
          </p:cNvPr>
          <p:cNvSpPr>
            <a:spLocks noChangeArrowheads="1"/>
          </p:cNvSpPr>
          <p:nvPr/>
        </p:nvSpPr>
        <p:spPr bwMode="auto">
          <a:xfrm>
            <a:off x="5556250" y="43624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00" name="Oval 136">
            <a:extLst>
              <a:ext uri="{FF2B5EF4-FFF2-40B4-BE49-F238E27FC236}">
                <a16:creationId xmlns:a16="http://schemas.microsoft.com/office/drawing/2014/main" id="{CF487D69-0E5A-A755-5523-C30810ADCE77}"/>
              </a:ext>
            </a:extLst>
          </p:cNvPr>
          <p:cNvSpPr>
            <a:spLocks noChangeArrowheads="1"/>
          </p:cNvSpPr>
          <p:nvPr/>
        </p:nvSpPr>
        <p:spPr bwMode="auto">
          <a:xfrm>
            <a:off x="6013450" y="48958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01" name="Rectangle 137">
            <a:extLst>
              <a:ext uri="{FF2B5EF4-FFF2-40B4-BE49-F238E27FC236}">
                <a16:creationId xmlns:a16="http://schemas.microsoft.com/office/drawing/2014/main" id="{49C3426B-5164-D137-2227-E222F07CBD1D}"/>
              </a:ext>
            </a:extLst>
          </p:cNvPr>
          <p:cNvSpPr>
            <a:spLocks noChangeArrowheads="1"/>
          </p:cNvSpPr>
          <p:nvPr/>
        </p:nvSpPr>
        <p:spPr bwMode="auto">
          <a:xfrm>
            <a:off x="7918450" y="32194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02" name="Rectangle 138">
            <a:extLst>
              <a:ext uri="{FF2B5EF4-FFF2-40B4-BE49-F238E27FC236}">
                <a16:creationId xmlns:a16="http://schemas.microsoft.com/office/drawing/2014/main" id="{667445A1-67D9-4F5F-FEB1-2A9149342183}"/>
              </a:ext>
            </a:extLst>
          </p:cNvPr>
          <p:cNvSpPr>
            <a:spLocks noChangeArrowheads="1"/>
          </p:cNvSpPr>
          <p:nvPr/>
        </p:nvSpPr>
        <p:spPr bwMode="auto">
          <a:xfrm>
            <a:off x="7766050" y="35242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03" name="Rectangle 139">
            <a:extLst>
              <a:ext uri="{FF2B5EF4-FFF2-40B4-BE49-F238E27FC236}">
                <a16:creationId xmlns:a16="http://schemas.microsoft.com/office/drawing/2014/main" id="{E52B084B-86EA-B346-5C40-B3566D55806C}"/>
              </a:ext>
            </a:extLst>
          </p:cNvPr>
          <p:cNvSpPr>
            <a:spLocks noChangeArrowheads="1"/>
          </p:cNvSpPr>
          <p:nvPr/>
        </p:nvSpPr>
        <p:spPr bwMode="auto">
          <a:xfrm>
            <a:off x="7537450" y="31432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04" name="Rectangle 140">
            <a:extLst>
              <a:ext uri="{FF2B5EF4-FFF2-40B4-BE49-F238E27FC236}">
                <a16:creationId xmlns:a16="http://schemas.microsoft.com/office/drawing/2014/main" id="{32DC40F1-86C6-8D93-FFE8-162D665EB6BA}"/>
              </a:ext>
            </a:extLst>
          </p:cNvPr>
          <p:cNvSpPr>
            <a:spLocks noChangeArrowheads="1"/>
          </p:cNvSpPr>
          <p:nvPr/>
        </p:nvSpPr>
        <p:spPr bwMode="auto">
          <a:xfrm>
            <a:off x="7537450" y="36004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05" name="Rectangle 141">
            <a:extLst>
              <a:ext uri="{FF2B5EF4-FFF2-40B4-BE49-F238E27FC236}">
                <a16:creationId xmlns:a16="http://schemas.microsoft.com/office/drawing/2014/main" id="{4BBC870E-3FEB-0E39-6A6E-F7FA99927472}"/>
              </a:ext>
            </a:extLst>
          </p:cNvPr>
          <p:cNvSpPr>
            <a:spLocks noChangeArrowheads="1"/>
          </p:cNvSpPr>
          <p:nvPr/>
        </p:nvSpPr>
        <p:spPr bwMode="auto">
          <a:xfrm>
            <a:off x="8070850" y="29908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06" name="Rectangle 142">
            <a:extLst>
              <a:ext uri="{FF2B5EF4-FFF2-40B4-BE49-F238E27FC236}">
                <a16:creationId xmlns:a16="http://schemas.microsoft.com/office/drawing/2014/main" id="{8C7763BD-546D-0DB8-A13F-FF7484755801}"/>
              </a:ext>
            </a:extLst>
          </p:cNvPr>
          <p:cNvSpPr>
            <a:spLocks noChangeArrowheads="1"/>
          </p:cNvSpPr>
          <p:nvPr/>
        </p:nvSpPr>
        <p:spPr bwMode="auto">
          <a:xfrm>
            <a:off x="8223250" y="32194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07" name="Rectangle 143">
            <a:extLst>
              <a:ext uri="{FF2B5EF4-FFF2-40B4-BE49-F238E27FC236}">
                <a16:creationId xmlns:a16="http://schemas.microsoft.com/office/drawing/2014/main" id="{9F6C358B-D12C-7A87-1DC8-F4AF16CD3A51}"/>
              </a:ext>
            </a:extLst>
          </p:cNvPr>
          <p:cNvSpPr>
            <a:spLocks noChangeArrowheads="1"/>
          </p:cNvSpPr>
          <p:nvPr/>
        </p:nvSpPr>
        <p:spPr bwMode="auto">
          <a:xfrm>
            <a:off x="7537450" y="23050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08" name="Rectangle 144">
            <a:extLst>
              <a:ext uri="{FF2B5EF4-FFF2-40B4-BE49-F238E27FC236}">
                <a16:creationId xmlns:a16="http://schemas.microsoft.com/office/drawing/2014/main" id="{10D7C0D5-A494-F5EE-9343-BE33C06212CE}"/>
              </a:ext>
            </a:extLst>
          </p:cNvPr>
          <p:cNvSpPr>
            <a:spLocks noChangeArrowheads="1"/>
          </p:cNvSpPr>
          <p:nvPr/>
        </p:nvSpPr>
        <p:spPr bwMode="auto">
          <a:xfrm>
            <a:off x="8528050" y="22288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09" name="Rectangle 145">
            <a:extLst>
              <a:ext uri="{FF2B5EF4-FFF2-40B4-BE49-F238E27FC236}">
                <a16:creationId xmlns:a16="http://schemas.microsoft.com/office/drawing/2014/main" id="{D873B549-F33B-5F0E-D296-10DB2E1C2201}"/>
              </a:ext>
            </a:extLst>
          </p:cNvPr>
          <p:cNvSpPr>
            <a:spLocks noChangeArrowheads="1"/>
          </p:cNvSpPr>
          <p:nvPr/>
        </p:nvSpPr>
        <p:spPr bwMode="auto">
          <a:xfrm>
            <a:off x="7570788" y="2720975"/>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10" name="Rectangle 146">
            <a:extLst>
              <a:ext uri="{FF2B5EF4-FFF2-40B4-BE49-F238E27FC236}">
                <a16:creationId xmlns:a16="http://schemas.microsoft.com/office/drawing/2014/main" id="{DF0C56FB-702F-4E84-A629-9A05B8EAAED4}"/>
              </a:ext>
            </a:extLst>
          </p:cNvPr>
          <p:cNvSpPr>
            <a:spLocks noChangeArrowheads="1"/>
          </p:cNvSpPr>
          <p:nvPr/>
        </p:nvSpPr>
        <p:spPr bwMode="auto">
          <a:xfrm>
            <a:off x="8223250" y="37528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11" name="Rectangle 147">
            <a:extLst>
              <a:ext uri="{FF2B5EF4-FFF2-40B4-BE49-F238E27FC236}">
                <a16:creationId xmlns:a16="http://schemas.microsoft.com/office/drawing/2014/main" id="{4B44C8C4-091D-173D-4175-108EB608ED2C}"/>
              </a:ext>
            </a:extLst>
          </p:cNvPr>
          <p:cNvSpPr>
            <a:spLocks noChangeArrowheads="1"/>
          </p:cNvSpPr>
          <p:nvPr/>
        </p:nvSpPr>
        <p:spPr bwMode="auto">
          <a:xfrm>
            <a:off x="8147050" y="27622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12" name="Rectangle 148">
            <a:extLst>
              <a:ext uri="{FF2B5EF4-FFF2-40B4-BE49-F238E27FC236}">
                <a16:creationId xmlns:a16="http://schemas.microsoft.com/office/drawing/2014/main" id="{833AF087-1A9C-9C26-DE6A-AC664E71B448}"/>
              </a:ext>
            </a:extLst>
          </p:cNvPr>
          <p:cNvSpPr>
            <a:spLocks noChangeArrowheads="1"/>
          </p:cNvSpPr>
          <p:nvPr/>
        </p:nvSpPr>
        <p:spPr bwMode="auto">
          <a:xfrm>
            <a:off x="7689850" y="29146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13" name="Rectangle 149">
            <a:extLst>
              <a:ext uri="{FF2B5EF4-FFF2-40B4-BE49-F238E27FC236}">
                <a16:creationId xmlns:a16="http://schemas.microsoft.com/office/drawing/2014/main" id="{0122406B-5CB9-DCCF-5044-6E568994D181}"/>
              </a:ext>
            </a:extLst>
          </p:cNvPr>
          <p:cNvSpPr>
            <a:spLocks noChangeArrowheads="1"/>
          </p:cNvSpPr>
          <p:nvPr/>
        </p:nvSpPr>
        <p:spPr bwMode="auto">
          <a:xfrm>
            <a:off x="7232650" y="30670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14" name="Rectangle 150">
            <a:extLst>
              <a:ext uri="{FF2B5EF4-FFF2-40B4-BE49-F238E27FC236}">
                <a16:creationId xmlns:a16="http://schemas.microsoft.com/office/drawing/2014/main" id="{8EE84977-FB2A-4637-98EE-CCDD68EE4CF2}"/>
              </a:ext>
            </a:extLst>
          </p:cNvPr>
          <p:cNvSpPr>
            <a:spLocks noChangeArrowheads="1"/>
          </p:cNvSpPr>
          <p:nvPr/>
        </p:nvSpPr>
        <p:spPr bwMode="auto">
          <a:xfrm>
            <a:off x="8528050" y="29908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15" name="Rectangle 151">
            <a:extLst>
              <a:ext uri="{FF2B5EF4-FFF2-40B4-BE49-F238E27FC236}">
                <a16:creationId xmlns:a16="http://schemas.microsoft.com/office/drawing/2014/main" id="{FBC63EAE-64DC-F3E9-1CA0-371C68FEE2C6}"/>
              </a:ext>
            </a:extLst>
          </p:cNvPr>
          <p:cNvSpPr>
            <a:spLocks noChangeArrowheads="1"/>
          </p:cNvSpPr>
          <p:nvPr/>
        </p:nvSpPr>
        <p:spPr bwMode="auto">
          <a:xfrm>
            <a:off x="7842250" y="38290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16" name="Rectangle 152">
            <a:extLst>
              <a:ext uri="{FF2B5EF4-FFF2-40B4-BE49-F238E27FC236}">
                <a16:creationId xmlns:a16="http://schemas.microsoft.com/office/drawing/2014/main" id="{513C34A4-4048-1D8E-61BC-A18DD7127EF4}"/>
              </a:ext>
            </a:extLst>
          </p:cNvPr>
          <p:cNvSpPr>
            <a:spLocks noChangeArrowheads="1"/>
          </p:cNvSpPr>
          <p:nvPr/>
        </p:nvSpPr>
        <p:spPr bwMode="auto">
          <a:xfrm>
            <a:off x="8451850" y="39052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17" name="Oval 153">
            <a:extLst>
              <a:ext uri="{FF2B5EF4-FFF2-40B4-BE49-F238E27FC236}">
                <a16:creationId xmlns:a16="http://schemas.microsoft.com/office/drawing/2014/main" id="{AC6D15F2-18AF-4463-C400-9AD15446DEBB}"/>
              </a:ext>
            </a:extLst>
          </p:cNvPr>
          <p:cNvSpPr>
            <a:spLocks noChangeArrowheads="1"/>
          </p:cNvSpPr>
          <p:nvPr/>
        </p:nvSpPr>
        <p:spPr bwMode="auto">
          <a:xfrm>
            <a:off x="6240463" y="475297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18" name="Oval 154">
            <a:extLst>
              <a:ext uri="{FF2B5EF4-FFF2-40B4-BE49-F238E27FC236}">
                <a16:creationId xmlns:a16="http://schemas.microsoft.com/office/drawing/2014/main" id="{586D9EA5-9E5B-3EAF-AD1C-86D9C6AF9B26}"/>
              </a:ext>
            </a:extLst>
          </p:cNvPr>
          <p:cNvSpPr>
            <a:spLocks noChangeArrowheads="1"/>
          </p:cNvSpPr>
          <p:nvPr/>
        </p:nvSpPr>
        <p:spPr bwMode="auto">
          <a:xfrm>
            <a:off x="5922963" y="4125913"/>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19" name="Oval 155">
            <a:extLst>
              <a:ext uri="{FF2B5EF4-FFF2-40B4-BE49-F238E27FC236}">
                <a16:creationId xmlns:a16="http://schemas.microsoft.com/office/drawing/2014/main" id="{D2E49E9E-F4AD-6017-599F-31F3F92DB48D}"/>
              </a:ext>
            </a:extLst>
          </p:cNvPr>
          <p:cNvSpPr>
            <a:spLocks noChangeArrowheads="1"/>
          </p:cNvSpPr>
          <p:nvPr/>
        </p:nvSpPr>
        <p:spPr bwMode="auto">
          <a:xfrm>
            <a:off x="6042025" y="445452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20" name="Oval 156">
            <a:extLst>
              <a:ext uri="{FF2B5EF4-FFF2-40B4-BE49-F238E27FC236}">
                <a16:creationId xmlns:a16="http://schemas.microsoft.com/office/drawing/2014/main" id="{2F8B1BBE-E479-F1E2-48BB-36581C5B45F2}"/>
              </a:ext>
            </a:extLst>
          </p:cNvPr>
          <p:cNvSpPr>
            <a:spLocks noChangeArrowheads="1"/>
          </p:cNvSpPr>
          <p:nvPr/>
        </p:nvSpPr>
        <p:spPr bwMode="auto">
          <a:xfrm>
            <a:off x="6378575" y="4456113"/>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21" name="Oval 157">
            <a:extLst>
              <a:ext uri="{FF2B5EF4-FFF2-40B4-BE49-F238E27FC236}">
                <a16:creationId xmlns:a16="http://schemas.microsoft.com/office/drawing/2014/main" id="{7B5FA2B5-0110-21EF-9C25-76305D34C375}"/>
              </a:ext>
            </a:extLst>
          </p:cNvPr>
          <p:cNvSpPr>
            <a:spLocks noChangeArrowheads="1"/>
          </p:cNvSpPr>
          <p:nvPr/>
        </p:nvSpPr>
        <p:spPr bwMode="auto">
          <a:xfrm>
            <a:off x="6254750" y="5011738"/>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22" name="Oval 158">
            <a:extLst>
              <a:ext uri="{FF2B5EF4-FFF2-40B4-BE49-F238E27FC236}">
                <a16:creationId xmlns:a16="http://schemas.microsoft.com/office/drawing/2014/main" id="{39C0D0A1-EC2B-7FDA-CB4F-031C169FAA1B}"/>
              </a:ext>
            </a:extLst>
          </p:cNvPr>
          <p:cNvSpPr>
            <a:spLocks noChangeArrowheads="1"/>
          </p:cNvSpPr>
          <p:nvPr/>
        </p:nvSpPr>
        <p:spPr bwMode="auto">
          <a:xfrm>
            <a:off x="5173663" y="459422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23" name="Oval 159">
            <a:extLst>
              <a:ext uri="{FF2B5EF4-FFF2-40B4-BE49-F238E27FC236}">
                <a16:creationId xmlns:a16="http://schemas.microsoft.com/office/drawing/2014/main" id="{B547D351-A770-BEC5-BDA3-8BD3D60B368E}"/>
              </a:ext>
            </a:extLst>
          </p:cNvPr>
          <p:cNvSpPr>
            <a:spLocks noChangeArrowheads="1"/>
          </p:cNvSpPr>
          <p:nvPr/>
        </p:nvSpPr>
        <p:spPr bwMode="auto">
          <a:xfrm>
            <a:off x="5402263" y="5399088"/>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24" name="Oval 160">
            <a:extLst>
              <a:ext uri="{FF2B5EF4-FFF2-40B4-BE49-F238E27FC236}">
                <a16:creationId xmlns:a16="http://schemas.microsoft.com/office/drawing/2014/main" id="{59B2484B-D0FA-7E7F-2831-2BF74BC6B4ED}"/>
              </a:ext>
            </a:extLst>
          </p:cNvPr>
          <p:cNvSpPr>
            <a:spLocks noChangeArrowheads="1"/>
          </p:cNvSpPr>
          <p:nvPr/>
        </p:nvSpPr>
        <p:spPr bwMode="auto">
          <a:xfrm>
            <a:off x="5856288" y="435292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25" name="Oval 161">
            <a:extLst>
              <a:ext uri="{FF2B5EF4-FFF2-40B4-BE49-F238E27FC236}">
                <a16:creationId xmlns:a16="http://schemas.microsoft.com/office/drawing/2014/main" id="{32C54589-8991-3AE4-9774-BB2209E34527}"/>
              </a:ext>
            </a:extLst>
          </p:cNvPr>
          <p:cNvSpPr>
            <a:spLocks noChangeArrowheads="1"/>
          </p:cNvSpPr>
          <p:nvPr/>
        </p:nvSpPr>
        <p:spPr bwMode="auto">
          <a:xfrm>
            <a:off x="5799138" y="521017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26" name="Oval 162">
            <a:extLst>
              <a:ext uri="{FF2B5EF4-FFF2-40B4-BE49-F238E27FC236}">
                <a16:creationId xmlns:a16="http://schemas.microsoft.com/office/drawing/2014/main" id="{167EB89F-81A1-156F-F518-167D8604B3C3}"/>
              </a:ext>
            </a:extLst>
          </p:cNvPr>
          <p:cNvSpPr>
            <a:spLocks noChangeArrowheads="1"/>
          </p:cNvSpPr>
          <p:nvPr/>
        </p:nvSpPr>
        <p:spPr bwMode="auto">
          <a:xfrm>
            <a:off x="5137150" y="5830888"/>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27" name="Rectangle 163">
            <a:extLst>
              <a:ext uri="{FF2B5EF4-FFF2-40B4-BE49-F238E27FC236}">
                <a16:creationId xmlns:a16="http://schemas.microsoft.com/office/drawing/2014/main" id="{0B48D384-F462-48F7-AABA-12BF1714103E}"/>
              </a:ext>
            </a:extLst>
          </p:cNvPr>
          <p:cNvSpPr>
            <a:spLocks noChangeArrowheads="1"/>
          </p:cNvSpPr>
          <p:nvPr/>
        </p:nvSpPr>
        <p:spPr bwMode="auto">
          <a:xfrm>
            <a:off x="8440738" y="3641725"/>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28" name="Rectangle 164">
            <a:extLst>
              <a:ext uri="{FF2B5EF4-FFF2-40B4-BE49-F238E27FC236}">
                <a16:creationId xmlns:a16="http://schemas.microsoft.com/office/drawing/2014/main" id="{2A241EDB-1959-25E8-C6F4-A2C7D740A578}"/>
              </a:ext>
            </a:extLst>
          </p:cNvPr>
          <p:cNvSpPr>
            <a:spLocks noChangeArrowheads="1"/>
          </p:cNvSpPr>
          <p:nvPr/>
        </p:nvSpPr>
        <p:spPr bwMode="auto">
          <a:xfrm>
            <a:off x="7847013" y="2668588"/>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29" name="Rectangle 165">
            <a:extLst>
              <a:ext uri="{FF2B5EF4-FFF2-40B4-BE49-F238E27FC236}">
                <a16:creationId xmlns:a16="http://schemas.microsoft.com/office/drawing/2014/main" id="{8E1D41D9-638C-6F0A-8C07-28D690364EF7}"/>
              </a:ext>
            </a:extLst>
          </p:cNvPr>
          <p:cNvSpPr>
            <a:spLocks noChangeArrowheads="1"/>
          </p:cNvSpPr>
          <p:nvPr/>
        </p:nvSpPr>
        <p:spPr bwMode="auto">
          <a:xfrm>
            <a:off x="7143750" y="3308350"/>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30" name="Rectangle 166">
            <a:extLst>
              <a:ext uri="{FF2B5EF4-FFF2-40B4-BE49-F238E27FC236}">
                <a16:creationId xmlns:a16="http://schemas.microsoft.com/office/drawing/2014/main" id="{A9BCAE52-6C1B-0E72-1F7F-7D4441F72787}"/>
              </a:ext>
            </a:extLst>
          </p:cNvPr>
          <p:cNvSpPr>
            <a:spLocks noChangeArrowheads="1"/>
          </p:cNvSpPr>
          <p:nvPr/>
        </p:nvSpPr>
        <p:spPr bwMode="auto">
          <a:xfrm>
            <a:off x="8150225" y="4073525"/>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31" name="Rectangle 167">
            <a:extLst>
              <a:ext uri="{FF2B5EF4-FFF2-40B4-BE49-F238E27FC236}">
                <a16:creationId xmlns:a16="http://schemas.microsoft.com/office/drawing/2014/main" id="{369C466C-F785-0ABB-8048-B366F03C15E7}"/>
              </a:ext>
            </a:extLst>
          </p:cNvPr>
          <p:cNvSpPr>
            <a:spLocks noChangeArrowheads="1"/>
          </p:cNvSpPr>
          <p:nvPr/>
        </p:nvSpPr>
        <p:spPr bwMode="auto">
          <a:xfrm>
            <a:off x="8470900" y="3268663"/>
            <a:ext cx="152400" cy="1524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32" name="Oval 168">
            <a:extLst>
              <a:ext uri="{FF2B5EF4-FFF2-40B4-BE49-F238E27FC236}">
                <a16:creationId xmlns:a16="http://schemas.microsoft.com/office/drawing/2014/main" id="{48267AC6-3D18-EDE1-28EA-31FEBCEE32C5}"/>
              </a:ext>
            </a:extLst>
          </p:cNvPr>
          <p:cNvSpPr>
            <a:spLocks noChangeArrowheads="1"/>
          </p:cNvSpPr>
          <p:nvPr/>
        </p:nvSpPr>
        <p:spPr bwMode="auto">
          <a:xfrm>
            <a:off x="5646738" y="4689475"/>
            <a:ext cx="219075" cy="23495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33" name="Oval 169">
            <a:extLst>
              <a:ext uri="{FF2B5EF4-FFF2-40B4-BE49-F238E27FC236}">
                <a16:creationId xmlns:a16="http://schemas.microsoft.com/office/drawing/2014/main" id="{5E5C55EA-1918-23DE-8375-26ABC3FC0EE4}"/>
              </a:ext>
            </a:extLst>
          </p:cNvPr>
          <p:cNvSpPr>
            <a:spLocks noChangeArrowheads="1"/>
          </p:cNvSpPr>
          <p:nvPr/>
        </p:nvSpPr>
        <p:spPr bwMode="auto">
          <a:xfrm>
            <a:off x="7921625" y="3138488"/>
            <a:ext cx="219075" cy="23495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2634" name="Rectangle 170">
            <a:extLst>
              <a:ext uri="{FF2B5EF4-FFF2-40B4-BE49-F238E27FC236}">
                <a16:creationId xmlns:a16="http://schemas.microsoft.com/office/drawing/2014/main" id="{D22C6762-B1C0-DED1-3153-62AB197411F1}"/>
              </a:ext>
            </a:extLst>
          </p:cNvPr>
          <p:cNvSpPr>
            <a:spLocks noChangeArrowheads="1"/>
          </p:cNvSpPr>
          <p:nvPr/>
        </p:nvSpPr>
        <p:spPr bwMode="auto">
          <a:xfrm>
            <a:off x="1765300" y="1573213"/>
            <a:ext cx="5538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 When k = 2, the objective function is 173.1</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517B3D7-A13F-E61D-D1DE-11E403C33543}"/>
              </a:ext>
            </a:extLst>
          </p:cNvPr>
          <p:cNvSpPr>
            <a:spLocks noChangeArrowheads="1"/>
          </p:cNvSpPr>
          <p:nvPr/>
        </p:nvSpPr>
        <p:spPr bwMode="auto">
          <a:xfrm>
            <a:off x="5022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491" name="Rectangle 3">
            <a:extLst>
              <a:ext uri="{FF2B5EF4-FFF2-40B4-BE49-F238E27FC236}">
                <a16:creationId xmlns:a16="http://schemas.microsoft.com/office/drawing/2014/main" id="{7558172D-ED8F-2C6B-9B27-3A62F42B79CA}"/>
              </a:ext>
            </a:extLst>
          </p:cNvPr>
          <p:cNvSpPr>
            <a:spLocks noChangeArrowheads="1"/>
          </p:cNvSpPr>
          <p:nvPr/>
        </p:nvSpPr>
        <p:spPr bwMode="auto">
          <a:xfrm>
            <a:off x="5403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492" name="Rectangle 4">
            <a:extLst>
              <a:ext uri="{FF2B5EF4-FFF2-40B4-BE49-F238E27FC236}">
                <a16:creationId xmlns:a16="http://schemas.microsoft.com/office/drawing/2014/main" id="{7B511149-57DF-1E59-40A7-3FAC0A412F2E}"/>
              </a:ext>
            </a:extLst>
          </p:cNvPr>
          <p:cNvSpPr>
            <a:spLocks noChangeArrowheads="1"/>
          </p:cNvSpPr>
          <p:nvPr/>
        </p:nvSpPr>
        <p:spPr bwMode="auto">
          <a:xfrm>
            <a:off x="5784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493" name="Rectangle 5">
            <a:extLst>
              <a:ext uri="{FF2B5EF4-FFF2-40B4-BE49-F238E27FC236}">
                <a16:creationId xmlns:a16="http://schemas.microsoft.com/office/drawing/2014/main" id="{1E30F4AF-D8A5-41C9-034F-1D017C7047F5}"/>
              </a:ext>
            </a:extLst>
          </p:cNvPr>
          <p:cNvSpPr>
            <a:spLocks noChangeArrowheads="1"/>
          </p:cNvSpPr>
          <p:nvPr/>
        </p:nvSpPr>
        <p:spPr bwMode="auto">
          <a:xfrm>
            <a:off x="6165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494" name="Rectangle 6">
            <a:extLst>
              <a:ext uri="{FF2B5EF4-FFF2-40B4-BE49-F238E27FC236}">
                <a16:creationId xmlns:a16="http://schemas.microsoft.com/office/drawing/2014/main" id="{A0387B4D-AE5C-1510-FAE6-A97DBEEBFF2D}"/>
              </a:ext>
            </a:extLst>
          </p:cNvPr>
          <p:cNvSpPr>
            <a:spLocks noChangeArrowheads="1"/>
          </p:cNvSpPr>
          <p:nvPr/>
        </p:nvSpPr>
        <p:spPr bwMode="auto">
          <a:xfrm>
            <a:off x="6546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495" name="Rectangle 7">
            <a:extLst>
              <a:ext uri="{FF2B5EF4-FFF2-40B4-BE49-F238E27FC236}">
                <a16:creationId xmlns:a16="http://schemas.microsoft.com/office/drawing/2014/main" id="{A8E2F323-0CF6-31DA-5903-6DA7E6E81BCB}"/>
              </a:ext>
            </a:extLst>
          </p:cNvPr>
          <p:cNvSpPr>
            <a:spLocks noChangeArrowheads="1"/>
          </p:cNvSpPr>
          <p:nvPr/>
        </p:nvSpPr>
        <p:spPr bwMode="auto">
          <a:xfrm>
            <a:off x="6927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496" name="Rectangle 8">
            <a:extLst>
              <a:ext uri="{FF2B5EF4-FFF2-40B4-BE49-F238E27FC236}">
                <a16:creationId xmlns:a16="http://schemas.microsoft.com/office/drawing/2014/main" id="{04C45B25-59D0-D885-24C5-B412F1D3EC71}"/>
              </a:ext>
            </a:extLst>
          </p:cNvPr>
          <p:cNvSpPr>
            <a:spLocks noChangeArrowheads="1"/>
          </p:cNvSpPr>
          <p:nvPr/>
        </p:nvSpPr>
        <p:spPr bwMode="auto">
          <a:xfrm>
            <a:off x="7308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497" name="Rectangle 9">
            <a:extLst>
              <a:ext uri="{FF2B5EF4-FFF2-40B4-BE49-F238E27FC236}">
                <a16:creationId xmlns:a16="http://schemas.microsoft.com/office/drawing/2014/main" id="{DB7EC9EC-E045-C883-2CCB-EABF0B8297FF}"/>
              </a:ext>
            </a:extLst>
          </p:cNvPr>
          <p:cNvSpPr>
            <a:spLocks noChangeArrowheads="1"/>
          </p:cNvSpPr>
          <p:nvPr/>
        </p:nvSpPr>
        <p:spPr bwMode="auto">
          <a:xfrm>
            <a:off x="7689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498" name="Rectangle 10">
            <a:extLst>
              <a:ext uri="{FF2B5EF4-FFF2-40B4-BE49-F238E27FC236}">
                <a16:creationId xmlns:a16="http://schemas.microsoft.com/office/drawing/2014/main" id="{1BD3E123-C7A8-8B61-6FC5-E0CE0A7D3363}"/>
              </a:ext>
            </a:extLst>
          </p:cNvPr>
          <p:cNvSpPr>
            <a:spLocks noChangeArrowheads="1"/>
          </p:cNvSpPr>
          <p:nvPr/>
        </p:nvSpPr>
        <p:spPr bwMode="auto">
          <a:xfrm>
            <a:off x="8070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499" name="Rectangle 11">
            <a:extLst>
              <a:ext uri="{FF2B5EF4-FFF2-40B4-BE49-F238E27FC236}">
                <a16:creationId xmlns:a16="http://schemas.microsoft.com/office/drawing/2014/main" id="{B1765EBC-395D-7244-4643-A0387E1B582C}"/>
              </a:ext>
            </a:extLst>
          </p:cNvPr>
          <p:cNvSpPr>
            <a:spLocks noChangeArrowheads="1"/>
          </p:cNvSpPr>
          <p:nvPr/>
        </p:nvSpPr>
        <p:spPr bwMode="auto">
          <a:xfrm>
            <a:off x="8451850" y="5657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00" name="Rectangle 12">
            <a:extLst>
              <a:ext uri="{FF2B5EF4-FFF2-40B4-BE49-F238E27FC236}">
                <a16:creationId xmlns:a16="http://schemas.microsoft.com/office/drawing/2014/main" id="{81A6E087-3E08-8CF0-9AB5-48ED6E417F0A}"/>
              </a:ext>
            </a:extLst>
          </p:cNvPr>
          <p:cNvSpPr>
            <a:spLocks noChangeArrowheads="1"/>
          </p:cNvSpPr>
          <p:nvPr/>
        </p:nvSpPr>
        <p:spPr bwMode="auto">
          <a:xfrm>
            <a:off x="5022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01" name="Rectangle 13">
            <a:extLst>
              <a:ext uri="{FF2B5EF4-FFF2-40B4-BE49-F238E27FC236}">
                <a16:creationId xmlns:a16="http://schemas.microsoft.com/office/drawing/2014/main" id="{A4560E59-EDB6-6EE1-1B05-09FB7B5DCB75}"/>
              </a:ext>
            </a:extLst>
          </p:cNvPr>
          <p:cNvSpPr>
            <a:spLocks noChangeArrowheads="1"/>
          </p:cNvSpPr>
          <p:nvPr/>
        </p:nvSpPr>
        <p:spPr bwMode="auto">
          <a:xfrm>
            <a:off x="5403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02" name="Rectangle 14">
            <a:extLst>
              <a:ext uri="{FF2B5EF4-FFF2-40B4-BE49-F238E27FC236}">
                <a16:creationId xmlns:a16="http://schemas.microsoft.com/office/drawing/2014/main" id="{94C87CB0-3097-FEBA-BB37-F4FDCAAC7D0E}"/>
              </a:ext>
            </a:extLst>
          </p:cNvPr>
          <p:cNvSpPr>
            <a:spLocks noChangeArrowheads="1"/>
          </p:cNvSpPr>
          <p:nvPr/>
        </p:nvSpPr>
        <p:spPr bwMode="auto">
          <a:xfrm>
            <a:off x="5784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03" name="Rectangle 15">
            <a:extLst>
              <a:ext uri="{FF2B5EF4-FFF2-40B4-BE49-F238E27FC236}">
                <a16:creationId xmlns:a16="http://schemas.microsoft.com/office/drawing/2014/main" id="{7A8B2B5C-1C45-BAB4-9DE1-2EDAB34BB2CC}"/>
              </a:ext>
            </a:extLst>
          </p:cNvPr>
          <p:cNvSpPr>
            <a:spLocks noChangeArrowheads="1"/>
          </p:cNvSpPr>
          <p:nvPr/>
        </p:nvSpPr>
        <p:spPr bwMode="auto">
          <a:xfrm>
            <a:off x="6165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04" name="Rectangle 16">
            <a:extLst>
              <a:ext uri="{FF2B5EF4-FFF2-40B4-BE49-F238E27FC236}">
                <a16:creationId xmlns:a16="http://schemas.microsoft.com/office/drawing/2014/main" id="{1786AE3B-2DF2-B3C7-6B0B-E63F6839E9A8}"/>
              </a:ext>
            </a:extLst>
          </p:cNvPr>
          <p:cNvSpPr>
            <a:spLocks noChangeArrowheads="1"/>
          </p:cNvSpPr>
          <p:nvPr/>
        </p:nvSpPr>
        <p:spPr bwMode="auto">
          <a:xfrm>
            <a:off x="6546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05" name="Rectangle 17">
            <a:extLst>
              <a:ext uri="{FF2B5EF4-FFF2-40B4-BE49-F238E27FC236}">
                <a16:creationId xmlns:a16="http://schemas.microsoft.com/office/drawing/2014/main" id="{0148BC27-149B-46B8-228A-D9D3A09B28F6}"/>
              </a:ext>
            </a:extLst>
          </p:cNvPr>
          <p:cNvSpPr>
            <a:spLocks noChangeArrowheads="1"/>
          </p:cNvSpPr>
          <p:nvPr/>
        </p:nvSpPr>
        <p:spPr bwMode="auto">
          <a:xfrm>
            <a:off x="6927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06" name="Rectangle 18">
            <a:extLst>
              <a:ext uri="{FF2B5EF4-FFF2-40B4-BE49-F238E27FC236}">
                <a16:creationId xmlns:a16="http://schemas.microsoft.com/office/drawing/2014/main" id="{14E3552E-2739-3FFF-FFE8-FEEEBCDF7740}"/>
              </a:ext>
            </a:extLst>
          </p:cNvPr>
          <p:cNvSpPr>
            <a:spLocks noChangeArrowheads="1"/>
          </p:cNvSpPr>
          <p:nvPr/>
        </p:nvSpPr>
        <p:spPr bwMode="auto">
          <a:xfrm>
            <a:off x="7308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07" name="Rectangle 19">
            <a:extLst>
              <a:ext uri="{FF2B5EF4-FFF2-40B4-BE49-F238E27FC236}">
                <a16:creationId xmlns:a16="http://schemas.microsoft.com/office/drawing/2014/main" id="{65930E39-97DD-4638-E9A7-B866BC7DFED9}"/>
              </a:ext>
            </a:extLst>
          </p:cNvPr>
          <p:cNvSpPr>
            <a:spLocks noChangeArrowheads="1"/>
          </p:cNvSpPr>
          <p:nvPr/>
        </p:nvSpPr>
        <p:spPr bwMode="auto">
          <a:xfrm>
            <a:off x="7689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08" name="Rectangle 20">
            <a:extLst>
              <a:ext uri="{FF2B5EF4-FFF2-40B4-BE49-F238E27FC236}">
                <a16:creationId xmlns:a16="http://schemas.microsoft.com/office/drawing/2014/main" id="{20388C9F-C1D0-B6FE-4461-0E8BDB6741E1}"/>
              </a:ext>
            </a:extLst>
          </p:cNvPr>
          <p:cNvSpPr>
            <a:spLocks noChangeArrowheads="1"/>
          </p:cNvSpPr>
          <p:nvPr/>
        </p:nvSpPr>
        <p:spPr bwMode="auto">
          <a:xfrm>
            <a:off x="8070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09" name="Rectangle 21">
            <a:extLst>
              <a:ext uri="{FF2B5EF4-FFF2-40B4-BE49-F238E27FC236}">
                <a16:creationId xmlns:a16="http://schemas.microsoft.com/office/drawing/2014/main" id="{985B01A2-A644-BA73-3F5B-F3CE9D141126}"/>
              </a:ext>
            </a:extLst>
          </p:cNvPr>
          <p:cNvSpPr>
            <a:spLocks noChangeArrowheads="1"/>
          </p:cNvSpPr>
          <p:nvPr/>
        </p:nvSpPr>
        <p:spPr bwMode="auto">
          <a:xfrm>
            <a:off x="8451850" y="5276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10" name="Rectangle 22">
            <a:extLst>
              <a:ext uri="{FF2B5EF4-FFF2-40B4-BE49-F238E27FC236}">
                <a16:creationId xmlns:a16="http://schemas.microsoft.com/office/drawing/2014/main" id="{619CC6B5-7A4C-BA26-1BBB-2FCFA0938780}"/>
              </a:ext>
            </a:extLst>
          </p:cNvPr>
          <p:cNvSpPr>
            <a:spLocks noChangeArrowheads="1"/>
          </p:cNvSpPr>
          <p:nvPr/>
        </p:nvSpPr>
        <p:spPr bwMode="auto">
          <a:xfrm>
            <a:off x="5022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11" name="Rectangle 23">
            <a:extLst>
              <a:ext uri="{FF2B5EF4-FFF2-40B4-BE49-F238E27FC236}">
                <a16:creationId xmlns:a16="http://schemas.microsoft.com/office/drawing/2014/main" id="{E4D2AAB5-169A-0CC3-8DD6-50FDDD834B34}"/>
              </a:ext>
            </a:extLst>
          </p:cNvPr>
          <p:cNvSpPr>
            <a:spLocks noChangeArrowheads="1"/>
          </p:cNvSpPr>
          <p:nvPr/>
        </p:nvSpPr>
        <p:spPr bwMode="auto">
          <a:xfrm>
            <a:off x="5403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12" name="Rectangle 24">
            <a:extLst>
              <a:ext uri="{FF2B5EF4-FFF2-40B4-BE49-F238E27FC236}">
                <a16:creationId xmlns:a16="http://schemas.microsoft.com/office/drawing/2014/main" id="{AD9F5ADA-BFF6-EDFB-B481-FB869204E717}"/>
              </a:ext>
            </a:extLst>
          </p:cNvPr>
          <p:cNvSpPr>
            <a:spLocks noChangeArrowheads="1"/>
          </p:cNvSpPr>
          <p:nvPr/>
        </p:nvSpPr>
        <p:spPr bwMode="auto">
          <a:xfrm>
            <a:off x="5784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13" name="Rectangle 25">
            <a:extLst>
              <a:ext uri="{FF2B5EF4-FFF2-40B4-BE49-F238E27FC236}">
                <a16:creationId xmlns:a16="http://schemas.microsoft.com/office/drawing/2014/main" id="{1C0ABB50-3F19-5403-CF20-1E79FF43F66F}"/>
              </a:ext>
            </a:extLst>
          </p:cNvPr>
          <p:cNvSpPr>
            <a:spLocks noChangeArrowheads="1"/>
          </p:cNvSpPr>
          <p:nvPr/>
        </p:nvSpPr>
        <p:spPr bwMode="auto">
          <a:xfrm>
            <a:off x="6165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14" name="Rectangle 26">
            <a:extLst>
              <a:ext uri="{FF2B5EF4-FFF2-40B4-BE49-F238E27FC236}">
                <a16:creationId xmlns:a16="http://schemas.microsoft.com/office/drawing/2014/main" id="{82214345-399A-541F-D3EF-B5CDA856B136}"/>
              </a:ext>
            </a:extLst>
          </p:cNvPr>
          <p:cNvSpPr>
            <a:spLocks noChangeArrowheads="1"/>
          </p:cNvSpPr>
          <p:nvPr/>
        </p:nvSpPr>
        <p:spPr bwMode="auto">
          <a:xfrm>
            <a:off x="6546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15" name="Rectangle 27">
            <a:extLst>
              <a:ext uri="{FF2B5EF4-FFF2-40B4-BE49-F238E27FC236}">
                <a16:creationId xmlns:a16="http://schemas.microsoft.com/office/drawing/2014/main" id="{85237567-197A-02AE-5CE5-B256B480565D}"/>
              </a:ext>
            </a:extLst>
          </p:cNvPr>
          <p:cNvSpPr>
            <a:spLocks noChangeArrowheads="1"/>
          </p:cNvSpPr>
          <p:nvPr/>
        </p:nvSpPr>
        <p:spPr bwMode="auto">
          <a:xfrm>
            <a:off x="6927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16" name="Rectangle 28">
            <a:extLst>
              <a:ext uri="{FF2B5EF4-FFF2-40B4-BE49-F238E27FC236}">
                <a16:creationId xmlns:a16="http://schemas.microsoft.com/office/drawing/2014/main" id="{DC39339F-4D22-5C81-5D5B-937B586286F8}"/>
              </a:ext>
            </a:extLst>
          </p:cNvPr>
          <p:cNvSpPr>
            <a:spLocks noChangeArrowheads="1"/>
          </p:cNvSpPr>
          <p:nvPr/>
        </p:nvSpPr>
        <p:spPr bwMode="auto">
          <a:xfrm>
            <a:off x="7308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17" name="Rectangle 29">
            <a:extLst>
              <a:ext uri="{FF2B5EF4-FFF2-40B4-BE49-F238E27FC236}">
                <a16:creationId xmlns:a16="http://schemas.microsoft.com/office/drawing/2014/main" id="{0DF5BB7A-80E3-1FBB-79AB-6A4785804349}"/>
              </a:ext>
            </a:extLst>
          </p:cNvPr>
          <p:cNvSpPr>
            <a:spLocks noChangeArrowheads="1"/>
          </p:cNvSpPr>
          <p:nvPr/>
        </p:nvSpPr>
        <p:spPr bwMode="auto">
          <a:xfrm>
            <a:off x="7689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18" name="Rectangle 30">
            <a:extLst>
              <a:ext uri="{FF2B5EF4-FFF2-40B4-BE49-F238E27FC236}">
                <a16:creationId xmlns:a16="http://schemas.microsoft.com/office/drawing/2014/main" id="{77D39A8D-F69D-4A0B-FEE4-3B0793295318}"/>
              </a:ext>
            </a:extLst>
          </p:cNvPr>
          <p:cNvSpPr>
            <a:spLocks noChangeArrowheads="1"/>
          </p:cNvSpPr>
          <p:nvPr/>
        </p:nvSpPr>
        <p:spPr bwMode="auto">
          <a:xfrm>
            <a:off x="8070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19" name="Rectangle 31">
            <a:extLst>
              <a:ext uri="{FF2B5EF4-FFF2-40B4-BE49-F238E27FC236}">
                <a16:creationId xmlns:a16="http://schemas.microsoft.com/office/drawing/2014/main" id="{81D3BAC6-6407-A5B4-089A-A6E1E5608318}"/>
              </a:ext>
            </a:extLst>
          </p:cNvPr>
          <p:cNvSpPr>
            <a:spLocks noChangeArrowheads="1"/>
          </p:cNvSpPr>
          <p:nvPr/>
        </p:nvSpPr>
        <p:spPr bwMode="auto">
          <a:xfrm>
            <a:off x="8451850" y="4895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20" name="Rectangle 32">
            <a:extLst>
              <a:ext uri="{FF2B5EF4-FFF2-40B4-BE49-F238E27FC236}">
                <a16:creationId xmlns:a16="http://schemas.microsoft.com/office/drawing/2014/main" id="{C5AC2A27-6023-3C3A-3579-941A86E1E45F}"/>
              </a:ext>
            </a:extLst>
          </p:cNvPr>
          <p:cNvSpPr>
            <a:spLocks noChangeArrowheads="1"/>
          </p:cNvSpPr>
          <p:nvPr/>
        </p:nvSpPr>
        <p:spPr bwMode="auto">
          <a:xfrm>
            <a:off x="5022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21" name="Rectangle 33">
            <a:extLst>
              <a:ext uri="{FF2B5EF4-FFF2-40B4-BE49-F238E27FC236}">
                <a16:creationId xmlns:a16="http://schemas.microsoft.com/office/drawing/2014/main" id="{4CC03EDC-848E-5D72-BD28-97A4639AC8DF}"/>
              </a:ext>
            </a:extLst>
          </p:cNvPr>
          <p:cNvSpPr>
            <a:spLocks noChangeArrowheads="1"/>
          </p:cNvSpPr>
          <p:nvPr/>
        </p:nvSpPr>
        <p:spPr bwMode="auto">
          <a:xfrm>
            <a:off x="5403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22" name="Rectangle 34">
            <a:extLst>
              <a:ext uri="{FF2B5EF4-FFF2-40B4-BE49-F238E27FC236}">
                <a16:creationId xmlns:a16="http://schemas.microsoft.com/office/drawing/2014/main" id="{2D4839AD-6D2F-F390-5811-3A659F6964A0}"/>
              </a:ext>
            </a:extLst>
          </p:cNvPr>
          <p:cNvSpPr>
            <a:spLocks noChangeArrowheads="1"/>
          </p:cNvSpPr>
          <p:nvPr/>
        </p:nvSpPr>
        <p:spPr bwMode="auto">
          <a:xfrm>
            <a:off x="5784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23" name="Rectangle 35">
            <a:extLst>
              <a:ext uri="{FF2B5EF4-FFF2-40B4-BE49-F238E27FC236}">
                <a16:creationId xmlns:a16="http://schemas.microsoft.com/office/drawing/2014/main" id="{47C26262-1F38-AC2F-6506-29E2D3D07CA4}"/>
              </a:ext>
            </a:extLst>
          </p:cNvPr>
          <p:cNvSpPr>
            <a:spLocks noChangeArrowheads="1"/>
          </p:cNvSpPr>
          <p:nvPr/>
        </p:nvSpPr>
        <p:spPr bwMode="auto">
          <a:xfrm>
            <a:off x="6165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24" name="Rectangle 36">
            <a:extLst>
              <a:ext uri="{FF2B5EF4-FFF2-40B4-BE49-F238E27FC236}">
                <a16:creationId xmlns:a16="http://schemas.microsoft.com/office/drawing/2014/main" id="{AE2156EA-3D5A-A77D-0F36-B7D35856AC08}"/>
              </a:ext>
            </a:extLst>
          </p:cNvPr>
          <p:cNvSpPr>
            <a:spLocks noChangeArrowheads="1"/>
          </p:cNvSpPr>
          <p:nvPr/>
        </p:nvSpPr>
        <p:spPr bwMode="auto">
          <a:xfrm>
            <a:off x="6546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25" name="Rectangle 37">
            <a:extLst>
              <a:ext uri="{FF2B5EF4-FFF2-40B4-BE49-F238E27FC236}">
                <a16:creationId xmlns:a16="http://schemas.microsoft.com/office/drawing/2014/main" id="{20484DF5-1C8E-75F7-984F-2D16FDF29025}"/>
              </a:ext>
            </a:extLst>
          </p:cNvPr>
          <p:cNvSpPr>
            <a:spLocks noChangeArrowheads="1"/>
          </p:cNvSpPr>
          <p:nvPr/>
        </p:nvSpPr>
        <p:spPr bwMode="auto">
          <a:xfrm>
            <a:off x="6927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26" name="Rectangle 38">
            <a:extLst>
              <a:ext uri="{FF2B5EF4-FFF2-40B4-BE49-F238E27FC236}">
                <a16:creationId xmlns:a16="http://schemas.microsoft.com/office/drawing/2014/main" id="{1AC8A8CF-55C5-5C45-30CC-7967EB862FC9}"/>
              </a:ext>
            </a:extLst>
          </p:cNvPr>
          <p:cNvSpPr>
            <a:spLocks noChangeArrowheads="1"/>
          </p:cNvSpPr>
          <p:nvPr/>
        </p:nvSpPr>
        <p:spPr bwMode="auto">
          <a:xfrm>
            <a:off x="7308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27" name="Rectangle 39">
            <a:extLst>
              <a:ext uri="{FF2B5EF4-FFF2-40B4-BE49-F238E27FC236}">
                <a16:creationId xmlns:a16="http://schemas.microsoft.com/office/drawing/2014/main" id="{E8C05E69-B8B2-5595-6073-72E94264CC3E}"/>
              </a:ext>
            </a:extLst>
          </p:cNvPr>
          <p:cNvSpPr>
            <a:spLocks noChangeArrowheads="1"/>
          </p:cNvSpPr>
          <p:nvPr/>
        </p:nvSpPr>
        <p:spPr bwMode="auto">
          <a:xfrm>
            <a:off x="7689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28" name="Rectangle 40">
            <a:extLst>
              <a:ext uri="{FF2B5EF4-FFF2-40B4-BE49-F238E27FC236}">
                <a16:creationId xmlns:a16="http://schemas.microsoft.com/office/drawing/2014/main" id="{BC1CA67D-9968-8DB4-3055-524057FB63D2}"/>
              </a:ext>
            </a:extLst>
          </p:cNvPr>
          <p:cNvSpPr>
            <a:spLocks noChangeArrowheads="1"/>
          </p:cNvSpPr>
          <p:nvPr/>
        </p:nvSpPr>
        <p:spPr bwMode="auto">
          <a:xfrm>
            <a:off x="8070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29" name="Rectangle 41">
            <a:extLst>
              <a:ext uri="{FF2B5EF4-FFF2-40B4-BE49-F238E27FC236}">
                <a16:creationId xmlns:a16="http://schemas.microsoft.com/office/drawing/2014/main" id="{14E643A9-B0C0-3AB9-9D12-D02BC176595C}"/>
              </a:ext>
            </a:extLst>
          </p:cNvPr>
          <p:cNvSpPr>
            <a:spLocks noChangeArrowheads="1"/>
          </p:cNvSpPr>
          <p:nvPr/>
        </p:nvSpPr>
        <p:spPr bwMode="auto">
          <a:xfrm>
            <a:off x="8451850" y="4514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30" name="Rectangle 42">
            <a:extLst>
              <a:ext uri="{FF2B5EF4-FFF2-40B4-BE49-F238E27FC236}">
                <a16:creationId xmlns:a16="http://schemas.microsoft.com/office/drawing/2014/main" id="{1024C65E-DD3B-774C-F846-93C7928D8D53}"/>
              </a:ext>
            </a:extLst>
          </p:cNvPr>
          <p:cNvSpPr>
            <a:spLocks noChangeArrowheads="1"/>
          </p:cNvSpPr>
          <p:nvPr/>
        </p:nvSpPr>
        <p:spPr bwMode="auto">
          <a:xfrm>
            <a:off x="5022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31" name="Rectangle 43">
            <a:extLst>
              <a:ext uri="{FF2B5EF4-FFF2-40B4-BE49-F238E27FC236}">
                <a16:creationId xmlns:a16="http://schemas.microsoft.com/office/drawing/2014/main" id="{25F307E0-A86F-41F2-0C3F-F1F9734FCDCD}"/>
              </a:ext>
            </a:extLst>
          </p:cNvPr>
          <p:cNvSpPr>
            <a:spLocks noChangeArrowheads="1"/>
          </p:cNvSpPr>
          <p:nvPr/>
        </p:nvSpPr>
        <p:spPr bwMode="auto">
          <a:xfrm>
            <a:off x="5403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32" name="Rectangle 44">
            <a:extLst>
              <a:ext uri="{FF2B5EF4-FFF2-40B4-BE49-F238E27FC236}">
                <a16:creationId xmlns:a16="http://schemas.microsoft.com/office/drawing/2014/main" id="{1CCC808F-300C-B79E-F089-324A603AF21F}"/>
              </a:ext>
            </a:extLst>
          </p:cNvPr>
          <p:cNvSpPr>
            <a:spLocks noChangeArrowheads="1"/>
          </p:cNvSpPr>
          <p:nvPr/>
        </p:nvSpPr>
        <p:spPr bwMode="auto">
          <a:xfrm>
            <a:off x="5784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33" name="Rectangle 45">
            <a:extLst>
              <a:ext uri="{FF2B5EF4-FFF2-40B4-BE49-F238E27FC236}">
                <a16:creationId xmlns:a16="http://schemas.microsoft.com/office/drawing/2014/main" id="{EDD8C3F3-60D9-E737-95CC-00C371AD0295}"/>
              </a:ext>
            </a:extLst>
          </p:cNvPr>
          <p:cNvSpPr>
            <a:spLocks noChangeArrowheads="1"/>
          </p:cNvSpPr>
          <p:nvPr/>
        </p:nvSpPr>
        <p:spPr bwMode="auto">
          <a:xfrm>
            <a:off x="6165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34" name="Rectangle 46">
            <a:extLst>
              <a:ext uri="{FF2B5EF4-FFF2-40B4-BE49-F238E27FC236}">
                <a16:creationId xmlns:a16="http://schemas.microsoft.com/office/drawing/2014/main" id="{EBE65621-F821-0933-0ABA-C92E50041E49}"/>
              </a:ext>
            </a:extLst>
          </p:cNvPr>
          <p:cNvSpPr>
            <a:spLocks noChangeArrowheads="1"/>
          </p:cNvSpPr>
          <p:nvPr/>
        </p:nvSpPr>
        <p:spPr bwMode="auto">
          <a:xfrm>
            <a:off x="6546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35" name="Rectangle 47">
            <a:extLst>
              <a:ext uri="{FF2B5EF4-FFF2-40B4-BE49-F238E27FC236}">
                <a16:creationId xmlns:a16="http://schemas.microsoft.com/office/drawing/2014/main" id="{D2E776A7-158C-1B9A-F24C-1BC8F090E08E}"/>
              </a:ext>
            </a:extLst>
          </p:cNvPr>
          <p:cNvSpPr>
            <a:spLocks noChangeArrowheads="1"/>
          </p:cNvSpPr>
          <p:nvPr/>
        </p:nvSpPr>
        <p:spPr bwMode="auto">
          <a:xfrm>
            <a:off x="6927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36" name="Rectangle 48">
            <a:extLst>
              <a:ext uri="{FF2B5EF4-FFF2-40B4-BE49-F238E27FC236}">
                <a16:creationId xmlns:a16="http://schemas.microsoft.com/office/drawing/2014/main" id="{D81BE667-7C3E-D205-F036-396C1AF9996A}"/>
              </a:ext>
            </a:extLst>
          </p:cNvPr>
          <p:cNvSpPr>
            <a:spLocks noChangeArrowheads="1"/>
          </p:cNvSpPr>
          <p:nvPr/>
        </p:nvSpPr>
        <p:spPr bwMode="auto">
          <a:xfrm>
            <a:off x="7308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37" name="Rectangle 49">
            <a:extLst>
              <a:ext uri="{FF2B5EF4-FFF2-40B4-BE49-F238E27FC236}">
                <a16:creationId xmlns:a16="http://schemas.microsoft.com/office/drawing/2014/main" id="{EA85EEA1-4594-91DA-58D7-D5BA7F612BC9}"/>
              </a:ext>
            </a:extLst>
          </p:cNvPr>
          <p:cNvSpPr>
            <a:spLocks noChangeArrowheads="1"/>
          </p:cNvSpPr>
          <p:nvPr/>
        </p:nvSpPr>
        <p:spPr bwMode="auto">
          <a:xfrm>
            <a:off x="7689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38" name="Rectangle 50">
            <a:extLst>
              <a:ext uri="{FF2B5EF4-FFF2-40B4-BE49-F238E27FC236}">
                <a16:creationId xmlns:a16="http://schemas.microsoft.com/office/drawing/2014/main" id="{D908BDF4-E8CB-B8D0-F1A4-965AEBC538B7}"/>
              </a:ext>
            </a:extLst>
          </p:cNvPr>
          <p:cNvSpPr>
            <a:spLocks noChangeArrowheads="1"/>
          </p:cNvSpPr>
          <p:nvPr/>
        </p:nvSpPr>
        <p:spPr bwMode="auto">
          <a:xfrm>
            <a:off x="8070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39" name="Rectangle 51">
            <a:extLst>
              <a:ext uri="{FF2B5EF4-FFF2-40B4-BE49-F238E27FC236}">
                <a16:creationId xmlns:a16="http://schemas.microsoft.com/office/drawing/2014/main" id="{0C837D45-AED5-75F5-CCBF-F4965206AEC5}"/>
              </a:ext>
            </a:extLst>
          </p:cNvPr>
          <p:cNvSpPr>
            <a:spLocks noChangeArrowheads="1"/>
          </p:cNvSpPr>
          <p:nvPr/>
        </p:nvSpPr>
        <p:spPr bwMode="auto">
          <a:xfrm>
            <a:off x="8451850" y="4133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40" name="Rectangle 52">
            <a:extLst>
              <a:ext uri="{FF2B5EF4-FFF2-40B4-BE49-F238E27FC236}">
                <a16:creationId xmlns:a16="http://schemas.microsoft.com/office/drawing/2014/main" id="{83EBA18D-1B5D-049A-7D27-C40F99797268}"/>
              </a:ext>
            </a:extLst>
          </p:cNvPr>
          <p:cNvSpPr>
            <a:spLocks noChangeArrowheads="1"/>
          </p:cNvSpPr>
          <p:nvPr/>
        </p:nvSpPr>
        <p:spPr bwMode="auto">
          <a:xfrm>
            <a:off x="5022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41" name="Rectangle 53">
            <a:extLst>
              <a:ext uri="{FF2B5EF4-FFF2-40B4-BE49-F238E27FC236}">
                <a16:creationId xmlns:a16="http://schemas.microsoft.com/office/drawing/2014/main" id="{33455525-9BEB-AB28-3242-C7B7FD6D1D61}"/>
              </a:ext>
            </a:extLst>
          </p:cNvPr>
          <p:cNvSpPr>
            <a:spLocks noChangeArrowheads="1"/>
          </p:cNvSpPr>
          <p:nvPr/>
        </p:nvSpPr>
        <p:spPr bwMode="auto">
          <a:xfrm>
            <a:off x="5403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42" name="Rectangle 54">
            <a:extLst>
              <a:ext uri="{FF2B5EF4-FFF2-40B4-BE49-F238E27FC236}">
                <a16:creationId xmlns:a16="http://schemas.microsoft.com/office/drawing/2014/main" id="{EFABDE76-1F97-0326-A548-0443E23A0BCD}"/>
              </a:ext>
            </a:extLst>
          </p:cNvPr>
          <p:cNvSpPr>
            <a:spLocks noChangeArrowheads="1"/>
          </p:cNvSpPr>
          <p:nvPr/>
        </p:nvSpPr>
        <p:spPr bwMode="auto">
          <a:xfrm>
            <a:off x="5784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43" name="Rectangle 55">
            <a:extLst>
              <a:ext uri="{FF2B5EF4-FFF2-40B4-BE49-F238E27FC236}">
                <a16:creationId xmlns:a16="http://schemas.microsoft.com/office/drawing/2014/main" id="{B714BD88-E6A1-4494-8A95-F5F312FF3756}"/>
              </a:ext>
            </a:extLst>
          </p:cNvPr>
          <p:cNvSpPr>
            <a:spLocks noChangeArrowheads="1"/>
          </p:cNvSpPr>
          <p:nvPr/>
        </p:nvSpPr>
        <p:spPr bwMode="auto">
          <a:xfrm>
            <a:off x="6165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44" name="Rectangle 56">
            <a:extLst>
              <a:ext uri="{FF2B5EF4-FFF2-40B4-BE49-F238E27FC236}">
                <a16:creationId xmlns:a16="http://schemas.microsoft.com/office/drawing/2014/main" id="{C231F00B-23E6-8408-D0BF-E67C68876C29}"/>
              </a:ext>
            </a:extLst>
          </p:cNvPr>
          <p:cNvSpPr>
            <a:spLocks noChangeArrowheads="1"/>
          </p:cNvSpPr>
          <p:nvPr/>
        </p:nvSpPr>
        <p:spPr bwMode="auto">
          <a:xfrm>
            <a:off x="6546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45" name="Rectangle 57">
            <a:extLst>
              <a:ext uri="{FF2B5EF4-FFF2-40B4-BE49-F238E27FC236}">
                <a16:creationId xmlns:a16="http://schemas.microsoft.com/office/drawing/2014/main" id="{6C9916CF-621A-2B4B-A626-EFA9206B2C95}"/>
              </a:ext>
            </a:extLst>
          </p:cNvPr>
          <p:cNvSpPr>
            <a:spLocks noChangeArrowheads="1"/>
          </p:cNvSpPr>
          <p:nvPr/>
        </p:nvSpPr>
        <p:spPr bwMode="auto">
          <a:xfrm>
            <a:off x="6927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46" name="Rectangle 58">
            <a:extLst>
              <a:ext uri="{FF2B5EF4-FFF2-40B4-BE49-F238E27FC236}">
                <a16:creationId xmlns:a16="http://schemas.microsoft.com/office/drawing/2014/main" id="{578F03A0-3052-D55F-2241-2860849622D2}"/>
              </a:ext>
            </a:extLst>
          </p:cNvPr>
          <p:cNvSpPr>
            <a:spLocks noChangeArrowheads="1"/>
          </p:cNvSpPr>
          <p:nvPr/>
        </p:nvSpPr>
        <p:spPr bwMode="auto">
          <a:xfrm>
            <a:off x="7308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47" name="Rectangle 59">
            <a:extLst>
              <a:ext uri="{FF2B5EF4-FFF2-40B4-BE49-F238E27FC236}">
                <a16:creationId xmlns:a16="http://schemas.microsoft.com/office/drawing/2014/main" id="{A1919F93-E9FC-8870-885B-60138D346E6F}"/>
              </a:ext>
            </a:extLst>
          </p:cNvPr>
          <p:cNvSpPr>
            <a:spLocks noChangeArrowheads="1"/>
          </p:cNvSpPr>
          <p:nvPr/>
        </p:nvSpPr>
        <p:spPr bwMode="auto">
          <a:xfrm>
            <a:off x="7689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48" name="Rectangle 60">
            <a:extLst>
              <a:ext uri="{FF2B5EF4-FFF2-40B4-BE49-F238E27FC236}">
                <a16:creationId xmlns:a16="http://schemas.microsoft.com/office/drawing/2014/main" id="{98CA33CB-0EC4-5F76-4D0E-A316A5DF1236}"/>
              </a:ext>
            </a:extLst>
          </p:cNvPr>
          <p:cNvSpPr>
            <a:spLocks noChangeArrowheads="1"/>
          </p:cNvSpPr>
          <p:nvPr/>
        </p:nvSpPr>
        <p:spPr bwMode="auto">
          <a:xfrm>
            <a:off x="8070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49" name="Rectangle 61">
            <a:extLst>
              <a:ext uri="{FF2B5EF4-FFF2-40B4-BE49-F238E27FC236}">
                <a16:creationId xmlns:a16="http://schemas.microsoft.com/office/drawing/2014/main" id="{A6AB4F39-5272-175F-C120-36A401B613C2}"/>
              </a:ext>
            </a:extLst>
          </p:cNvPr>
          <p:cNvSpPr>
            <a:spLocks noChangeArrowheads="1"/>
          </p:cNvSpPr>
          <p:nvPr/>
        </p:nvSpPr>
        <p:spPr bwMode="auto">
          <a:xfrm>
            <a:off x="8451850" y="3752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50" name="Rectangle 62">
            <a:extLst>
              <a:ext uri="{FF2B5EF4-FFF2-40B4-BE49-F238E27FC236}">
                <a16:creationId xmlns:a16="http://schemas.microsoft.com/office/drawing/2014/main" id="{A4399052-D363-4A67-5F75-7BC76E6BDD15}"/>
              </a:ext>
            </a:extLst>
          </p:cNvPr>
          <p:cNvSpPr>
            <a:spLocks noChangeArrowheads="1"/>
          </p:cNvSpPr>
          <p:nvPr/>
        </p:nvSpPr>
        <p:spPr bwMode="auto">
          <a:xfrm>
            <a:off x="5022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51" name="Rectangle 63">
            <a:extLst>
              <a:ext uri="{FF2B5EF4-FFF2-40B4-BE49-F238E27FC236}">
                <a16:creationId xmlns:a16="http://schemas.microsoft.com/office/drawing/2014/main" id="{39A5825E-0B22-EBCE-3B02-D58D128BB694}"/>
              </a:ext>
            </a:extLst>
          </p:cNvPr>
          <p:cNvSpPr>
            <a:spLocks noChangeArrowheads="1"/>
          </p:cNvSpPr>
          <p:nvPr/>
        </p:nvSpPr>
        <p:spPr bwMode="auto">
          <a:xfrm>
            <a:off x="5403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52" name="Rectangle 64">
            <a:extLst>
              <a:ext uri="{FF2B5EF4-FFF2-40B4-BE49-F238E27FC236}">
                <a16:creationId xmlns:a16="http://schemas.microsoft.com/office/drawing/2014/main" id="{35779337-AE1A-660E-78B9-543CC234732A}"/>
              </a:ext>
            </a:extLst>
          </p:cNvPr>
          <p:cNvSpPr>
            <a:spLocks noChangeArrowheads="1"/>
          </p:cNvSpPr>
          <p:nvPr/>
        </p:nvSpPr>
        <p:spPr bwMode="auto">
          <a:xfrm>
            <a:off x="5784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53" name="Rectangle 65">
            <a:extLst>
              <a:ext uri="{FF2B5EF4-FFF2-40B4-BE49-F238E27FC236}">
                <a16:creationId xmlns:a16="http://schemas.microsoft.com/office/drawing/2014/main" id="{CE73326B-5543-8873-7A97-7FA752E976B6}"/>
              </a:ext>
            </a:extLst>
          </p:cNvPr>
          <p:cNvSpPr>
            <a:spLocks noChangeArrowheads="1"/>
          </p:cNvSpPr>
          <p:nvPr/>
        </p:nvSpPr>
        <p:spPr bwMode="auto">
          <a:xfrm>
            <a:off x="6165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54" name="Rectangle 66">
            <a:extLst>
              <a:ext uri="{FF2B5EF4-FFF2-40B4-BE49-F238E27FC236}">
                <a16:creationId xmlns:a16="http://schemas.microsoft.com/office/drawing/2014/main" id="{2B5F9C43-3F6B-8008-9D03-AA2B45446357}"/>
              </a:ext>
            </a:extLst>
          </p:cNvPr>
          <p:cNvSpPr>
            <a:spLocks noChangeArrowheads="1"/>
          </p:cNvSpPr>
          <p:nvPr/>
        </p:nvSpPr>
        <p:spPr bwMode="auto">
          <a:xfrm>
            <a:off x="6546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55" name="Rectangle 67">
            <a:extLst>
              <a:ext uri="{FF2B5EF4-FFF2-40B4-BE49-F238E27FC236}">
                <a16:creationId xmlns:a16="http://schemas.microsoft.com/office/drawing/2014/main" id="{6BB6A23B-E138-E6D1-BDE0-F453A0DDACD0}"/>
              </a:ext>
            </a:extLst>
          </p:cNvPr>
          <p:cNvSpPr>
            <a:spLocks noChangeArrowheads="1"/>
          </p:cNvSpPr>
          <p:nvPr/>
        </p:nvSpPr>
        <p:spPr bwMode="auto">
          <a:xfrm>
            <a:off x="6927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56" name="Rectangle 68">
            <a:extLst>
              <a:ext uri="{FF2B5EF4-FFF2-40B4-BE49-F238E27FC236}">
                <a16:creationId xmlns:a16="http://schemas.microsoft.com/office/drawing/2014/main" id="{556CECC8-19BF-D176-DE70-83FC7463DE0B}"/>
              </a:ext>
            </a:extLst>
          </p:cNvPr>
          <p:cNvSpPr>
            <a:spLocks noChangeArrowheads="1"/>
          </p:cNvSpPr>
          <p:nvPr/>
        </p:nvSpPr>
        <p:spPr bwMode="auto">
          <a:xfrm>
            <a:off x="7308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57" name="Rectangle 69">
            <a:extLst>
              <a:ext uri="{FF2B5EF4-FFF2-40B4-BE49-F238E27FC236}">
                <a16:creationId xmlns:a16="http://schemas.microsoft.com/office/drawing/2014/main" id="{14DD8B40-6CB1-6C29-2543-D7CD11C5C450}"/>
              </a:ext>
            </a:extLst>
          </p:cNvPr>
          <p:cNvSpPr>
            <a:spLocks noChangeArrowheads="1"/>
          </p:cNvSpPr>
          <p:nvPr/>
        </p:nvSpPr>
        <p:spPr bwMode="auto">
          <a:xfrm>
            <a:off x="7689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58" name="Rectangle 70">
            <a:extLst>
              <a:ext uri="{FF2B5EF4-FFF2-40B4-BE49-F238E27FC236}">
                <a16:creationId xmlns:a16="http://schemas.microsoft.com/office/drawing/2014/main" id="{30725404-4A09-87CF-1FB6-30C801060907}"/>
              </a:ext>
            </a:extLst>
          </p:cNvPr>
          <p:cNvSpPr>
            <a:spLocks noChangeArrowheads="1"/>
          </p:cNvSpPr>
          <p:nvPr/>
        </p:nvSpPr>
        <p:spPr bwMode="auto">
          <a:xfrm>
            <a:off x="8070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59" name="Rectangle 71">
            <a:extLst>
              <a:ext uri="{FF2B5EF4-FFF2-40B4-BE49-F238E27FC236}">
                <a16:creationId xmlns:a16="http://schemas.microsoft.com/office/drawing/2014/main" id="{AB76BF9C-44A0-50C1-8586-F3F9FE411AE2}"/>
              </a:ext>
            </a:extLst>
          </p:cNvPr>
          <p:cNvSpPr>
            <a:spLocks noChangeArrowheads="1"/>
          </p:cNvSpPr>
          <p:nvPr/>
        </p:nvSpPr>
        <p:spPr bwMode="auto">
          <a:xfrm>
            <a:off x="8451850" y="3371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60" name="Rectangle 72">
            <a:extLst>
              <a:ext uri="{FF2B5EF4-FFF2-40B4-BE49-F238E27FC236}">
                <a16:creationId xmlns:a16="http://schemas.microsoft.com/office/drawing/2014/main" id="{52D37FE9-D778-993F-CE13-DE1BE23E8FBE}"/>
              </a:ext>
            </a:extLst>
          </p:cNvPr>
          <p:cNvSpPr>
            <a:spLocks noChangeArrowheads="1"/>
          </p:cNvSpPr>
          <p:nvPr/>
        </p:nvSpPr>
        <p:spPr bwMode="auto">
          <a:xfrm>
            <a:off x="5022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61" name="Rectangle 73">
            <a:extLst>
              <a:ext uri="{FF2B5EF4-FFF2-40B4-BE49-F238E27FC236}">
                <a16:creationId xmlns:a16="http://schemas.microsoft.com/office/drawing/2014/main" id="{0844CC9E-6A5E-B0A4-22EE-CF2D91EC621C}"/>
              </a:ext>
            </a:extLst>
          </p:cNvPr>
          <p:cNvSpPr>
            <a:spLocks noChangeArrowheads="1"/>
          </p:cNvSpPr>
          <p:nvPr/>
        </p:nvSpPr>
        <p:spPr bwMode="auto">
          <a:xfrm>
            <a:off x="5403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62" name="Rectangle 74">
            <a:extLst>
              <a:ext uri="{FF2B5EF4-FFF2-40B4-BE49-F238E27FC236}">
                <a16:creationId xmlns:a16="http://schemas.microsoft.com/office/drawing/2014/main" id="{C5FD3C97-B8E6-A61D-D084-08035540A386}"/>
              </a:ext>
            </a:extLst>
          </p:cNvPr>
          <p:cNvSpPr>
            <a:spLocks noChangeArrowheads="1"/>
          </p:cNvSpPr>
          <p:nvPr/>
        </p:nvSpPr>
        <p:spPr bwMode="auto">
          <a:xfrm>
            <a:off x="5784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63" name="Rectangle 75">
            <a:extLst>
              <a:ext uri="{FF2B5EF4-FFF2-40B4-BE49-F238E27FC236}">
                <a16:creationId xmlns:a16="http://schemas.microsoft.com/office/drawing/2014/main" id="{1EA037BA-3978-FFD9-1C00-F360EF1367A6}"/>
              </a:ext>
            </a:extLst>
          </p:cNvPr>
          <p:cNvSpPr>
            <a:spLocks noChangeArrowheads="1"/>
          </p:cNvSpPr>
          <p:nvPr/>
        </p:nvSpPr>
        <p:spPr bwMode="auto">
          <a:xfrm>
            <a:off x="6165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64" name="Rectangle 76">
            <a:extLst>
              <a:ext uri="{FF2B5EF4-FFF2-40B4-BE49-F238E27FC236}">
                <a16:creationId xmlns:a16="http://schemas.microsoft.com/office/drawing/2014/main" id="{8F577762-8DE3-22CD-1693-5885FD16D5E7}"/>
              </a:ext>
            </a:extLst>
          </p:cNvPr>
          <p:cNvSpPr>
            <a:spLocks noChangeArrowheads="1"/>
          </p:cNvSpPr>
          <p:nvPr/>
        </p:nvSpPr>
        <p:spPr bwMode="auto">
          <a:xfrm>
            <a:off x="6546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65" name="Rectangle 77">
            <a:extLst>
              <a:ext uri="{FF2B5EF4-FFF2-40B4-BE49-F238E27FC236}">
                <a16:creationId xmlns:a16="http://schemas.microsoft.com/office/drawing/2014/main" id="{7EF5A7FC-1859-944A-1FEB-2A198BE727A6}"/>
              </a:ext>
            </a:extLst>
          </p:cNvPr>
          <p:cNvSpPr>
            <a:spLocks noChangeArrowheads="1"/>
          </p:cNvSpPr>
          <p:nvPr/>
        </p:nvSpPr>
        <p:spPr bwMode="auto">
          <a:xfrm>
            <a:off x="6927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66" name="Rectangle 78">
            <a:extLst>
              <a:ext uri="{FF2B5EF4-FFF2-40B4-BE49-F238E27FC236}">
                <a16:creationId xmlns:a16="http://schemas.microsoft.com/office/drawing/2014/main" id="{5D6E1200-2691-89D6-46EB-16A137ADD800}"/>
              </a:ext>
            </a:extLst>
          </p:cNvPr>
          <p:cNvSpPr>
            <a:spLocks noChangeArrowheads="1"/>
          </p:cNvSpPr>
          <p:nvPr/>
        </p:nvSpPr>
        <p:spPr bwMode="auto">
          <a:xfrm>
            <a:off x="7308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67" name="Rectangle 79">
            <a:extLst>
              <a:ext uri="{FF2B5EF4-FFF2-40B4-BE49-F238E27FC236}">
                <a16:creationId xmlns:a16="http://schemas.microsoft.com/office/drawing/2014/main" id="{3EDC4848-7C35-FE5A-09E6-80717FB43A96}"/>
              </a:ext>
            </a:extLst>
          </p:cNvPr>
          <p:cNvSpPr>
            <a:spLocks noChangeArrowheads="1"/>
          </p:cNvSpPr>
          <p:nvPr/>
        </p:nvSpPr>
        <p:spPr bwMode="auto">
          <a:xfrm>
            <a:off x="7689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68" name="Rectangle 80">
            <a:extLst>
              <a:ext uri="{FF2B5EF4-FFF2-40B4-BE49-F238E27FC236}">
                <a16:creationId xmlns:a16="http://schemas.microsoft.com/office/drawing/2014/main" id="{52D5F593-16AF-B909-F34D-B806B02C93F3}"/>
              </a:ext>
            </a:extLst>
          </p:cNvPr>
          <p:cNvSpPr>
            <a:spLocks noChangeArrowheads="1"/>
          </p:cNvSpPr>
          <p:nvPr/>
        </p:nvSpPr>
        <p:spPr bwMode="auto">
          <a:xfrm>
            <a:off x="8070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69" name="Rectangle 81">
            <a:extLst>
              <a:ext uri="{FF2B5EF4-FFF2-40B4-BE49-F238E27FC236}">
                <a16:creationId xmlns:a16="http://schemas.microsoft.com/office/drawing/2014/main" id="{1D5B255D-EE80-77D2-F18B-51B83BA36808}"/>
              </a:ext>
            </a:extLst>
          </p:cNvPr>
          <p:cNvSpPr>
            <a:spLocks noChangeArrowheads="1"/>
          </p:cNvSpPr>
          <p:nvPr/>
        </p:nvSpPr>
        <p:spPr bwMode="auto">
          <a:xfrm>
            <a:off x="8451850" y="2990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70" name="Rectangle 82">
            <a:extLst>
              <a:ext uri="{FF2B5EF4-FFF2-40B4-BE49-F238E27FC236}">
                <a16:creationId xmlns:a16="http://schemas.microsoft.com/office/drawing/2014/main" id="{C0AFE712-C1B5-23C5-3A86-288FAB42C6E7}"/>
              </a:ext>
            </a:extLst>
          </p:cNvPr>
          <p:cNvSpPr>
            <a:spLocks noChangeArrowheads="1"/>
          </p:cNvSpPr>
          <p:nvPr/>
        </p:nvSpPr>
        <p:spPr bwMode="auto">
          <a:xfrm>
            <a:off x="5022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71" name="Rectangle 83">
            <a:extLst>
              <a:ext uri="{FF2B5EF4-FFF2-40B4-BE49-F238E27FC236}">
                <a16:creationId xmlns:a16="http://schemas.microsoft.com/office/drawing/2014/main" id="{4DE597DF-7C86-7978-2BD4-B739A9019651}"/>
              </a:ext>
            </a:extLst>
          </p:cNvPr>
          <p:cNvSpPr>
            <a:spLocks noChangeArrowheads="1"/>
          </p:cNvSpPr>
          <p:nvPr/>
        </p:nvSpPr>
        <p:spPr bwMode="auto">
          <a:xfrm>
            <a:off x="5403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72" name="Rectangle 84">
            <a:extLst>
              <a:ext uri="{FF2B5EF4-FFF2-40B4-BE49-F238E27FC236}">
                <a16:creationId xmlns:a16="http://schemas.microsoft.com/office/drawing/2014/main" id="{354FB7DF-8BD3-E5A3-0C0D-E7F3544037B1}"/>
              </a:ext>
            </a:extLst>
          </p:cNvPr>
          <p:cNvSpPr>
            <a:spLocks noChangeArrowheads="1"/>
          </p:cNvSpPr>
          <p:nvPr/>
        </p:nvSpPr>
        <p:spPr bwMode="auto">
          <a:xfrm>
            <a:off x="5784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73" name="Rectangle 85">
            <a:extLst>
              <a:ext uri="{FF2B5EF4-FFF2-40B4-BE49-F238E27FC236}">
                <a16:creationId xmlns:a16="http://schemas.microsoft.com/office/drawing/2014/main" id="{A588F04D-D0F7-A4F6-BB01-03CDB9B79534}"/>
              </a:ext>
            </a:extLst>
          </p:cNvPr>
          <p:cNvSpPr>
            <a:spLocks noChangeArrowheads="1"/>
          </p:cNvSpPr>
          <p:nvPr/>
        </p:nvSpPr>
        <p:spPr bwMode="auto">
          <a:xfrm>
            <a:off x="6165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74" name="Rectangle 86">
            <a:extLst>
              <a:ext uri="{FF2B5EF4-FFF2-40B4-BE49-F238E27FC236}">
                <a16:creationId xmlns:a16="http://schemas.microsoft.com/office/drawing/2014/main" id="{F8E2CB56-AC8D-1AC7-C6D3-128E24907BBC}"/>
              </a:ext>
            </a:extLst>
          </p:cNvPr>
          <p:cNvSpPr>
            <a:spLocks noChangeArrowheads="1"/>
          </p:cNvSpPr>
          <p:nvPr/>
        </p:nvSpPr>
        <p:spPr bwMode="auto">
          <a:xfrm>
            <a:off x="6546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75" name="Rectangle 87">
            <a:extLst>
              <a:ext uri="{FF2B5EF4-FFF2-40B4-BE49-F238E27FC236}">
                <a16:creationId xmlns:a16="http://schemas.microsoft.com/office/drawing/2014/main" id="{E35AE386-D147-0AA2-EF49-A506661CB23D}"/>
              </a:ext>
            </a:extLst>
          </p:cNvPr>
          <p:cNvSpPr>
            <a:spLocks noChangeArrowheads="1"/>
          </p:cNvSpPr>
          <p:nvPr/>
        </p:nvSpPr>
        <p:spPr bwMode="auto">
          <a:xfrm>
            <a:off x="6927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76" name="Rectangle 88">
            <a:extLst>
              <a:ext uri="{FF2B5EF4-FFF2-40B4-BE49-F238E27FC236}">
                <a16:creationId xmlns:a16="http://schemas.microsoft.com/office/drawing/2014/main" id="{640440A2-FB57-FAC5-F5D5-6F34A2372783}"/>
              </a:ext>
            </a:extLst>
          </p:cNvPr>
          <p:cNvSpPr>
            <a:spLocks noChangeArrowheads="1"/>
          </p:cNvSpPr>
          <p:nvPr/>
        </p:nvSpPr>
        <p:spPr bwMode="auto">
          <a:xfrm>
            <a:off x="7308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77" name="Rectangle 89">
            <a:extLst>
              <a:ext uri="{FF2B5EF4-FFF2-40B4-BE49-F238E27FC236}">
                <a16:creationId xmlns:a16="http://schemas.microsoft.com/office/drawing/2014/main" id="{AECE88DB-10D3-DFBF-797F-EBF7A9119F39}"/>
              </a:ext>
            </a:extLst>
          </p:cNvPr>
          <p:cNvSpPr>
            <a:spLocks noChangeArrowheads="1"/>
          </p:cNvSpPr>
          <p:nvPr/>
        </p:nvSpPr>
        <p:spPr bwMode="auto">
          <a:xfrm>
            <a:off x="7689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78" name="Rectangle 90">
            <a:extLst>
              <a:ext uri="{FF2B5EF4-FFF2-40B4-BE49-F238E27FC236}">
                <a16:creationId xmlns:a16="http://schemas.microsoft.com/office/drawing/2014/main" id="{39533195-64C3-4E37-8BB4-46D00517B549}"/>
              </a:ext>
            </a:extLst>
          </p:cNvPr>
          <p:cNvSpPr>
            <a:spLocks noChangeArrowheads="1"/>
          </p:cNvSpPr>
          <p:nvPr/>
        </p:nvSpPr>
        <p:spPr bwMode="auto">
          <a:xfrm>
            <a:off x="8070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79" name="Rectangle 91">
            <a:extLst>
              <a:ext uri="{FF2B5EF4-FFF2-40B4-BE49-F238E27FC236}">
                <a16:creationId xmlns:a16="http://schemas.microsoft.com/office/drawing/2014/main" id="{337554E3-C2CA-469E-E3E0-52E83D115E4C}"/>
              </a:ext>
            </a:extLst>
          </p:cNvPr>
          <p:cNvSpPr>
            <a:spLocks noChangeArrowheads="1"/>
          </p:cNvSpPr>
          <p:nvPr/>
        </p:nvSpPr>
        <p:spPr bwMode="auto">
          <a:xfrm>
            <a:off x="8451850" y="2609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80" name="Rectangle 92">
            <a:extLst>
              <a:ext uri="{FF2B5EF4-FFF2-40B4-BE49-F238E27FC236}">
                <a16:creationId xmlns:a16="http://schemas.microsoft.com/office/drawing/2014/main" id="{A789089B-2AD7-B332-C4CE-1A454E9B859A}"/>
              </a:ext>
            </a:extLst>
          </p:cNvPr>
          <p:cNvSpPr>
            <a:spLocks noChangeArrowheads="1"/>
          </p:cNvSpPr>
          <p:nvPr/>
        </p:nvSpPr>
        <p:spPr bwMode="auto">
          <a:xfrm>
            <a:off x="5022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81" name="Rectangle 93">
            <a:extLst>
              <a:ext uri="{FF2B5EF4-FFF2-40B4-BE49-F238E27FC236}">
                <a16:creationId xmlns:a16="http://schemas.microsoft.com/office/drawing/2014/main" id="{AC61EAFC-5224-2AC4-C3A2-61D55ABAE6CD}"/>
              </a:ext>
            </a:extLst>
          </p:cNvPr>
          <p:cNvSpPr>
            <a:spLocks noChangeArrowheads="1"/>
          </p:cNvSpPr>
          <p:nvPr/>
        </p:nvSpPr>
        <p:spPr bwMode="auto">
          <a:xfrm>
            <a:off x="5403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82" name="Rectangle 94">
            <a:extLst>
              <a:ext uri="{FF2B5EF4-FFF2-40B4-BE49-F238E27FC236}">
                <a16:creationId xmlns:a16="http://schemas.microsoft.com/office/drawing/2014/main" id="{1B918B6F-255C-CDFB-5320-D24B5694C992}"/>
              </a:ext>
            </a:extLst>
          </p:cNvPr>
          <p:cNvSpPr>
            <a:spLocks noChangeArrowheads="1"/>
          </p:cNvSpPr>
          <p:nvPr/>
        </p:nvSpPr>
        <p:spPr bwMode="auto">
          <a:xfrm>
            <a:off x="5784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83" name="Rectangle 95">
            <a:extLst>
              <a:ext uri="{FF2B5EF4-FFF2-40B4-BE49-F238E27FC236}">
                <a16:creationId xmlns:a16="http://schemas.microsoft.com/office/drawing/2014/main" id="{C2642A3A-5451-A0AC-D281-405D37346F84}"/>
              </a:ext>
            </a:extLst>
          </p:cNvPr>
          <p:cNvSpPr>
            <a:spLocks noChangeArrowheads="1"/>
          </p:cNvSpPr>
          <p:nvPr/>
        </p:nvSpPr>
        <p:spPr bwMode="auto">
          <a:xfrm>
            <a:off x="6165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84" name="Rectangle 96">
            <a:extLst>
              <a:ext uri="{FF2B5EF4-FFF2-40B4-BE49-F238E27FC236}">
                <a16:creationId xmlns:a16="http://schemas.microsoft.com/office/drawing/2014/main" id="{DF68BA44-70E8-AB59-DDBE-B8BD01DB44BC}"/>
              </a:ext>
            </a:extLst>
          </p:cNvPr>
          <p:cNvSpPr>
            <a:spLocks noChangeArrowheads="1"/>
          </p:cNvSpPr>
          <p:nvPr/>
        </p:nvSpPr>
        <p:spPr bwMode="auto">
          <a:xfrm>
            <a:off x="6546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85" name="Rectangle 97">
            <a:extLst>
              <a:ext uri="{FF2B5EF4-FFF2-40B4-BE49-F238E27FC236}">
                <a16:creationId xmlns:a16="http://schemas.microsoft.com/office/drawing/2014/main" id="{89B5D38D-0066-12B0-F5F4-BF400607CF73}"/>
              </a:ext>
            </a:extLst>
          </p:cNvPr>
          <p:cNvSpPr>
            <a:spLocks noChangeArrowheads="1"/>
          </p:cNvSpPr>
          <p:nvPr/>
        </p:nvSpPr>
        <p:spPr bwMode="auto">
          <a:xfrm>
            <a:off x="6927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86" name="Rectangle 98">
            <a:extLst>
              <a:ext uri="{FF2B5EF4-FFF2-40B4-BE49-F238E27FC236}">
                <a16:creationId xmlns:a16="http://schemas.microsoft.com/office/drawing/2014/main" id="{77E515B5-3878-2BA7-71EE-D5C426A247B5}"/>
              </a:ext>
            </a:extLst>
          </p:cNvPr>
          <p:cNvSpPr>
            <a:spLocks noChangeArrowheads="1"/>
          </p:cNvSpPr>
          <p:nvPr/>
        </p:nvSpPr>
        <p:spPr bwMode="auto">
          <a:xfrm>
            <a:off x="7308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87" name="Rectangle 99">
            <a:extLst>
              <a:ext uri="{FF2B5EF4-FFF2-40B4-BE49-F238E27FC236}">
                <a16:creationId xmlns:a16="http://schemas.microsoft.com/office/drawing/2014/main" id="{F1EE4CC3-5304-0B2F-C8AD-E2CF691813D8}"/>
              </a:ext>
            </a:extLst>
          </p:cNvPr>
          <p:cNvSpPr>
            <a:spLocks noChangeArrowheads="1"/>
          </p:cNvSpPr>
          <p:nvPr/>
        </p:nvSpPr>
        <p:spPr bwMode="auto">
          <a:xfrm>
            <a:off x="7689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88" name="Rectangle 100">
            <a:extLst>
              <a:ext uri="{FF2B5EF4-FFF2-40B4-BE49-F238E27FC236}">
                <a16:creationId xmlns:a16="http://schemas.microsoft.com/office/drawing/2014/main" id="{D2205F76-172D-4876-46A2-0322544E1D36}"/>
              </a:ext>
            </a:extLst>
          </p:cNvPr>
          <p:cNvSpPr>
            <a:spLocks noChangeArrowheads="1"/>
          </p:cNvSpPr>
          <p:nvPr/>
        </p:nvSpPr>
        <p:spPr bwMode="auto">
          <a:xfrm>
            <a:off x="8070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89" name="Rectangle 101">
            <a:extLst>
              <a:ext uri="{FF2B5EF4-FFF2-40B4-BE49-F238E27FC236}">
                <a16:creationId xmlns:a16="http://schemas.microsoft.com/office/drawing/2014/main" id="{ED2C3835-8B70-C673-AC68-36388E1177C3}"/>
              </a:ext>
            </a:extLst>
          </p:cNvPr>
          <p:cNvSpPr>
            <a:spLocks noChangeArrowheads="1"/>
          </p:cNvSpPr>
          <p:nvPr/>
        </p:nvSpPr>
        <p:spPr bwMode="auto">
          <a:xfrm>
            <a:off x="8451850" y="2228850"/>
            <a:ext cx="381000" cy="381000"/>
          </a:xfrm>
          <a:prstGeom prst="rect">
            <a:avLst/>
          </a:prstGeom>
          <a:noFill/>
          <a:ln w="0">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90" name="Line 102">
            <a:extLst>
              <a:ext uri="{FF2B5EF4-FFF2-40B4-BE49-F238E27FC236}">
                <a16:creationId xmlns:a16="http://schemas.microsoft.com/office/drawing/2014/main" id="{42A43231-9DEB-5EA0-0BFF-E64BAF15F79E}"/>
              </a:ext>
            </a:extLst>
          </p:cNvPr>
          <p:cNvSpPr>
            <a:spLocks noChangeShapeType="1"/>
          </p:cNvSpPr>
          <p:nvPr/>
        </p:nvSpPr>
        <p:spPr bwMode="auto">
          <a:xfrm>
            <a:off x="5022850" y="6038850"/>
            <a:ext cx="3810000"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91" name="Line 103">
            <a:extLst>
              <a:ext uri="{FF2B5EF4-FFF2-40B4-BE49-F238E27FC236}">
                <a16:creationId xmlns:a16="http://schemas.microsoft.com/office/drawing/2014/main" id="{2A662B59-172A-6E69-67A2-0633CD78D008}"/>
              </a:ext>
            </a:extLst>
          </p:cNvPr>
          <p:cNvSpPr>
            <a:spLocks noChangeShapeType="1"/>
          </p:cNvSpPr>
          <p:nvPr/>
        </p:nvSpPr>
        <p:spPr bwMode="auto">
          <a:xfrm flipV="1">
            <a:off x="5022850" y="2228850"/>
            <a:ext cx="0" cy="38100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92" name="Oval 104">
            <a:extLst>
              <a:ext uri="{FF2B5EF4-FFF2-40B4-BE49-F238E27FC236}">
                <a16:creationId xmlns:a16="http://schemas.microsoft.com/office/drawing/2014/main" id="{D0525664-18A3-7C05-3D14-045B042D186A}"/>
              </a:ext>
            </a:extLst>
          </p:cNvPr>
          <p:cNvSpPr>
            <a:spLocks noChangeArrowheads="1"/>
          </p:cNvSpPr>
          <p:nvPr/>
        </p:nvSpPr>
        <p:spPr bwMode="auto">
          <a:xfrm>
            <a:off x="5403850" y="47434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93" name="Oval 105">
            <a:extLst>
              <a:ext uri="{FF2B5EF4-FFF2-40B4-BE49-F238E27FC236}">
                <a16:creationId xmlns:a16="http://schemas.microsoft.com/office/drawing/2014/main" id="{B5BA8D38-2570-8B85-BB29-CA4103410567}"/>
              </a:ext>
            </a:extLst>
          </p:cNvPr>
          <p:cNvSpPr>
            <a:spLocks noChangeArrowheads="1"/>
          </p:cNvSpPr>
          <p:nvPr/>
        </p:nvSpPr>
        <p:spPr bwMode="auto">
          <a:xfrm>
            <a:off x="6013450" y="52768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94" name="Rectangle 106">
            <a:extLst>
              <a:ext uri="{FF2B5EF4-FFF2-40B4-BE49-F238E27FC236}">
                <a16:creationId xmlns:a16="http://schemas.microsoft.com/office/drawing/2014/main" id="{D8F1BCC5-9B71-C32A-CB1D-28602609CD9F}"/>
              </a:ext>
            </a:extLst>
          </p:cNvPr>
          <p:cNvSpPr>
            <a:spLocks noChangeArrowheads="1"/>
          </p:cNvSpPr>
          <p:nvPr/>
        </p:nvSpPr>
        <p:spPr bwMode="auto">
          <a:xfrm>
            <a:off x="8321675" y="2711450"/>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95" name="Rectangle 107">
            <a:extLst>
              <a:ext uri="{FF2B5EF4-FFF2-40B4-BE49-F238E27FC236}">
                <a16:creationId xmlns:a16="http://schemas.microsoft.com/office/drawing/2014/main" id="{3AEED6F1-CC69-67D1-1BED-85382BFD0BE4}"/>
              </a:ext>
            </a:extLst>
          </p:cNvPr>
          <p:cNvSpPr>
            <a:spLocks noChangeArrowheads="1"/>
          </p:cNvSpPr>
          <p:nvPr/>
        </p:nvSpPr>
        <p:spPr bwMode="auto">
          <a:xfrm>
            <a:off x="7418388" y="3371850"/>
            <a:ext cx="152400" cy="152400"/>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96" name="Rectangle 108">
            <a:extLst>
              <a:ext uri="{FF2B5EF4-FFF2-40B4-BE49-F238E27FC236}">
                <a16:creationId xmlns:a16="http://schemas.microsoft.com/office/drawing/2014/main" id="{1125EEA9-C092-3731-5699-FAC645FBAA34}"/>
              </a:ext>
            </a:extLst>
          </p:cNvPr>
          <p:cNvSpPr>
            <a:spLocks noChangeArrowheads="1"/>
          </p:cNvSpPr>
          <p:nvPr/>
        </p:nvSpPr>
        <p:spPr bwMode="auto">
          <a:xfrm>
            <a:off x="7994650" y="2457450"/>
            <a:ext cx="152400" cy="152400"/>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97" name="Rectangle 109">
            <a:extLst>
              <a:ext uri="{FF2B5EF4-FFF2-40B4-BE49-F238E27FC236}">
                <a16:creationId xmlns:a16="http://schemas.microsoft.com/office/drawing/2014/main" id="{AEEF8912-65C4-F2CF-3074-E43357EDC67C}"/>
              </a:ext>
            </a:extLst>
          </p:cNvPr>
          <p:cNvSpPr>
            <a:spLocks noChangeArrowheads="1"/>
          </p:cNvSpPr>
          <p:nvPr/>
        </p:nvSpPr>
        <p:spPr bwMode="auto">
          <a:xfrm>
            <a:off x="8147050" y="3448050"/>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98" name="Rectangle 110">
            <a:extLst>
              <a:ext uri="{FF2B5EF4-FFF2-40B4-BE49-F238E27FC236}">
                <a16:creationId xmlns:a16="http://schemas.microsoft.com/office/drawing/2014/main" id="{CDC49980-C9AE-DB21-A074-CA3F03D94ABA}"/>
              </a:ext>
            </a:extLst>
          </p:cNvPr>
          <p:cNvSpPr>
            <a:spLocks noChangeArrowheads="1"/>
          </p:cNvSpPr>
          <p:nvPr/>
        </p:nvSpPr>
        <p:spPr bwMode="auto">
          <a:xfrm>
            <a:off x="8675688" y="4278313"/>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599" name="Oval 111">
            <a:extLst>
              <a:ext uri="{FF2B5EF4-FFF2-40B4-BE49-F238E27FC236}">
                <a16:creationId xmlns:a16="http://schemas.microsoft.com/office/drawing/2014/main" id="{5E838E9D-8BC0-CE82-2170-A63C7E01B586}"/>
              </a:ext>
            </a:extLst>
          </p:cNvPr>
          <p:cNvSpPr>
            <a:spLocks noChangeArrowheads="1"/>
          </p:cNvSpPr>
          <p:nvPr/>
        </p:nvSpPr>
        <p:spPr bwMode="auto">
          <a:xfrm>
            <a:off x="5567363" y="411480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00" name="Oval 112">
            <a:extLst>
              <a:ext uri="{FF2B5EF4-FFF2-40B4-BE49-F238E27FC236}">
                <a16:creationId xmlns:a16="http://schemas.microsoft.com/office/drawing/2014/main" id="{B47160C8-3FD1-0333-A445-A7548FB5BCBC}"/>
              </a:ext>
            </a:extLst>
          </p:cNvPr>
          <p:cNvSpPr>
            <a:spLocks noChangeArrowheads="1"/>
          </p:cNvSpPr>
          <p:nvPr/>
        </p:nvSpPr>
        <p:spPr bwMode="auto">
          <a:xfrm>
            <a:off x="5175250" y="55816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01" name="Oval 113">
            <a:extLst>
              <a:ext uri="{FF2B5EF4-FFF2-40B4-BE49-F238E27FC236}">
                <a16:creationId xmlns:a16="http://schemas.microsoft.com/office/drawing/2014/main" id="{C0AA19C0-9AFC-A52F-1058-85A46422E7F0}"/>
              </a:ext>
            </a:extLst>
          </p:cNvPr>
          <p:cNvSpPr>
            <a:spLocks noChangeArrowheads="1"/>
          </p:cNvSpPr>
          <p:nvPr/>
        </p:nvSpPr>
        <p:spPr bwMode="auto">
          <a:xfrm>
            <a:off x="5251450" y="42100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02" name="Text Box 114">
            <a:extLst>
              <a:ext uri="{FF2B5EF4-FFF2-40B4-BE49-F238E27FC236}">
                <a16:creationId xmlns:a16="http://schemas.microsoft.com/office/drawing/2014/main" id="{0A127E7B-C214-140D-3501-6BE7B7858DAD}"/>
              </a:ext>
            </a:extLst>
          </p:cNvPr>
          <p:cNvSpPr txBox="1">
            <a:spLocks noChangeArrowheads="1"/>
          </p:cNvSpPr>
          <p:nvPr/>
        </p:nvSpPr>
        <p:spPr bwMode="auto">
          <a:xfrm>
            <a:off x="5175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1</a:t>
            </a:r>
          </a:p>
        </p:txBody>
      </p:sp>
      <p:sp>
        <p:nvSpPr>
          <p:cNvPr id="63603" name="Text Box 115">
            <a:extLst>
              <a:ext uri="{FF2B5EF4-FFF2-40B4-BE49-F238E27FC236}">
                <a16:creationId xmlns:a16="http://schemas.microsoft.com/office/drawing/2014/main" id="{49E63978-BB73-2BC7-A399-8475EC37C7D4}"/>
              </a:ext>
            </a:extLst>
          </p:cNvPr>
          <p:cNvSpPr txBox="1">
            <a:spLocks noChangeArrowheads="1"/>
          </p:cNvSpPr>
          <p:nvPr/>
        </p:nvSpPr>
        <p:spPr bwMode="auto">
          <a:xfrm>
            <a:off x="5556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2</a:t>
            </a:r>
          </a:p>
        </p:txBody>
      </p:sp>
      <p:sp>
        <p:nvSpPr>
          <p:cNvPr id="63604" name="Text Box 116">
            <a:extLst>
              <a:ext uri="{FF2B5EF4-FFF2-40B4-BE49-F238E27FC236}">
                <a16:creationId xmlns:a16="http://schemas.microsoft.com/office/drawing/2014/main" id="{C75D5041-7A65-E46D-4E4D-29AC5FED19B7}"/>
              </a:ext>
            </a:extLst>
          </p:cNvPr>
          <p:cNvSpPr txBox="1">
            <a:spLocks noChangeArrowheads="1"/>
          </p:cNvSpPr>
          <p:nvPr/>
        </p:nvSpPr>
        <p:spPr bwMode="auto">
          <a:xfrm>
            <a:off x="5937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3</a:t>
            </a:r>
          </a:p>
        </p:txBody>
      </p:sp>
      <p:sp>
        <p:nvSpPr>
          <p:cNvPr id="63605" name="Text Box 117">
            <a:extLst>
              <a:ext uri="{FF2B5EF4-FFF2-40B4-BE49-F238E27FC236}">
                <a16:creationId xmlns:a16="http://schemas.microsoft.com/office/drawing/2014/main" id="{9089B444-0709-88D4-1C5D-68B200091149}"/>
              </a:ext>
            </a:extLst>
          </p:cNvPr>
          <p:cNvSpPr txBox="1">
            <a:spLocks noChangeArrowheads="1"/>
          </p:cNvSpPr>
          <p:nvPr/>
        </p:nvSpPr>
        <p:spPr bwMode="auto">
          <a:xfrm>
            <a:off x="6318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4</a:t>
            </a:r>
          </a:p>
        </p:txBody>
      </p:sp>
      <p:sp>
        <p:nvSpPr>
          <p:cNvPr id="63606" name="Text Box 118">
            <a:extLst>
              <a:ext uri="{FF2B5EF4-FFF2-40B4-BE49-F238E27FC236}">
                <a16:creationId xmlns:a16="http://schemas.microsoft.com/office/drawing/2014/main" id="{AAE337BF-6D6D-945F-DD8E-49A3BF80A1F1}"/>
              </a:ext>
            </a:extLst>
          </p:cNvPr>
          <p:cNvSpPr txBox="1">
            <a:spLocks noChangeArrowheads="1"/>
          </p:cNvSpPr>
          <p:nvPr/>
        </p:nvSpPr>
        <p:spPr bwMode="auto">
          <a:xfrm>
            <a:off x="6699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5</a:t>
            </a:r>
          </a:p>
        </p:txBody>
      </p:sp>
      <p:sp>
        <p:nvSpPr>
          <p:cNvPr id="63607" name="Text Box 119">
            <a:extLst>
              <a:ext uri="{FF2B5EF4-FFF2-40B4-BE49-F238E27FC236}">
                <a16:creationId xmlns:a16="http://schemas.microsoft.com/office/drawing/2014/main" id="{326B99FF-3AA2-5C10-6C42-4DFCFD9FF59D}"/>
              </a:ext>
            </a:extLst>
          </p:cNvPr>
          <p:cNvSpPr txBox="1">
            <a:spLocks noChangeArrowheads="1"/>
          </p:cNvSpPr>
          <p:nvPr/>
        </p:nvSpPr>
        <p:spPr bwMode="auto">
          <a:xfrm>
            <a:off x="7080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6</a:t>
            </a:r>
          </a:p>
        </p:txBody>
      </p:sp>
      <p:sp>
        <p:nvSpPr>
          <p:cNvPr id="63608" name="Text Box 120">
            <a:extLst>
              <a:ext uri="{FF2B5EF4-FFF2-40B4-BE49-F238E27FC236}">
                <a16:creationId xmlns:a16="http://schemas.microsoft.com/office/drawing/2014/main" id="{59ECD228-B924-42E7-B58B-FF15BAEF64B6}"/>
              </a:ext>
            </a:extLst>
          </p:cNvPr>
          <p:cNvSpPr txBox="1">
            <a:spLocks noChangeArrowheads="1"/>
          </p:cNvSpPr>
          <p:nvPr/>
        </p:nvSpPr>
        <p:spPr bwMode="auto">
          <a:xfrm>
            <a:off x="7461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7</a:t>
            </a:r>
          </a:p>
        </p:txBody>
      </p:sp>
      <p:sp>
        <p:nvSpPr>
          <p:cNvPr id="63609" name="Text Box 121">
            <a:extLst>
              <a:ext uri="{FF2B5EF4-FFF2-40B4-BE49-F238E27FC236}">
                <a16:creationId xmlns:a16="http://schemas.microsoft.com/office/drawing/2014/main" id="{00D5D522-A017-C5C6-FBC3-68844BCFC4FD}"/>
              </a:ext>
            </a:extLst>
          </p:cNvPr>
          <p:cNvSpPr txBox="1">
            <a:spLocks noChangeArrowheads="1"/>
          </p:cNvSpPr>
          <p:nvPr/>
        </p:nvSpPr>
        <p:spPr bwMode="auto">
          <a:xfrm>
            <a:off x="7842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8</a:t>
            </a:r>
          </a:p>
        </p:txBody>
      </p:sp>
      <p:sp>
        <p:nvSpPr>
          <p:cNvPr id="63610" name="Text Box 122">
            <a:extLst>
              <a:ext uri="{FF2B5EF4-FFF2-40B4-BE49-F238E27FC236}">
                <a16:creationId xmlns:a16="http://schemas.microsoft.com/office/drawing/2014/main" id="{E49B93C2-145A-7CDE-B22E-12B8AA070562}"/>
              </a:ext>
            </a:extLst>
          </p:cNvPr>
          <p:cNvSpPr txBox="1">
            <a:spLocks noChangeArrowheads="1"/>
          </p:cNvSpPr>
          <p:nvPr/>
        </p:nvSpPr>
        <p:spPr bwMode="auto">
          <a:xfrm>
            <a:off x="8223250" y="61150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9</a:t>
            </a:r>
          </a:p>
        </p:txBody>
      </p:sp>
      <p:sp>
        <p:nvSpPr>
          <p:cNvPr id="63611" name="Text Box 123">
            <a:extLst>
              <a:ext uri="{FF2B5EF4-FFF2-40B4-BE49-F238E27FC236}">
                <a16:creationId xmlns:a16="http://schemas.microsoft.com/office/drawing/2014/main" id="{7269FE4E-096A-AB53-1B39-D9F82793CEA3}"/>
              </a:ext>
            </a:extLst>
          </p:cNvPr>
          <p:cNvSpPr txBox="1">
            <a:spLocks noChangeArrowheads="1"/>
          </p:cNvSpPr>
          <p:nvPr/>
        </p:nvSpPr>
        <p:spPr bwMode="auto">
          <a:xfrm>
            <a:off x="8528050" y="6115050"/>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r>
              <a:rPr lang="en-US" altLang="en-US" sz="2000"/>
              <a:t>10</a:t>
            </a:r>
          </a:p>
        </p:txBody>
      </p:sp>
      <p:sp>
        <p:nvSpPr>
          <p:cNvPr id="63612" name="Oval 124">
            <a:extLst>
              <a:ext uri="{FF2B5EF4-FFF2-40B4-BE49-F238E27FC236}">
                <a16:creationId xmlns:a16="http://schemas.microsoft.com/office/drawing/2014/main" id="{FE3CD3CB-A5E2-0103-C330-75F89F2F9482}"/>
              </a:ext>
            </a:extLst>
          </p:cNvPr>
          <p:cNvSpPr>
            <a:spLocks noChangeArrowheads="1"/>
          </p:cNvSpPr>
          <p:nvPr/>
        </p:nvSpPr>
        <p:spPr bwMode="auto">
          <a:xfrm>
            <a:off x="5861050" y="46672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13" name="Oval 125">
            <a:extLst>
              <a:ext uri="{FF2B5EF4-FFF2-40B4-BE49-F238E27FC236}">
                <a16:creationId xmlns:a16="http://schemas.microsoft.com/office/drawing/2014/main" id="{1FC254EF-B4ED-4A6D-BB5C-39A84FF7988C}"/>
              </a:ext>
            </a:extLst>
          </p:cNvPr>
          <p:cNvSpPr>
            <a:spLocks noChangeArrowheads="1"/>
          </p:cNvSpPr>
          <p:nvPr/>
        </p:nvSpPr>
        <p:spPr bwMode="auto">
          <a:xfrm>
            <a:off x="5480050" y="51244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14" name="Oval 126">
            <a:extLst>
              <a:ext uri="{FF2B5EF4-FFF2-40B4-BE49-F238E27FC236}">
                <a16:creationId xmlns:a16="http://schemas.microsoft.com/office/drawing/2014/main" id="{B386C751-AFD6-7D3C-977E-4DF370F20550}"/>
              </a:ext>
            </a:extLst>
          </p:cNvPr>
          <p:cNvSpPr>
            <a:spLocks noChangeArrowheads="1"/>
          </p:cNvSpPr>
          <p:nvPr/>
        </p:nvSpPr>
        <p:spPr bwMode="auto">
          <a:xfrm>
            <a:off x="5632450" y="54292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15" name="Oval 127">
            <a:extLst>
              <a:ext uri="{FF2B5EF4-FFF2-40B4-BE49-F238E27FC236}">
                <a16:creationId xmlns:a16="http://schemas.microsoft.com/office/drawing/2014/main" id="{BDE917A7-2D98-0B89-5915-37319A9FFA58}"/>
              </a:ext>
            </a:extLst>
          </p:cNvPr>
          <p:cNvSpPr>
            <a:spLocks noChangeArrowheads="1"/>
          </p:cNvSpPr>
          <p:nvPr/>
        </p:nvSpPr>
        <p:spPr bwMode="auto">
          <a:xfrm>
            <a:off x="6089650" y="46672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16" name="Oval 128">
            <a:extLst>
              <a:ext uri="{FF2B5EF4-FFF2-40B4-BE49-F238E27FC236}">
                <a16:creationId xmlns:a16="http://schemas.microsoft.com/office/drawing/2014/main" id="{AC55F25F-51C9-3032-FD38-A7642A416052}"/>
              </a:ext>
            </a:extLst>
          </p:cNvPr>
          <p:cNvSpPr>
            <a:spLocks noChangeArrowheads="1"/>
          </p:cNvSpPr>
          <p:nvPr/>
        </p:nvSpPr>
        <p:spPr bwMode="auto">
          <a:xfrm>
            <a:off x="5327650" y="38290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17" name="Oval 129">
            <a:extLst>
              <a:ext uri="{FF2B5EF4-FFF2-40B4-BE49-F238E27FC236}">
                <a16:creationId xmlns:a16="http://schemas.microsoft.com/office/drawing/2014/main" id="{C2A314EE-786E-1E6F-5EA1-F5FE14DC9117}"/>
              </a:ext>
            </a:extLst>
          </p:cNvPr>
          <p:cNvSpPr>
            <a:spLocks noChangeArrowheads="1"/>
          </p:cNvSpPr>
          <p:nvPr/>
        </p:nvSpPr>
        <p:spPr bwMode="auto">
          <a:xfrm>
            <a:off x="5772150" y="3735388"/>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18" name="Oval 130">
            <a:extLst>
              <a:ext uri="{FF2B5EF4-FFF2-40B4-BE49-F238E27FC236}">
                <a16:creationId xmlns:a16="http://schemas.microsoft.com/office/drawing/2014/main" id="{6AB737D2-556B-21D8-07A9-90B1D9A7C5F3}"/>
              </a:ext>
            </a:extLst>
          </p:cNvPr>
          <p:cNvSpPr>
            <a:spLocks noChangeArrowheads="1"/>
          </p:cNvSpPr>
          <p:nvPr/>
        </p:nvSpPr>
        <p:spPr bwMode="auto">
          <a:xfrm>
            <a:off x="5480050" y="45910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19" name="Oval 131">
            <a:extLst>
              <a:ext uri="{FF2B5EF4-FFF2-40B4-BE49-F238E27FC236}">
                <a16:creationId xmlns:a16="http://schemas.microsoft.com/office/drawing/2014/main" id="{3D635F9B-9227-511D-1A45-A4CF20A76A2C}"/>
              </a:ext>
            </a:extLst>
          </p:cNvPr>
          <p:cNvSpPr>
            <a:spLocks noChangeArrowheads="1"/>
          </p:cNvSpPr>
          <p:nvPr/>
        </p:nvSpPr>
        <p:spPr bwMode="auto">
          <a:xfrm>
            <a:off x="5784850" y="45148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20" name="Oval 132">
            <a:extLst>
              <a:ext uri="{FF2B5EF4-FFF2-40B4-BE49-F238E27FC236}">
                <a16:creationId xmlns:a16="http://schemas.microsoft.com/office/drawing/2014/main" id="{BCFAFA49-634D-7924-5F98-84BB49D2C7D5}"/>
              </a:ext>
            </a:extLst>
          </p:cNvPr>
          <p:cNvSpPr>
            <a:spLocks noChangeArrowheads="1"/>
          </p:cNvSpPr>
          <p:nvPr/>
        </p:nvSpPr>
        <p:spPr bwMode="auto">
          <a:xfrm>
            <a:off x="5175250" y="50482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21" name="Oval 133">
            <a:extLst>
              <a:ext uri="{FF2B5EF4-FFF2-40B4-BE49-F238E27FC236}">
                <a16:creationId xmlns:a16="http://schemas.microsoft.com/office/drawing/2014/main" id="{00DCD263-3B26-D80F-9925-AA20D7A927B6}"/>
              </a:ext>
            </a:extLst>
          </p:cNvPr>
          <p:cNvSpPr>
            <a:spLocks noChangeArrowheads="1"/>
          </p:cNvSpPr>
          <p:nvPr/>
        </p:nvSpPr>
        <p:spPr bwMode="auto">
          <a:xfrm>
            <a:off x="5708650" y="49720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22" name="Oval 134">
            <a:extLst>
              <a:ext uri="{FF2B5EF4-FFF2-40B4-BE49-F238E27FC236}">
                <a16:creationId xmlns:a16="http://schemas.microsoft.com/office/drawing/2014/main" id="{870431F3-0B26-6D79-EF08-23E2B87496E0}"/>
              </a:ext>
            </a:extLst>
          </p:cNvPr>
          <p:cNvSpPr>
            <a:spLocks noChangeArrowheads="1"/>
          </p:cNvSpPr>
          <p:nvPr/>
        </p:nvSpPr>
        <p:spPr bwMode="auto">
          <a:xfrm>
            <a:off x="5175250" y="32956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23" name="Oval 135">
            <a:extLst>
              <a:ext uri="{FF2B5EF4-FFF2-40B4-BE49-F238E27FC236}">
                <a16:creationId xmlns:a16="http://schemas.microsoft.com/office/drawing/2014/main" id="{9F537F89-91D1-A7B9-3D69-25576A2D27A7}"/>
              </a:ext>
            </a:extLst>
          </p:cNvPr>
          <p:cNvSpPr>
            <a:spLocks noChangeArrowheads="1"/>
          </p:cNvSpPr>
          <p:nvPr/>
        </p:nvSpPr>
        <p:spPr bwMode="auto">
          <a:xfrm>
            <a:off x="5556250" y="43624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24" name="Oval 136">
            <a:extLst>
              <a:ext uri="{FF2B5EF4-FFF2-40B4-BE49-F238E27FC236}">
                <a16:creationId xmlns:a16="http://schemas.microsoft.com/office/drawing/2014/main" id="{5E48EC5D-00BD-B5DB-1CE0-65E4DA4DD6B1}"/>
              </a:ext>
            </a:extLst>
          </p:cNvPr>
          <p:cNvSpPr>
            <a:spLocks noChangeArrowheads="1"/>
          </p:cNvSpPr>
          <p:nvPr/>
        </p:nvSpPr>
        <p:spPr bwMode="auto">
          <a:xfrm>
            <a:off x="6013450" y="4895850"/>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25" name="Rectangle 137">
            <a:extLst>
              <a:ext uri="{FF2B5EF4-FFF2-40B4-BE49-F238E27FC236}">
                <a16:creationId xmlns:a16="http://schemas.microsoft.com/office/drawing/2014/main" id="{1AB26798-372B-DD7C-71CC-A69F1EA96343}"/>
              </a:ext>
            </a:extLst>
          </p:cNvPr>
          <p:cNvSpPr>
            <a:spLocks noChangeArrowheads="1"/>
          </p:cNvSpPr>
          <p:nvPr/>
        </p:nvSpPr>
        <p:spPr bwMode="auto">
          <a:xfrm>
            <a:off x="7918450" y="3219450"/>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26" name="Rectangle 138">
            <a:extLst>
              <a:ext uri="{FF2B5EF4-FFF2-40B4-BE49-F238E27FC236}">
                <a16:creationId xmlns:a16="http://schemas.microsoft.com/office/drawing/2014/main" id="{CA8F55EA-0EDA-D4BC-7425-A2334548E1EC}"/>
              </a:ext>
            </a:extLst>
          </p:cNvPr>
          <p:cNvSpPr>
            <a:spLocks noChangeArrowheads="1"/>
          </p:cNvSpPr>
          <p:nvPr/>
        </p:nvSpPr>
        <p:spPr bwMode="auto">
          <a:xfrm>
            <a:off x="7766050" y="3524250"/>
            <a:ext cx="152400" cy="152400"/>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27" name="Rectangle 139">
            <a:extLst>
              <a:ext uri="{FF2B5EF4-FFF2-40B4-BE49-F238E27FC236}">
                <a16:creationId xmlns:a16="http://schemas.microsoft.com/office/drawing/2014/main" id="{BE7ECA82-1E6C-2BF9-9349-9633EE7DE2F9}"/>
              </a:ext>
            </a:extLst>
          </p:cNvPr>
          <p:cNvSpPr>
            <a:spLocks noChangeArrowheads="1"/>
          </p:cNvSpPr>
          <p:nvPr/>
        </p:nvSpPr>
        <p:spPr bwMode="auto">
          <a:xfrm>
            <a:off x="7537450" y="3143250"/>
            <a:ext cx="152400" cy="152400"/>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28" name="Rectangle 140">
            <a:extLst>
              <a:ext uri="{FF2B5EF4-FFF2-40B4-BE49-F238E27FC236}">
                <a16:creationId xmlns:a16="http://schemas.microsoft.com/office/drawing/2014/main" id="{013093A9-82A1-5B34-CC76-F15BF0917C3A}"/>
              </a:ext>
            </a:extLst>
          </p:cNvPr>
          <p:cNvSpPr>
            <a:spLocks noChangeArrowheads="1"/>
          </p:cNvSpPr>
          <p:nvPr/>
        </p:nvSpPr>
        <p:spPr bwMode="auto">
          <a:xfrm>
            <a:off x="7537450" y="3600450"/>
            <a:ext cx="152400" cy="152400"/>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29" name="Rectangle 141">
            <a:extLst>
              <a:ext uri="{FF2B5EF4-FFF2-40B4-BE49-F238E27FC236}">
                <a16:creationId xmlns:a16="http://schemas.microsoft.com/office/drawing/2014/main" id="{BAC02B0D-DCDF-32C1-1EDF-AF3EF66903F9}"/>
              </a:ext>
            </a:extLst>
          </p:cNvPr>
          <p:cNvSpPr>
            <a:spLocks noChangeArrowheads="1"/>
          </p:cNvSpPr>
          <p:nvPr/>
        </p:nvSpPr>
        <p:spPr bwMode="auto">
          <a:xfrm>
            <a:off x="8070850" y="2990850"/>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30" name="Rectangle 142">
            <a:extLst>
              <a:ext uri="{FF2B5EF4-FFF2-40B4-BE49-F238E27FC236}">
                <a16:creationId xmlns:a16="http://schemas.microsoft.com/office/drawing/2014/main" id="{9EFBAA2C-8878-923A-E543-5EFC582A5AAA}"/>
              </a:ext>
            </a:extLst>
          </p:cNvPr>
          <p:cNvSpPr>
            <a:spLocks noChangeArrowheads="1"/>
          </p:cNvSpPr>
          <p:nvPr/>
        </p:nvSpPr>
        <p:spPr bwMode="auto">
          <a:xfrm>
            <a:off x="8223250" y="3219450"/>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31" name="Rectangle 143">
            <a:extLst>
              <a:ext uri="{FF2B5EF4-FFF2-40B4-BE49-F238E27FC236}">
                <a16:creationId xmlns:a16="http://schemas.microsoft.com/office/drawing/2014/main" id="{25BA3EFF-AB84-5690-0D35-B958ED5C3AB6}"/>
              </a:ext>
            </a:extLst>
          </p:cNvPr>
          <p:cNvSpPr>
            <a:spLocks noChangeArrowheads="1"/>
          </p:cNvSpPr>
          <p:nvPr/>
        </p:nvSpPr>
        <p:spPr bwMode="auto">
          <a:xfrm>
            <a:off x="7537450" y="2305050"/>
            <a:ext cx="152400" cy="152400"/>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32" name="Rectangle 144">
            <a:extLst>
              <a:ext uri="{FF2B5EF4-FFF2-40B4-BE49-F238E27FC236}">
                <a16:creationId xmlns:a16="http://schemas.microsoft.com/office/drawing/2014/main" id="{9DABC122-1F7E-C6BA-D9DF-FB791DA69D72}"/>
              </a:ext>
            </a:extLst>
          </p:cNvPr>
          <p:cNvSpPr>
            <a:spLocks noChangeArrowheads="1"/>
          </p:cNvSpPr>
          <p:nvPr/>
        </p:nvSpPr>
        <p:spPr bwMode="auto">
          <a:xfrm>
            <a:off x="8528050" y="2228850"/>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33" name="Rectangle 145">
            <a:extLst>
              <a:ext uri="{FF2B5EF4-FFF2-40B4-BE49-F238E27FC236}">
                <a16:creationId xmlns:a16="http://schemas.microsoft.com/office/drawing/2014/main" id="{65DD1EFE-C243-8DC9-1C1A-B18FE262089E}"/>
              </a:ext>
            </a:extLst>
          </p:cNvPr>
          <p:cNvSpPr>
            <a:spLocks noChangeArrowheads="1"/>
          </p:cNvSpPr>
          <p:nvPr/>
        </p:nvSpPr>
        <p:spPr bwMode="auto">
          <a:xfrm>
            <a:off x="7570788" y="2720975"/>
            <a:ext cx="152400" cy="152400"/>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34" name="Rectangle 146">
            <a:extLst>
              <a:ext uri="{FF2B5EF4-FFF2-40B4-BE49-F238E27FC236}">
                <a16:creationId xmlns:a16="http://schemas.microsoft.com/office/drawing/2014/main" id="{1CE2F2A9-B617-7A68-D536-18A344020FD6}"/>
              </a:ext>
            </a:extLst>
          </p:cNvPr>
          <p:cNvSpPr>
            <a:spLocks noChangeArrowheads="1"/>
          </p:cNvSpPr>
          <p:nvPr/>
        </p:nvSpPr>
        <p:spPr bwMode="auto">
          <a:xfrm>
            <a:off x="8223250" y="3752850"/>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35" name="Rectangle 147">
            <a:extLst>
              <a:ext uri="{FF2B5EF4-FFF2-40B4-BE49-F238E27FC236}">
                <a16:creationId xmlns:a16="http://schemas.microsoft.com/office/drawing/2014/main" id="{B9599EE7-A335-ACDE-3501-D84454CFA791}"/>
              </a:ext>
            </a:extLst>
          </p:cNvPr>
          <p:cNvSpPr>
            <a:spLocks noChangeArrowheads="1"/>
          </p:cNvSpPr>
          <p:nvPr/>
        </p:nvSpPr>
        <p:spPr bwMode="auto">
          <a:xfrm>
            <a:off x="8147050" y="2762250"/>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36" name="Rectangle 148">
            <a:extLst>
              <a:ext uri="{FF2B5EF4-FFF2-40B4-BE49-F238E27FC236}">
                <a16:creationId xmlns:a16="http://schemas.microsoft.com/office/drawing/2014/main" id="{70B24C62-DE35-4A46-D32F-04F87BD28EE4}"/>
              </a:ext>
            </a:extLst>
          </p:cNvPr>
          <p:cNvSpPr>
            <a:spLocks noChangeArrowheads="1"/>
          </p:cNvSpPr>
          <p:nvPr/>
        </p:nvSpPr>
        <p:spPr bwMode="auto">
          <a:xfrm>
            <a:off x="7689850" y="2914650"/>
            <a:ext cx="152400" cy="152400"/>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37" name="Rectangle 149">
            <a:extLst>
              <a:ext uri="{FF2B5EF4-FFF2-40B4-BE49-F238E27FC236}">
                <a16:creationId xmlns:a16="http://schemas.microsoft.com/office/drawing/2014/main" id="{EE0CE718-AEB4-1739-456B-54DC05DA9145}"/>
              </a:ext>
            </a:extLst>
          </p:cNvPr>
          <p:cNvSpPr>
            <a:spLocks noChangeArrowheads="1"/>
          </p:cNvSpPr>
          <p:nvPr/>
        </p:nvSpPr>
        <p:spPr bwMode="auto">
          <a:xfrm>
            <a:off x="7232650" y="3067050"/>
            <a:ext cx="152400" cy="152400"/>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38" name="Rectangle 150">
            <a:extLst>
              <a:ext uri="{FF2B5EF4-FFF2-40B4-BE49-F238E27FC236}">
                <a16:creationId xmlns:a16="http://schemas.microsoft.com/office/drawing/2014/main" id="{95B25125-C2E2-1294-E3CD-DE9F217849BC}"/>
              </a:ext>
            </a:extLst>
          </p:cNvPr>
          <p:cNvSpPr>
            <a:spLocks noChangeArrowheads="1"/>
          </p:cNvSpPr>
          <p:nvPr/>
        </p:nvSpPr>
        <p:spPr bwMode="auto">
          <a:xfrm>
            <a:off x="8528050" y="2990850"/>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39" name="Rectangle 151">
            <a:extLst>
              <a:ext uri="{FF2B5EF4-FFF2-40B4-BE49-F238E27FC236}">
                <a16:creationId xmlns:a16="http://schemas.microsoft.com/office/drawing/2014/main" id="{F9AC3ABC-6DF0-EFE6-5349-39BD511AA64F}"/>
              </a:ext>
            </a:extLst>
          </p:cNvPr>
          <p:cNvSpPr>
            <a:spLocks noChangeArrowheads="1"/>
          </p:cNvSpPr>
          <p:nvPr/>
        </p:nvSpPr>
        <p:spPr bwMode="auto">
          <a:xfrm>
            <a:off x="7842250" y="3829050"/>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40" name="Rectangle 152">
            <a:extLst>
              <a:ext uri="{FF2B5EF4-FFF2-40B4-BE49-F238E27FC236}">
                <a16:creationId xmlns:a16="http://schemas.microsoft.com/office/drawing/2014/main" id="{6889F84B-DB31-EDF0-A1D4-C6D6A5A3553A}"/>
              </a:ext>
            </a:extLst>
          </p:cNvPr>
          <p:cNvSpPr>
            <a:spLocks noChangeArrowheads="1"/>
          </p:cNvSpPr>
          <p:nvPr/>
        </p:nvSpPr>
        <p:spPr bwMode="auto">
          <a:xfrm>
            <a:off x="8451850" y="3905250"/>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41" name="Oval 153">
            <a:extLst>
              <a:ext uri="{FF2B5EF4-FFF2-40B4-BE49-F238E27FC236}">
                <a16:creationId xmlns:a16="http://schemas.microsoft.com/office/drawing/2014/main" id="{273F3F8D-C93D-F5DF-B158-00DA71307521}"/>
              </a:ext>
            </a:extLst>
          </p:cNvPr>
          <p:cNvSpPr>
            <a:spLocks noChangeArrowheads="1"/>
          </p:cNvSpPr>
          <p:nvPr/>
        </p:nvSpPr>
        <p:spPr bwMode="auto">
          <a:xfrm>
            <a:off x="6240463" y="475297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42" name="Oval 154">
            <a:extLst>
              <a:ext uri="{FF2B5EF4-FFF2-40B4-BE49-F238E27FC236}">
                <a16:creationId xmlns:a16="http://schemas.microsoft.com/office/drawing/2014/main" id="{B0FAC94C-A51C-D0C9-B61A-15A3966323EE}"/>
              </a:ext>
            </a:extLst>
          </p:cNvPr>
          <p:cNvSpPr>
            <a:spLocks noChangeArrowheads="1"/>
          </p:cNvSpPr>
          <p:nvPr/>
        </p:nvSpPr>
        <p:spPr bwMode="auto">
          <a:xfrm>
            <a:off x="5922963" y="4125913"/>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43" name="Oval 155">
            <a:extLst>
              <a:ext uri="{FF2B5EF4-FFF2-40B4-BE49-F238E27FC236}">
                <a16:creationId xmlns:a16="http://schemas.microsoft.com/office/drawing/2014/main" id="{BABEB5FF-EF54-CE32-43E7-3F3507A7F114}"/>
              </a:ext>
            </a:extLst>
          </p:cNvPr>
          <p:cNvSpPr>
            <a:spLocks noChangeArrowheads="1"/>
          </p:cNvSpPr>
          <p:nvPr/>
        </p:nvSpPr>
        <p:spPr bwMode="auto">
          <a:xfrm>
            <a:off x="6042025" y="445452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44" name="Oval 156">
            <a:extLst>
              <a:ext uri="{FF2B5EF4-FFF2-40B4-BE49-F238E27FC236}">
                <a16:creationId xmlns:a16="http://schemas.microsoft.com/office/drawing/2014/main" id="{98421772-7CBA-E7FD-92DD-3389BD7243E0}"/>
              </a:ext>
            </a:extLst>
          </p:cNvPr>
          <p:cNvSpPr>
            <a:spLocks noChangeArrowheads="1"/>
          </p:cNvSpPr>
          <p:nvPr/>
        </p:nvSpPr>
        <p:spPr bwMode="auto">
          <a:xfrm>
            <a:off x="6378575" y="4456113"/>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45" name="Oval 157">
            <a:extLst>
              <a:ext uri="{FF2B5EF4-FFF2-40B4-BE49-F238E27FC236}">
                <a16:creationId xmlns:a16="http://schemas.microsoft.com/office/drawing/2014/main" id="{9676A772-6E3C-8288-E540-46F6DED22B75}"/>
              </a:ext>
            </a:extLst>
          </p:cNvPr>
          <p:cNvSpPr>
            <a:spLocks noChangeArrowheads="1"/>
          </p:cNvSpPr>
          <p:nvPr/>
        </p:nvSpPr>
        <p:spPr bwMode="auto">
          <a:xfrm>
            <a:off x="6254750" y="5011738"/>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46" name="Oval 158">
            <a:extLst>
              <a:ext uri="{FF2B5EF4-FFF2-40B4-BE49-F238E27FC236}">
                <a16:creationId xmlns:a16="http://schemas.microsoft.com/office/drawing/2014/main" id="{367C47F4-FA74-6E7A-7B87-4C77DB8C58E3}"/>
              </a:ext>
            </a:extLst>
          </p:cNvPr>
          <p:cNvSpPr>
            <a:spLocks noChangeArrowheads="1"/>
          </p:cNvSpPr>
          <p:nvPr/>
        </p:nvSpPr>
        <p:spPr bwMode="auto">
          <a:xfrm>
            <a:off x="5173663" y="459422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47" name="Oval 159">
            <a:extLst>
              <a:ext uri="{FF2B5EF4-FFF2-40B4-BE49-F238E27FC236}">
                <a16:creationId xmlns:a16="http://schemas.microsoft.com/office/drawing/2014/main" id="{8AC5859B-B27B-AE42-4594-4D9C3673B3BD}"/>
              </a:ext>
            </a:extLst>
          </p:cNvPr>
          <p:cNvSpPr>
            <a:spLocks noChangeArrowheads="1"/>
          </p:cNvSpPr>
          <p:nvPr/>
        </p:nvSpPr>
        <p:spPr bwMode="auto">
          <a:xfrm>
            <a:off x="5402263" y="5399088"/>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48" name="Oval 160">
            <a:extLst>
              <a:ext uri="{FF2B5EF4-FFF2-40B4-BE49-F238E27FC236}">
                <a16:creationId xmlns:a16="http://schemas.microsoft.com/office/drawing/2014/main" id="{AD0CDFB4-F955-CD6D-AFE4-AB68F2C9D5E0}"/>
              </a:ext>
            </a:extLst>
          </p:cNvPr>
          <p:cNvSpPr>
            <a:spLocks noChangeArrowheads="1"/>
          </p:cNvSpPr>
          <p:nvPr/>
        </p:nvSpPr>
        <p:spPr bwMode="auto">
          <a:xfrm>
            <a:off x="5856288" y="435292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49" name="Oval 161">
            <a:extLst>
              <a:ext uri="{FF2B5EF4-FFF2-40B4-BE49-F238E27FC236}">
                <a16:creationId xmlns:a16="http://schemas.microsoft.com/office/drawing/2014/main" id="{51E1FAC6-8D65-C21D-C328-761C92E3A160}"/>
              </a:ext>
            </a:extLst>
          </p:cNvPr>
          <p:cNvSpPr>
            <a:spLocks noChangeArrowheads="1"/>
          </p:cNvSpPr>
          <p:nvPr/>
        </p:nvSpPr>
        <p:spPr bwMode="auto">
          <a:xfrm>
            <a:off x="5799138" y="5210175"/>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50" name="Oval 162">
            <a:extLst>
              <a:ext uri="{FF2B5EF4-FFF2-40B4-BE49-F238E27FC236}">
                <a16:creationId xmlns:a16="http://schemas.microsoft.com/office/drawing/2014/main" id="{8DAB1617-C64C-8928-A033-E60A6D9B75FB}"/>
              </a:ext>
            </a:extLst>
          </p:cNvPr>
          <p:cNvSpPr>
            <a:spLocks noChangeArrowheads="1"/>
          </p:cNvSpPr>
          <p:nvPr/>
        </p:nvSpPr>
        <p:spPr bwMode="auto">
          <a:xfrm>
            <a:off x="5137150" y="5830888"/>
            <a:ext cx="152400" cy="152400"/>
          </a:xfrm>
          <a:prstGeom prst="ellipse">
            <a:avLst/>
          </a:prstGeom>
          <a:solidFill>
            <a:srgbClr val="3399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51" name="Rectangle 163">
            <a:extLst>
              <a:ext uri="{FF2B5EF4-FFF2-40B4-BE49-F238E27FC236}">
                <a16:creationId xmlns:a16="http://schemas.microsoft.com/office/drawing/2014/main" id="{ED4ACEC1-CBFD-E712-88A1-0A86D2C15DF9}"/>
              </a:ext>
            </a:extLst>
          </p:cNvPr>
          <p:cNvSpPr>
            <a:spLocks noChangeArrowheads="1"/>
          </p:cNvSpPr>
          <p:nvPr/>
        </p:nvSpPr>
        <p:spPr bwMode="auto">
          <a:xfrm>
            <a:off x="8440738" y="3641725"/>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52" name="Rectangle 164">
            <a:extLst>
              <a:ext uri="{FF2B5EF4-FFF2-40B4-BE49-F238E27FC236}">
                <a16:creationId xmlns:a16="http://schemas.microsoft.com/office/drawing/2014/main" id="{1A5AC042-B9E5-3A89-BBD0-7E7CF6C744AB}"/>
              </a:ext>
            </a:extLst>
          </p:cNvPr>
          <p:cNvSpPr>
            <a:spLocks noChangeArrowheads="1"/>
          </p:cNvSpPr>
          <p:nvPr/>
        </p:nvSpPr>
        <p:spPr bwMode="auto">
          <a:xfrm>
            <a:off x="7847013" y="2668588"/>
            <a:ext cx="152400" cy="152400"/>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53" name="Rectangle 165">
            <a:extLst>
              <a:ext uri="{FF2B5EF4-FFF2-40B4-BE49-F238E27FC236}">
                <a16:creationId xmlns:a16="http://schemas.microsoft.com/office/drawing/2014/main" id="{CBC90CE9-BB5F-61B9-2254-64347D3C9166}"/>
              </a:ext>
            </a:extLst>
          </p:cNvPr>
          <p:cNvSpPr>
            <a:spLocks noChangeArrowheads="1"/>
          </p:cNvSpPr>
          <p:nvPr/>
        </p:nvSpPr>
        <p:spPr bwMode="auto">
          <a:xfrm>
            <a:off x="7143750" y="3308350"/>
            <a:ext cx="152400" cy="152400"/>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54" name="Rectangle 166">
            <a:extLst>
              <a:ext uri="{FF2B5EF4-FFF2-40B4-BE49-F238E27FC236}">
                <a16:creationId xmlns:a16="http://schemas.microsoft.com/office/drawing/2014/main" id="{1E5D6418-8CE4-79E4-E915-6165F8CE4DFB}"/>
              </a:ext>
            </a:extLst>
          </p:cNvPr>
          <p:cNvSpPr>
            <a:spLocks noChangeArrowheads="1"/>
          </p:cNvSpPr>
          <p:nvPr/>
        </p:nvSpPr>
        <p:spPr bwMode="auto">
          <a:xfrm>
            <a:off x="8150225" y="4073525"/>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55" name="Rectangle 167">
            <a:extLst>
              <a:ext uri="{FF2B5EF4-FFF2-40B4-BE49-F238E27FC236}">
                <a16:creationId xmlns:a16="http://schemas.microsoft.com/office/drawing/2014/main" id="{D5736892-F126-D85A-55C2-2BA2EFA3CD34}"/>
              </a:ext>
            </a:extLst>
          </p:cNvPr>
          <p:cNvSpPr>
            <a:spLocks noChangeArrowheads="1"/>
          </p:cNvSpPr>
          <p:nvPr/>
        </p:nvSpPr>
        <p:spPr bwMode="auto">
          <a:xfrm>
            <a:off x="8470900" y="3268663"/>
            <a:ext cx="152400" cy="152400"/>
          </a:xfrm>
          <a:prstGeom prst="rect">
            <a:avLst/>
          </a:prstGeom>
          <a:solidFill>
            <a:srgbClr val="8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56" name="Oval 168">
            <a:extLst>
              <a:ext uri="{FF2B5EF4-FFF2-40B4-BE49-F238E27FC236}">
                <a16:creationId xmlns:a16="http://schemas.microsoft.com/office/drawing/2014/main" id="{8568A92A-A505-C67A-BDA6-1C50B53F94DC}"/>
              </a:ext>
            </a:extLst>
          </p:cNvPr>
          <p:cNvSpPr>
            <a:spLocks noChangeArrowheads="1"/>
          </p:cNvSpPr>
          <p:nvPr/>
        </p:nvSpPr>
        <p:spPr bwMode="auto">
          <a:xfrm>
            <a:off x="5646738" y="4689475"/>
            <a:ext cx="219075" cy="23495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57" name="Oval 169">
            <a:extLst>
              <a:ext uri="{FF2B5EF4-FFF2-40B4-BE49-F238E27FC236}">
                <a16:creationId xmlns:a16="http://schemas.microsoft.com/office/drawing/2014/main" id="{9E79B9A7-B329-C265-A3DF-1576C639FD1D}"/>
              </a:ext>
            </a:extLst>
          </p:cNvPr>
          <p:cNvSpPr>
            <a:spLocks noChangeArrowheads="1"/>
          </p:cNvSpPr>
          <p:nvPr/>
        </p:nvSpPr>
        <p:spPr bwMode="auto">
          <a:xfrm>
            <a:off x="8274050" y="3340100"/>
            <a:ext cx="219075" cy="23495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58" name="Oval 170">
            <a:extLst>
              <a:ext uri="{FF2B5EF4-FFF2-40B4-BE49-F238E27FC236}">
                <a16:creationId xmlns:a16="http://schemas.microsoft.com/office/drawing/2014/main" id="{7B42C328-D458-65FA-6B88-A8B0EA7D76C7}"/>
              </a:ext>
            </a:extLst>
          </p:cNvPr>
          <p:cNvSpPr>
            <a:spLocks noChangeArrowheads="1"/>
          </p:cNvSpPr>
          <p:nvPr/>
        </p:nvSpPr>
        <p:spPr bwMode="auto">
          <a:xfrm>
            <a:off x="7519988" y="2955925"/>
            <a:ext cx="219075" cy="23495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3659" name="Rectangle 171">
            <a:extLst>
              <a:ext uri="{FF2B5EF4-FFF2-40B4-BE49-F238E27FC236}">
                <a16:creationId xmlns:a16="http://schemas.microsoft.com/office/drawing/2014/main" id="{D3D2FA82-3412-FAD7-10C1-E5AFB7978E87}"/>
              </a:ext>
            </a:extLst>
          </p:cNvPr>
          <p:cNvSpPr>
            <a:spLocks noChangeArrowheads="1"/>
          </p:cNvSpPr>
          <p:nvPr/>
        </p:nvSpPr>
        <p:spPr bwMode="auto">
          <a:xfrm>
            <a:off x="1765300" y="1573213"/>
            <a:ext cx="5538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 When k = 3, the objective function is 133.6</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01F9D55A-2467-4B4F-2970-84CB53A82A5F}"/>
              </a:ext>
            </a:extLst>
          </p:cNvPr>
          <p:cNvSpPr>
            <a:spLocks noChangeArrowheads="1"/>
          </p:cNvSpPr>
          <p:nvPr/>
        </p:nvSpPr>
        <p:spPr bwMode="auto">
          <a:xfrm>
            <a:off x="911225" y="2346325"/>
            <a:ext cx="7610475" cy="3556000"/>
          </a:xfrm>
          <a:prstGeom prst="rect">
            <a:avLst/>
          </a:prstGeom>
          <a:solidFill>
            <a:srgbClr val="FFFFFF"/>
          </a:solidFill>
          <a:ln w="0">
            <a:solidFill>
              <a:srgbClr val="000000"/>
            </a:solidFill>
            <a:miter lim="800000"/>
            <a:headEnd/>
            <a:tailEnd/>
          </a:ln>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4515" name="Rectangle 3">
            <a:extLst>
              <a:ext uri="{FF2B5EF4-FFF2-40B4-BE49-F238E27FC236}">
                <a16:creationId xmlns:a16="http://schemas.microsoft.com/office/drawing/2014/main" id="{250DF4E7-2BF4-B47F-4C21-7FACA0801691}"/>
              </a:ext>
            </a:extLst>
          </p:cNvPr>
          <p:cNvSpPr>
            <a:spLocks noChangeArrowheads="1"/>
          </p:cNvSpPr>
          <p:nvPr/>
        </p:nvSpPr>
        <p:spPr bwMode="auto">
          <a:xfrm>
            <a:off x="2452688" y="2538413"/>
            <a:ext cx="5702300" cy="29257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4516" name="Line 4">
            <a:extLst>
              <a:ext uri="{FF2B5EF4-FFF2-40B4-BE49-F238E27FC236}">
                <a16:creationId xmlns:a16="http://schemas.microsoft.com/office/drawing/2014/main" id="{5FF21359-1D12-0773-041E-71D83FF7B9D5}"/>
              </a:ext>
            </a:extLst>
          </p:cNvPr>
          <p:cNvSpPr>
            <a:spLocks noChangeShapeType="1"/>
          </p:cNvSpPr>
          <p:nvPr/>
        </p:nvSpPr>
        <p:spPr bwMode="auto">
          <a:xfrm>
            <a:off x="2452688" y="5173663"/>
            <a:ext cx="57023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17" name="Line 5">
            <a:extLst>
              <a:ext uri="{FF2B5EF4-FFF2-40B4-BE49-F238E27FC236}">
                <a16:creationId xmlns:a16="http://schemas.microsoft.com/office/drawing/2014/main" id="{43B4D42F-8BBB-46A2-54D0-162C11D9FCEC}"/>
              </a:ext>
            </a:extLst>
          </p:cNvPr>
          <p:cNvSpPr>
            <a:spLocks noChangeShapeType="1"/>
          </p:cNvSpPr>
          <p:nvPr/>
        </p:nvSpPr>
        <p:spPr bwMode="auto">
          <a:xfrm>
            <a:off x="2452688" y="4881563"/>
            <a:ext cx="57023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18" name="Line 6">
            <a:extLst>
              <a:ext uri="{FF2B5EF4-FFF2-40B4-BE49-F238E27FC236}">
                <a16:creationId xmlns:a16="http://schemas.microsoft.com/office/drawing/2014/main" id="{F7996E0E-2D38-0CAB-040B-17B2F750DDF8}"/>
              </a:ext>
            </a:extLst>
          </p:cNvPr>
          <p:cNvSpPr>
            <a:spLocks noChangeShapeType="1"/>
          </p:cNvSpPr>
          <p:nvPr/>
        </p:nvSpPr>
        <p:spPr bwMode="auto">
          <a:xfrm>
            <a:off x="2452688" y="4581525"/>
            <a:ext cx="57023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19" name="Line 7">
            <a:extLst>
              <a:ext uri="{FF2B5EF4-FFF2-40B4-BE49-F238E27FC236}">
                <a16:creationId xmlns:a16="http://schemas.microsoft.com/office/drawing/2014/main" id="{B0F50C55-703A-AD43-2878-4521FE7596E4}"/>
              </a:ext>
            </a:extLst>
          </p:cNvPr>
          <p:cNvSpPr>
            <a:spLocks noChangeShapeType="1"/>
          </p:cNvSpPr>
          <p:nvPr/>
        </p:nvSpPr>
        <p:spPr bwMode="auto">
          <a:xfrm>
            <a:off x="2452688" y="4291013"/>
            <a:ext cx="57023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0" name="Line 8">
            <a:extLst>
              <a:ext uri="{FF2B5EF4-FFF2-40B4-BE49-F238E27FC236}">
                <a16:creationId xmlns:a16="http://schemas.microsoft.com/office/drawing/2014/main" id="{39F519A8-98B5-C07D-87AE-9FCBF9CBB3EF}"/>
              </a:ext>
            </a:extLst>
          </p:cNvPr>
          <p:cNvSpPr>
            <a:spLocks noChangeShapeType="1"/>
          </p:cNvSpPr>
          <p:nvPr/>
        </p:nvSpPr>
        <p:spPr bwMode="auto">
          <a:xfrm>
            <a:off x="2452688" y="4000500"/>
            <a:ext cx="57023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1" name="Line 9">
            <a:extLst>
              <a:ext uri="{FF2B5EF4-FFF2-40B4-BE49-F238E27FC236}">
                <a16:creationId xmlns:a16="http://schemas.microsoft.com/office/drawing/2014/main" id="{AA67D319-C60A-A493-B199-F15F9A9BC764}"/>
              </a:ext>
            </a:extLst>
          </p:cNvPr>
          <p:cNvSpPr>
            <a:spLocks noChangeShapeType="1"/>
          </p:cNvSpPr>
          <p:nvPr/>
        </p:nvSpPr>
        <p:spPr bwMode="auto">
          <a:xfrm>
            <a:off x="2452688" y="3708400"/>
            <a:ext cx="5702300"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2" name="Line 10">
            <a:extLst>
              <a:ext uri="{FF2B5EF4-FFF2-40B4-BE49-F238E27FC236}">
                <a16:creationId xmlns:a16="http://schemas.microsoft.com/office/drawing/2014/main" id="{EF980121-6D97-5E27-0A2D-06A2C87E1544}"/>
              </a:ext>
            </a:extLst>
          </p:cNvPr>
          <p:cNvSpPr>
            <a:spLocks noChangeShapeType="1"/>
          </p:cNvSpPr>
          <p:nvPr/>
        </p:nvSpPr>
        <p:spPr bwMode="auto">
          <a:xfrm>
            <a:off x="2452688" y="3417888"/>
            <a:ext cx="57023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3" name="Line 11">
            <a:extLst>
              <a:ext uri="{FF2B5EF4-FFF2-40B4-BE49-F238E27FC236}">
                <a16:creationId xmlns:a16="http://schemas.microsoft.com/office/drawing/2014/main" id="{33F702F9-16F7-EF24-CFFE-1AD82F57F5E3}"/>
              </a:ext>
            </a:extLst>
          </p:cNvPr>
          <p:cNvSpPr>
            <a:spLocks noChangeShapeType="1"/>
          </p:cNvSpPr>
          <p:nvPr/>
        </p:nvSpPr>
        <p:spPr bwMode="auto">
          <a:xfrm>
            <a:off x="2452688" y="3117850"/>
            <a:ext cx="57023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4" name="Line 12">
            <a:extLst>
              <a:ext uri="{FF2B5EF4-FFF2-40B4-BE49-F238E27FC236}">
                <a16:creationId xmlns:a16="http://schemas.microsoft.com/office/drawing/2014/main" id="{5FB69432-E5F5-3B07-801F-586CAF7C0A4D}"/>
              </a:ext>
            </a:extLst>
          </p:cNvPr>
          <p:cNvSpPr>
            <a:spLocks noChangeShapeType="1"/>
          </p:cNvSpPr>
          <p:nvPr/>
        </p:nvSpPr>
        <p:spPr bwMode="auto">
          <a:xfrm>
            <a:off x="2452688" y="2828925"/>
            <a:ext cx="57023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5" name="Line 13">
            <a:extLst>
              <a:ext uri="{FF2B5EF4-FFF2-40B4-BE49-F238E27FC236}">
                <a16:creationId xmlns:a16="http://schemas.microsoft.com/office/drawing/2014/main" id="{7E877E28-17B9-1591-2CC9-60FFF45FA817}"/>
              </a:ext>
            </a:extLst>
          </p:cNvPr>
          <p:cNvSpPr>
            <a:spLocks noChangeShapeType="1"/>
          </p:cNvSpPr>
          <p:nvPr/>
        </p:nvSpPr>
        <p:spPr bwMode="auto">
          <a:xfrm>
            <a:off x="2452688" y="2538413"/>
            <a:ext cx="57023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6" name="Rectangle 14">
            <a:extLst>
              <a:ext uri="{FF2B5EF4-FFF2-40B4-BE49-F238E27FC236}">
                <a16:creationId xmlns:a16="http://schemas.microsoft.com/office/drawing/2014/main" id="{D210A641-FB6D-736B-BA9F-6E5829A414A6}"/>
              </a:ext>
            </a:extLst>
          </p:cNvPr>
          <p:cNvSpPr>
            <a:spLocks noChangeArrowheads="1"/>
          </p:cNvSpPr>
          <p:nvPr/>
        </p:nvSpPr>
        <p:spPr bwMode="auto">
          <a:xfrm>
            <a:off x="2452688" y="2538413"/>
            <a:ext cx="5702300" cy="2925762"/>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64527" name="Line 15">
            <a:extLst>
              <a:ext uri="{FF2B5EF4-FFF2-40B4-BE49-F238E27FC236}">
                <a16:creationId xmlns:a16="http://schemas.microsoft.com/office/drawing/2014/main" id="{B3BD02CB-5F85-56CE-EBE7-DD51A9930D00}"/>
              </a:ext>
            </a:extLst>
          </p:cNvPr>
          <p:cNvSpPr>
            <a:spLocks noChangeShapeType="1"/>
          </p:cNvSpPr>
          <p:nvPr/>
        </p:nvSpPr>
        <p:spPr bwMode="auto">
          <a:xfrm>
            <a:off x="2452688" y="2538413"/>
            <a:ext cx="3175" cy="29257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8" name="Line 16">
            <a:extLst>
              <a:ext uri="{FF2B5EF4-FFF2-40B4-BE49-F238E27FC236}">
                <a16:creationId xmlns:a16="http://schemas.microsoft.com/office/drawing/2014/main" id="{84B5F8C3-A392-1EAF-7124-59BB536475E6}"/>
              </a:ext>
            </a:extLst>
          </p:cNvPr>
          <p:cNvSpPr>
            <a:spLocks noChangeShapeType="1"/>
          </p:cNvSpPr>
          <p:nvPr/>
        </p:nvSpPr>
        <p:spPr bwMode="auto">
          <a:xfrm>
            <a:off x="2400300" y="5464175"/>
            <a:ext cx="523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9" name="Line 17">
            <a:extLst>
              <a:ext uri="{FF2B5EF4-FFF2-40B4-BE49-F238E27FC236}">
                <a16:creationId xmlns:a16="http://schemas.microsoft.com/office/drawing/2014/main" id="{524EA394-55BE-AE62-41A6-18CA09EB221E}"/>
              </a:ext>
            </a:extLst>
          </p:cNvPr>
          <p:cNvSpPr>
            <a:spLocks noChangeShapeType="1"/>
          </p:cNvSpPr>
          <p:nvPr/>
        </p:nvSpPr>
        <p:spPr bwMode="auto">
          <a:xfrm>
            <a:off x="2400300" y="5173663"/>
            <a:ext cx="523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0" name="Line 18">
            <a:extLst>
              <a:ext uri="{FF2B5EF4-FFF2-40B4-BE49-F238E27FC236}">
                <a16:creationId xmlns:a16="http://schemas.microsoft.com/office/drawing/2014/main" id="{24B63F71-1409-11DE-1CAF-693529969A79}"/>
              </a:ext>
            </a:extLst>
          </p:cNvPr>
          <p:cNvSpPr>
            <a:spLocks noChangeShapeType="1"/>
          </p:cNvSpPr>
          <p:nvPr/>
        </p:nvSpPr>
        <p:spPr bwMode="auto">
          <a:xfrm>
            <a:off x="2400300" y="4881563"/>
            <a:ext cx="523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1" name="Line 19">
            <a:extLst>
              <a:ext uri="{FF2B5EF4-FFF2-40B4-BE49-F238E27FC236}">
                <a16:creationId xmlns:a16="http://schemas.microsoft.com/office/drawing/2014/main" id="{87A3002A-E752-CBC6-E741-D0EF17053608}"/>
              </a:ext>
            </a:extLst>
          </p:cNvPr>
          <p:cNvSpPr>
            <a:spLocks noChangeShapeType="1"/>
          </p:cNvSpPr>
          <p:nvPr/>
        </p:nvSpPr>
        <p:spPr bwMode="auto">
          <a:xfrm>
            <a:off x="2400300" y="4581525"/>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2" name="Line 20">
            <a:extLst>
              <a:ext uri="{FF2B5EF4-FFF2-40B4-BE49-F238E27FC236}">
                <a16:creationId xmlns:a16="http://schemas.microsoft.com/office/drawing/2014/main" id="{8F4E6B56-E2F3-8E8A-8F10-5FF8361A2EA3}"/>
              </a:ext>
            </a:extLst>
          </p:cNvPr>
          <p:cNvSpPr>
            <a:spLocks noChangeShapeType="1"/>
          </p:cNvSpPr>
          <p:nvPr/>
        </p:nvSpPr>
        <p:spPr bwMode="auto">
          <a:xfrm>
            <a:off x="2400300" y="4291013"/>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3" name="Line 21">
            <a:extLst>
              <a:ext uri="{FF2B5EF4-FFF2-40B4-BE49-F238E27FC236}">
                <a16:creationId xmlns:a16="http://schemas.microsoft.com/office/drawing/2014/main" id="{DDB7887D-CDCC-B7F6-EDFE-9436087AB56F}"/>
              </a:ext>
            </a:extLst>
          </p:cNvPr>
          <p:cNvSpPr>
            <a:spLocks noChangeShapeType="1"/>
          </p:cNvSpPr>
          <p:nvPr/>
        </p:nvSpPr>
        <p:spPr bwMode="auto">
          <a:xfrm>
            <a:off x="2400300" y="4000500"/>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4" name="Line 22">
            <a:extLst>
              <a:ext uri="{FF2B5EF4-FFF2-40B4-BE49-F238E27FC236}">
                <a16:creationId xmlns:a16="http://schemas.microsoft.com/office/drawing/2014/main" id="{4AEE173B-C1C4-595B-B7E0-E20DDD08528B}"/>
              </a:ext>
            </a:extLst>
          </p:cNvPr>
          <p:cNvSpPr>
            <a:spLocks noChangeShapeType="1"/>
          </p:cNvSpPr>
          <p:nvPr/>
        </p:nvSpPr>
        <p:spPr bwMode="auto">
          <a:xfrm>
            <a:off x="2400300" y="3708400"/>
            <a:ext cx="523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5" name="Line 23">
            <a:extLst>
              <a:ext uri="{FF2B5EF4-FFF2-40B4-BE49-F238E27FC236}">
                <a16:creationId xmlns:a16="http://schemas.microsoft.com/office/drawing/2014/main" id="{1B783D1B-8902-06A6-85CD-ADC5804133A2}"/>
              </a:ext>
            </a:extLst>
          </p:cNvPr>
          <p:cNvSpPr>
            <a:spLocks noChangeShapeType="1"/>
          </p:cNvSpPr>
          <p:nvPr/>
        </p:nvSpPr>
        <p:spPr bwMode="auto">
          <a:xfrm>
            <a:off x="2400300" y="3417888"/>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6" name="Line 24">
            <a:extLst>
              <a:ext uri="{FF2B5EF4-FFF2-40B4-BE49-F238E27FC236}">
                <a16:creationId xmlns:a16="http://schemas.microsoft.com/office/drawing/2014/main" id="{BE4F7E20-1EDF-0386-EB85-CB25D01D7E01}"/>
              </a:ext>
            </a:extLst>
          </p:cNvPr>
          <p:cNvSpPr>
            <a:spLocks noChangeShapeType="1"/>
          </p:cNvSpPr>
          <p:nvPr/>
        </p:nvSpPr>
        <p:spPr bwMode="auto">
          <a:xfrm>
            <a:off x="2400300" y="3117850"/>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7" name="Line 25">
            <a:extLst>
              <a:ext uri="{FF2B5EF4-FFF2-40B4-BE49-F238E27FC236}">
                <a16:creationId xmlns:a16="http://schemas.microsoft.com/office/drawing/2014/main" id="{A7F6E4B4-DF9B-BA65-E848-64DDE1109CD9}"/>
              </a:ext>
            </a:extLst>
          </p:cNvPr>
          <p:cNvSpPr>
            <a:spLocks noChangeShapeType="1"/>
          </p:cNvSpPr>
          <p:nvPr/>
        </p:nvSpPr>
        <p:spPr bwMode="auto">
          <a:xfrm>
            <a:off x="2400300" y="2828925"/>
            <a:ext cx="523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8" name="Line 26">
            <a:extLst>
              <a:ext uri="{FF2B5EF4-FFF2-40B4-BE49-F238E27FC236}">
                <a16:creationId xmlns:a16="http://schemas.microsoft.com/office/drawing/2014/main" id="{FAB7C8ED-EDC6-8996-9BFE-C0082D549986}"/>
              </a:ext>
            </a:extLst>
          </p:cNvPr>
          <p:cNvSpPr>
            <a:spLocks noChangeShapeType="1"/>
          </p:cNvSpPr>
          <p:nvPr/>
        </p:nvSpPr>
        <p:spPr bwMode="auto">
          <a:xfrm>
            <a:off x="2400300" y="2538413"/>
            <a:ext cx="523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9" name="Line 27">
            <a:extLst>
              <a:ext uri="{FF2B5EF4-FFF2-40B4-BE49-F238E27FC236}">
                <a16:creationId xmlns:a16="http://schemas.microsoft.com/office/drawing/2014/main" id="{4321CA3F-C2F2-147C-4EB3-423AF0F54AFF}"/>
              </a:ext>
            </a:extLst>
          </p:cNvPr>
          <p:cNvSpPr>
            <a:spLocks noChangeShapeType="1"/>
          </p:cNvSpPr>
          <p:nvPr/>
        </p:nvSpPr>
        <p:spPr bwMode="auto">
          <a:xfrm>
            <a:off x="2452688" y="5464175"/>
            <a:ext cx="57023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0" name="Line 28">
            <a:extLst>
              <a:ext uri="{FF2B5EF4-FFF2-40B4-BE49-F238E27FC236}">
                <a16:creationId xmlns:a16="http://schemas.microsoft.com/office/drawing/2014/main" id="{B7284E3C-1D0F-6049-3EB3-CF98B6094478}"/>
              </a:ext>
            </a:extLst>
          </p:cNvPr>
          <p:cNvSpPr>
            <a:spLocks noChangeShapeType="1"/>
          </p:cNvSpPr>
          <p:nvPr/>
        </p:nvSpPr>
        <p:spPr bwMode="auto">
          <a:xfrm flipV="1">
            <a:off x="2452688" y="5464175"/>
            <a:ext cx="3175"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1" name="Line 29">
            <a:extLst>
              <a:ext uri="{FF2B5EF4-FFF2-40B4-BE49-F238E27FC236}">
                <a16:creationId xmlns:a16="http://schemas.microsoft.com/office/drawing/2014/main" id="{B4960F6F-F386-343C-23D2-A077BC934856}"/>
              </a:ext>
            </a:extLst>
          </p:cNvPr>
          <p:cNvSpPr>
            <a:spLocks noChangeShapeType="1"/>
          </p:cNvSpPr>
          <p:nvPr/>
        </p:nvSpPr>
        <p:spPr bwMode="auto">
          <a:xfrm flipV="1">
            <a:off x="3408363" y="5464175"/>
            <a:ext cx="4762"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2" name="Line 30">
            <a:extLst>
              <a:ext uri="{FF2B5EF4-FFF2-40B4-BE49-F238E27FC236}">
                <a16:creationId xmlns:a16="http://schemas.microsoft.com/office/drawing/2014/main" id="{09442C15-BF4F-1BE4-4384-493CAC18C459}"/>
              </a:ext>
            </a:extLst>
          </p:cNvPr>
          <p:cNvSpPr>
            <a:spLocks noChangeShapeType="1"/>
          </p:cNvSpPr>
          <p:nvPr/>
        </p:nvSpPr>
        <p:spPr bwMode="auto">
          <a:xfrm flipV="1">
            <a:off x="4352925" y="5464175"/>
            <a:ext cx="1588"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3" name="Line 31">
            <a:extLst>
              <a:ext uri="{FF2B5EF4-FFF2-40B4-BE49-F238E27FC236}">
                <a16:creationId xmlns:a16="http://schemas.microsoft.com/office/drawing/2014/main" id="{4903107D-8A33-C11A-5809-5545EE634D35}"/>
              </a:ext>
            </a:extLst>
          </p:cNvPr>
          <p:cNvSpPr>
            <a:spLocks noChangeShapeType="1"/>
          </p:cNvSpPr>
          <p:nvPr/>
        </p:nvSpPr>
        <p:spPr bwMode="auto">
          <a:xfrm flipV="1">
            <a:off x="5310188" y="5464175"/>
            <a:ext cx="1587"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4" name="Line 32">
            <a:extLst>
              <a:ext uri="{FF2B5EF4-FFF2-40B4-BE49-F238E27FC236}">
                <a16:creationId xmlns:a16="http://schemas.microsoft.com/office/drawing/2014/main" id="{8C6BA8F8-B326-379B-C251-74A7ED134BD4}"/>
              </a:ext>
            </a:extLst>
          </p:cNvPr>
          <p:cNvSpPr>
            <a:spLocks noChangeShapeType="1"/>
          </p:cNvSpPr>
          <p:nvPr/>
        </p:nvSpPr>
        <p:spPr bwMode="auto">
          <a:xfrm flipV="1">
            <a:off x="6254750" y="5464175"/>
            <a:ext cx="1588"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5" name="Line 33">
            <a:extLst>
              <a:ext uri="{FF2B5EF4-FFF2-40B4-BE49-F238E27FC236}">
                <a16:creationId xmlns:a16="http://schemas.microsoft.com/office/drawing/2014/main" id="{E06C223D-28A9-D0AF-1B73-856C4FBC6BD0}"/>
              </a:ext>
            </a:extLst>
          </p:cNvPr>
          <p:cNvSpPr>
            <a:spLocks noChangeShapeType="1"/>
          </p:cNvSpPr>
          <p:nvPr/>
        </p:nvSpPr>
        <p:spPr bwMode="auto">
          <a:xfrm flipV="1">
            <a:off x="7210425" y="5464175"/>
            <a:ext cx="3175"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6" name="Line 34">
            <a:extLst>
              <a:ext uri="{FF2B5EF4-FFF2-40B4-BE49-F238E27FC236}">
                <a16:creationId xmlns:a16="http://schemas.microsoft.com/office/drawing/2014/main" id="{C607B024-9A3B-7311-0A33-D30286121CEA}"/>
              </a:ext>
            </a:extLst>
          </p:cNvPr>
          <p:cNvSpPr>
            <a:spLocks noChangeShapeType="1"/>
          </p:cNvSpPr>
          <p:nvPr/>
        </p:nvSpPr>
        <p:spPr bwMode="auto">
          <a:xfrm flipV="1">
            <a:off x="8154988" y="5464175"/>
            <a:ext cx="1587" cy="349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7" name="Line 35">
            <a:extLst>
              <a:ext uri="{FF2B5EF4-FFF2-40B4-BE49-F238E27FC236}">
                <a16:creationId xmlns:a16="http://schemas.microsoft.com/office/drawing/2014/main" id="{892407D8-AB3F-0974-6C04-1E14305CC4BB}"/>
              </a:ext>
            </a:extLst>
          </p:cNvPr>
          <p:cNvSpPr>
            <a:spLocks noChangeShapeType="1"/>
          </p:cNvSpPr>
          <p:nvPr/>
        </p:nvSpPr>
        <p:spPr bwMode="auto">
          <a:xfrm>
            <a:off x="2925763" y="2909888"/>
            <a:ext cx="955675" cy="2043112"/>
          </a:xfrm>
          <a:prstGeom prst="line">
            <a:avLst/>
          </a:prstGeom>
          <a:noFill/>
          <a:ln w="412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8" name="Line 36">
            <a:extLst>
              <a:ext uri="{FF2B5EF4-FFF2-40B4-BE49-F238E27FC236}">
                <a16:creationId xmlns:a16="http://schemas.microsoft.com/office/drawing/2014/main" id="{60BBE09A-84BE-1400-4632-3FD1492CCF0C}"/>
              </a:ext>
            </a:extLst>
          </p:cNvPr>
          <p:cNvSpPr>
            <a:spLocks noChangeShapeType="1"/>
          </p:cNvSpPr>
          <p:nvPr/>
        </p:nvSpPr>
        <p:spPr bwMode="auto">
          <a:xfrm>
            <a:off x="3881438" y="4953000"/>
            <a:ext cx="944562" cy="119063"/>
          </a:xfrm>
          <a:prstGeom prst="line">
            <a:avLst/>
          </a:prstGeom>
          <a:noFill/>
          <a:ln w="412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9" name="Line 37">
            <a:extLst>
              <a:ext uri="{FF2B5EF4-FFF2-40B4-BE49-F238E27FC236}">
                <a16:creationId xmlns:a16="http://schemas.microsoft.com/office/drawing/2014/main" id="{3E9B260E-695E-1BCE-4ADF-4B0111E92EF4}"/>
              </a:ext>
            </a:extLst>
          </p:cNvPr>
          <p:cNvSpPr>
            <a:spLocks noChangeShapeType="1"/>
          </p:cNvSpPr>
          <p:nvPr/>
        </p:nvSpPr>
        <p:spPr bwMode="auto">
          <a:xfrm>
            <a:off x="4826000" y="5072063"/>
            <a:ext cx="957263" cy="46037"/>
          </a:xfrm>
          <a:prstGeom prst="line">
            <a:avLst/>
          </a:prstGeom>
          <a:noFill/>
          <a:ln w="412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50" name="Line 38">
            <a:extLst>
              <a:ext uri="{FF2B5EF4-FFF2-40B4-BE49-F238E27FC236}">
                <a16:creationId xmlns:a16="http://schemas.microsoft.com/office/drawing/2014/main" id="{84617C5D-71D6-31A2-D544-15712B1F7836}"/>
              </a:ext>
            </a:extLst>
          </p:cNvPr>
          <p:cNvSpPr>
            <a:spLocks noChangeShapeType="1"/>
          </p:cNvSpPr>
          <p:nvPr/>
        </p:nvSpPr>
        <p:spPr bwMode="auto">
          <a:xfrm>
            <a:off x="5783263" y="5118100"/>
            <a:ext cx="941387" cy="17463"/>
          </a:xfrm>
          <a:prstGeom prst="line">
            <a:avLst/>
          </a:prstGeom>
          <a:noFill/>
          <a:ln w="412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51" name="Line 39">
            <a:extLst>
              <a:ext uri="{FF2B5EF4-FFF2-40B4-BE49-F238E27FC236}">
                <a16:creationId xmlns:a16="http://schemas.microsoft.com/office/drawing/2014/main" id="{FEB7D55E-23C2-F419-0EBD-3EEE3EF1DF6F}"/>
              </a:ext>
            </a:extLst>
          </p:cNvPr>
          <p:cNvSpPr>
            <a:spLocks noChangeShapeType="1"/>
          </p:cNvSpPr>
          <p:nvPr/>
        </p:nvSpPr>
        <p:spPr bwMode="auto">
          <a:xfrm>
            <a:off x="6724650" y="5135563"/>
            <a:ext cx="957263" cy="28575"/>
          </a:xfrm>
          <a:prstGeom prst="line">
            <a:avLst/>
          </a:prstGeom>
          <a:noFill/>
          <a:ln w="412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52" name="Rectangle 40">
            <a:extLst>
              <a:ext uri="{FF2B5EF4-FFF2-40B4-BE49-F238E27FC236}">
                <a16:creationId xmlns:a16="http://schemas.microsoft.com/office/drawing/2014/main" id="{40C59237-3C2F-E3C4-CD16-AFFD9116D9D0}"/>
              </a:ext>
            </a:extLst>
          </p:cNvPr>
          <p:cNvSpPr>
            <a:spLocks noChangeArrowheads="1"/>
          </p:cNvSpPr>
          <p:nvPr/>
        </p:nvSpPr>
        <p:spPr bwMode="auto">
          <a:xfrm>
            <a:off x="1587500" y="5391150"/>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0.00E+00</a:t>
            </a:r>
            <a:endParaRPr lang="en-US" altLang="en-US"/>
          </a:p>
        </p:txBody>
      </p:sp>
      <p:sp>
        <p:nvSpPr>
          <p:cNvPr id="64553" name="Rectangle 41">
            <a:extLst>
              <a:ext uri="{FF2B5EF4-FFF2-40B4-BE49-F238E27FC236}">
                <a16:creationId xmlns:a16="http://schemas.microsoft.com/office/drawing/2014/main" id="{3AF04D67-227D-3231-ED47-021A176CF6B6}"/>
              </a:ext>
            </a:extLst>
          </p:cNvPr>
          <p:cNvSpPr>
            <a:spLocks noChangeArrowheads="1"/>
          </p:cNvSpPr>
          <p:nvPr/>
        </p:nvSpPr>
        <p:spPr bwMode="auto">
          <a:xfrm>
            <a:off x="1587500" y="5100638"/>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1.00E+02</a:t>
            </a:r>
            <a:endParaRPr lang="en-US" altLang="en-US"/>
          </a:p>
        </p:txBody>
      </p:sp>
      <p:sp>
        <p:nvSpPr>
          <p:cNvPr id="64554" name="Rectangle 42">
            <a:extLst>
              <a:ext uri="{FF2B5EF4-FFF2-40B4-BE49-F238E27FC236}">
                <a16:creationId xmlns:a16="http://schemas.microsoft.com/office/drawing/2014/main" id="{09E68F82-607B-5B9E-9FD4-67B55565812B}"/>
              </a:ext>
            </a:extLst>
          </p:cNvPr>
          <p:cNvSpPr>
            <a:spLocks noChangeArrowheads="1"/>
          </p:cNvSpPr>
          <p:nvPr/>
        </p:nvSpPr>
        <p:spPr bwMode="auto">
          <a:xfrm>
            <a:off x="1587500" y="4808538"/>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2.00E+02</a:t>
            </a:r>
            <a:endParaRPr lang="en-US" altLang="en-US"/>
          </a:p>
        </p:txBody>
      </p:sp>
      <p:sp>
        <p:nvSpPr>
          <p:cNvPr id="64555" name="Rectangle 43">
            <a:extLst>
              <a:ext uri="{FF2B5EF4-FFF2-40B4-BE49-F238E27FC236}">
                <a16:creationId xmlns:a16="http://schemas.microsoft.com/office/drawing/2014/main" id="{EA7EF1CB-D448-6900-E48C-BD420DC87AE1}"/>
              </a:ext>
            </a:extLst>
          </p:cNvPr>
          <p:cNvSpPr>
            <a:spLocks noChangeArrowheads="1"/>
          </p:cNvSpPr>
          <p:nvPr/>
        </p:nvSpPr>
        <p:spPr bwMode="auto">
          <a:xfrm>
            <a:off x="1587500" y="4508500"/>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3.00E+02</a:t>
            </a:r>
            <a:endParaRPr lang="en-US" altLang="en-US"/>
          </a:p>
        </p:txBody>
      </p:sp>
      <p:sp>
        <p:nvSpPr>
          <p:cNvPr id="64556" name="Rectangle 44">
            <a:extLst>
              <a:ext uri="{FF2B5EF4-FFF2-40B4-BE49-F238E27FC236}">
                <a16:creationId xmlns:a16="http://schemas.microsoft.com/office/drawing/2014/main" id="{C4A86EDC-93B1-F2DF-B1D9-49FB56467C52}"/>
              </a:ext>
            </a:extLst>
          </p:cNvPr>
          <p:cNvSpPr>
            <a:spLocks noChangeArrowheads="1"/>
          </p:cNvSpPr>
          <p:nvPr/>
        </p:nvSpPr>
        <p:spPr bwMode="auto">
          <a:xfrm>
            <a:off x="1587500" y="4217988"/>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4.00E+02</a:t>
            </a:r>
            <a:endParaRPr lang="en-US" altLang="en-US"/>
          </a:p>
        </p:txBody>
      </p:sp>
      <p:sp>
        <p:nvSpPr>
          <p:cNvPr id="64557" name="Rectangle 45">
            <a:extLst>
              <a:ext uri="{FF2B5EF4-FFF2-40B4-BE49-F238E27FC236}">
                <a16:creationId xmlns:a16="http://schemas.microsoft.com/office/drawing/2014/main" id="{E1924D71-DE86-F38C-5B97-4F02DC8CD1C4}"/>
              </a:ext>
            </a:extLst>
          </p:cNvPr>
          <p:cNvSpPr>
            <a:spLocks noChangeArrowheads="1"/>
          </p:cNvSpPr>
          <p:nvPr/>
        </p:nvSpPr>
        <p:spPr bwMode="auto">
          <a:xfrm>
            <a:off x="1587500" y="3927475"/>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5.00E+02</a:t>
            </a:r>
            <a:endParaRPr lang="en-US" altLang="en-US"/>
          </a:p>
        </p:txBody>
      </p:sp>
      <p:sp>
        <p:nvSpPr>
          <p:cNvPr id="64558" name="Rectangle 46">
            <a:extLst>
              <a:ext uri="{FF2B5EF4-FFF2-40B4-BE49-F238E27FC236}">
                <a16:creationId xmlns:a16="http://schemas.microsoft.com/office/drawing/2014/main" id="{AB168662-03D0-1755-698F-038A5A797731}"/>
              </a:ext>
            </a:extLst>
          </p:cNvPr>
          <p:cNvSpPr>
            <a:spLocks noChangeArrowheads="1"/>
          </p:cNvSpPr>
          <p:nvPr/>
        </p:nvSpPr>
        <p:spPr bwMode="auto">
          <a:xfrm>
            <a:off x="1587500" y="3635375"/>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6.00E+02</a:t>
            </a:r>
            <a:endParaRPr lang="en-US" altLang="en-US"/>
          </a:p>
        </p:txBody>
      </p:sp>
      <p:sp>
        <p:nvSpPr>
          <p:cNvPr id="64559" name="Rectangle 47">
            <a:extLst>
              <a:ext uri="{FF2B5EF4-FFF2-40B4-BE49-F238E27FC236}">
                <a16:creationId xmlns:a16="http://schemas.microsoft.com/office/drawing/2014/main" id="{67D74447-AA61-3528-2F14-58CEEC24525E}"/>
              </a:ext>
            </a:extLst>
          </p:cNvPr>
          <p:cNvSpPr>
            <a:spLocks noChangeArrowheads="1"/>
          </p:cNvSpPr>
          <p:nvPr/>
        </p:nvSpPr>
        <p:spPr bwMode="auto">
          <a:xfrm>
            <a:off x="1587500" y="3346450"/>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7.00E+02</a:t>
            </a:r>
            <a:endParaRPr lang="en-US" altLang="en-US"/>
          </a:p>
        </p:txBody>
      </p:sp>
      <p:sp>
        <p:nvSpPr>
          <p:cNvPr id="64560" name="Rectangle 48">
            <a:extLst>
              <a:ext uri="{FF2B5EF4-FFF2-40B4-BE49-F238E27FC236}">
                <a16:creationId xmlns:a16="http://schemas.microsoft.com/office/drawing/2014/main" id="{7E2EE505-5063-B70E-913D-9A93F21EEB31}"/>
              </a:ext>
            </a:extLst>
          </p:cNvPr>
          <p:cNvSpPr>
            <a:spLocks noChangeArrowheads="1"/>
          </p:cNvSpPr>
          <p:nvPr/>
        </p:nvSpPr>
        <p:spPr bwMode="auto">
          <a:xfrm>
            <a:off x="1587500" y="3046413"/>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8.00E+02</a:t>
            </a:r>
            <a:endParaRPr lang="en-US" altLang="en-US"/>
          </a:p>
        </p:txBody>
      </p:sp>
      <p:sp>
        <p:nvSpPr>
          <p:cNvPr id="64561" name="Rectangle 49">
            <a:extLst>
              <a:ext uri="{FF2B5EF4-FFF2-40B4-BE49-F238E27FC236}">
                <a16:creationId xmlns:a16="http://schemas.microsoft.com/office/drawing/2014/main" id="{0CEE2198-A3E9-4397-B77A-8BBD5FBF1DB9}"/>
              </a:ext>
            </a:extLst>
          </p:cNvPr>
          <p:cNvSpPr>
            <a:spLocks noChangeArrowheads="1"/>
          </p:cNvSpPr>
          <p:nvPr/>
        </p:nvSpPr>
        <p:spPr bwMode="auto">
          <a:xfrm>
            <a:off x="1587500" y="2755900"/>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9.00E+02</a:t>
            </a:r>
            <a:endParaRPr lang="en-US" altLang="en-US"/>
          </a:p>
        </p:txBody>
      </p:sp>
      <p:sp>
        <p:nvSpPr>
          <p:cNvPr id="64562" name="Rectangle 50">
            <a:extLst>
              <a:ext uri="{FF2B5EF4-FFF2-40B4-BE49-F238E27FC236}">
                <a16:creationId xmlns:a16="http://schemas.microsoft.com/office/drawing/2014/main" id="{4A614F18-8520-151A-ED10-1233BEF11F8C}"/>
              </a:ext>
            </a:extLst>
          </p:cNvPr>
          <p:cNvSpPr>
            <a:spLocks noChangeArrowheads="1"/>
          </p:cNvSpPr>
          <p:nvPr/>
        </p:nvSpPr>
        <p:spPr bwMode="auto">
          <a:xfrm>
            <a:off x="1587500" y="2463800"/>
            <a:ext cx="542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1.00E+03</a:t>
            </a:r>
            <a:endParaRPr lang="en-US" altLang="en-US"/>
          </a:p>
        </p:txBody>
      </p:sp>
      <p:sp>
        <p:nvSpPr>
          <p:cNvPr id="64563" name="Rectangle 51">
            <a:extLst>
              <a:ext uri="{FF2B5EF4-FFF2-40B4-BE49-F238E27FC236}">
                <a16:creationId xmlns:a16="http://schemas.microsoft.com/office/drawing/2014/main" id="{FE5AB217-4B7D-10B9-9881-03D04B174221}"/>
              </a:ext>
            </a:extLst>
          </p:cNvPr>
          <p:cNvSpPr>
            <a:spLocks noChangeArrowheads="1"/>
          </p:cNvSpPr>
          <p:nvPr/>
        </p:nvSpPr>
        <p:spPr bwMode="auto">
          <a:xfrm>
            <a:off x="2886075" y="5564188"/>
            <a:ext cx="69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1</a:t>
            </a:r>
            <a:endParaRPr lang="en-US" altLang="en-US"/>
          </a:p>
        </p:txBody>
      </p:sp>
      <p:sp>
        <p:nvSpPr>
          <p:cNvPr id="64564" name="Rectangle 52">
            <a:extLst>
              <a:ext uri="{FF2B5EF4-FFF2-40B4-BE49-F238E27FC236}">
                <a16:creationId xmlns:a16="http://schemas.microsoft.com/office/drawing/2014/main" id="{BDB35686-F444-F988-E0F5-50D575055A9F}"/>
              </a:ext>
            </a:extLst>
          </p:cNvPr>
          <p:cNvSpPr>
            <a:spLocks noChangeArrowheads="1"/>
          </p:cNvSpPr>
          <p:nvPr/>
        </p:nvSpPr>
        <p:spPr bwMode="auto">
          <a:xfrm>
            <a:off x="3841750" y="5564188"/>
            <a:ext cx="69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2</a:t>
            </a:r>
            <a:endParaRPr lang="en-US" altLang="en-US"/>
          </a:p>
        </p:txBody>
      </p:sp>
      <p:sp>
        <p:nvSpPr>
          <p:cNvPr id="64565" name="Rectangle 53">
            <a:extLst>
              <a:ext uri="{FF2B5EF4-FFF2-40B4-BE49-F238E27FC236}">
                <a16:creationId xmlns:a16="http://schemas.microsoft.com/office/drawing/2014/main" id="{8DD87397-180B-27D6-7CA9-D56DA3989A60}"/>
              </a:ext>
            </a:extLst>
          </p:cNvPr>
          <p:cNvSpPr>
            <a:spLocks noChangeArrowheads="1"/>
          </p:cNvSpPr>
          <p:nvPr/>
        </p:nvSpPr>
        <p:spPr bwMode="auto">
          <a:xfrm>
            <a:off x="4786313" y="5564188"/>
            <a:ext cx="69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3</a:t>
            </a:r>
            <a:endParaRPr lang="en-US" altLang="en-US"/>
          </a:p>
        </p:txBody>
      </p:sp>
      <p:sp>
        <p:nvSpPr>
          <p:cNvPr id="64566" name="Rectangle 54">
            <a:extLst>
              <a:ext uri="{FF2B5EF4-FFF2-40B4-BE49-F238E27FC236}">
                <a16:creationId xmlns:a16="http://schemas.microsoft.com/office/drawing/2014/main" id="{DEEF1B4B-5198-3FDF-BE41-22AF63716A35}"/>
              </a:ext>
            </a:extLst>
          </p:cNvPr>
          <p:cNvSpPr>
            <a:spLocks noChangeArrowheads="1"/>
          </p:cNvSpPr>
          <p:nvPr/>
        </p:nvSpPr>
        <p:spPr bwMode="auto">
          <a:xfrm>
            <a:off x="5743575" y="5564188"/>
            <a:ext cx="69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4</a:t>
            </a:r>
            <a:endParaRPr lang="en-US" altLang="en-US"/>
          </a:p>
        </p:txBody>
      </p:sp>
      <p:sp>
        <p:nvSpPr>
          <p:cNvPr id="64567" name="Rectangle 55">
            <a:extLst>
              <a:ext uri="{FF2B5EF4-FFF2-40B4-BE49-F238E27FC236}">
                <a16:creationId xmlns:a16="http://schemas.microsoft.com/office/drawing/2014/main" id="{1C7BA4A6-AE7D-952D-D7AE-EFA6C8A7726D}"/>
              </a:ext>
            </a:extLst>
          </p:cNvPr>
          <p:cNvSpPr>
            <a:spLocks noChangeArrowheads="1"/>
          </p:cNvSpPr>
          <p:nvPr/>
        </p:nvSpPr>
        <p:spPr bwMode="auto">
          <a:xfrm>
            <a:off x="6688138" y="5564188"/>
            <a:ext cx="69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5</a:t>
            </a:r>
            <a:endParaRPr lang="en-US" altLang="en-US"/>
          </a:p>
        </p:txBody>
      </p:sp>
      <p:sp>
        <p:nvSpPr>
          <p:cNvPr id="64568" name="Rectangle 56">
            <a:extLst>
              <a:ext uri="{FF2B5EF4-FFF2-40B4-BE49-F238E27FC236}">
                <a16:creationId xmlns:a16="http://schemas.microsoft.com/office/drawing/2014/main" id="{59E8CAA9-DED4-ADE9-9968-BB52F1E9F2B8}"/>
              </a:ext>
            </a:extLst>
          </p:cNvPr>
          <p:cNvSpPr>
            <a:spLocks noChangeArrowheads="1"/>
          </p:cNvSpPr>
          <p:nvPr/>
        </p:nvSpPr>
        <p:spPr bwMode="auto">
          <a:xfrm>
            <a:off x="7643813" y="5564188"/>
            <a:ext cx="69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sz="1000">
                <a:solidFill>
                  <a:srgbClr val="000000"/>
                </a:solidFill>
                <a:latin typeface="Arial" panose="020B0604020202020204" pitchFamily="34" charset="0"/>
              </a:rPr>
              <a:t>6</a:t>
            </a:r>
            <a:endParaRPr lang="en-US" altLang="en-US"/>
          </a:p>
        </p:txBody>
      </p:sp>
      <mc:AlternateContent xmlns:mc="http://schemas.openxmlformats.org/markup-compatibility/2006" xmlns:a14="http://schemas.microsoft.com/office/drawing/2010/main">
        <mc:Choice Requires="a14">
          <p:sp>
            <p:nvSpPr>
              <p:cNvPr id="64569" name="Rectangle 57">
                <a:extLst>
                  <a:ext uri="{FF2B5EF4-FFF2-40B4-BE49-F238E27FC236}">
                    <a16:creationId xmlns:a16="http://schemas.microsoft.com/office/drawing/2014/main" id="{39887EED-0110-E166-014B-6C5BF3A954E2}"/>
                  </a:ext>
                </a:extLst>
              </p:cNvPr>
              <p:cNvSpPr>
                <a:spLocks noChangeArrowheads="1"/>
              </p:cNvSpPr>
              <p:nvPr/>
            </p:nvSpPr>
            <p:spPr bwMode="auto">
              <a:xfrm>
                <a:off x="547688" y="204788"/>
                <a:ext cx="8043862" cy="193899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91440" tIns="45720" rIns="91440" bIns="45720" anchor="t">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dirty="0">
                    <a:latin typeface="Times New Roman"/>
                    <a:cs typeface="Times New Roman"/>
                  </a:rPr>
                  <a:t>We can plot the objective function values for </a:t>
                </a:r>
                <a14:m>
                  <m:oMath xmlns:m="http://schemas.openxmlformats.org/officeDocument/2006/math">
                    <m:r>
                      <a:rPr lang="en-US" altLang="en-US" i="1" dirty="0" smtClean="0">
                        <a:latin typeface="Cambria Math" panose="02040503050406030204" pitchFamily="18" charset="0"/>
                        <a:cs typeface="Times New Roman"/>
                      </a:rPr>
                      <m:t>𝑘</m:t>
                    </m:r>
                  </m:oMath>
                </a14:m>
                <a:r>
                  <a:rPr lang="en-US" altLang="en-US" dirty="0">
                    <a:latin typeface="Times New Roman"/>
                    <a:cs typeface="Times New Roman"/>
                  </a:rPr>
                  <a:t> equals 1 to 6…</a:t>
                </a:r>
              </a:p>
              <a:p>
                <a:pPr algn="l" eaLnBrk="1" hangingPunct="1"/>
                <a:endParaRPr lang="en-US" altLang="en-US" dirty="0"/>
              </a:p>
              <a:p>
                <a:pPr algn="l" eaLnBrk="1" hangingPunct="1"/>
                <a:r>
                  <a:rPr lang="en-US" altLang="en-US" dirty="0">
                    <a:latin typeface="Times New Roman"/>
                    <a:cs typeface="Times New Roman"/>
                  </a:rPr>
                  <a:t>The abrupt change at </a:t>
                </a:r>
                <a14:m>
                  <m:oMath xmlns:m="http://schemas.openxmlformats.org/officeDocument/2006/math">
                    <m:r>
                      <a:rPr lang="en-US" altLang="en-US" i="1" dirty="0" smtClean="0">
                        <a:latin typeface="Cambria Math" panose="02040503050406030204" pitchFamily="18" charset="0"/>
                        <a:cs typeface="Times New Roman"/>
                      </a:rPr>
                      <m:t>𝑘</m:t>
                    </m:r>
                  </m:oMath>
                </a14:m>
                <a:r>
                  <a:rPr lang="en-US" altLang="en-US" dirty="0">
                    <a:latin typeface="Times New Roman"/>
                    <a:cs typeface="Times New Roman"/>
                  </a:rPr>
                  <a:t> = 2, is highly suggestive of two clusters in the data. </a:t>
                </a:r>
                <a:r>
                  <a:rPr lang="en-US" altLang="en-US" dirty="0">
                    <a:solidFill>
                      <a:srgbClr val="FF0000"/>
                    </a:solidFill>
                    <a:latin typeface="Times New Roman"/>
                    <a:cs typeface="Times New Roman"/>
                  </a:rPr>
                  <a:t>This technique for determining the number of clusters is known as “knee finding” or “elbow finding”</a:t>
                </a:r>
                <a:r>
                  <a:rPr lang="en-US" altLang="en-US" dirty="0">
                    <a:latin typeface="Times New Roman"/>
                    <a:cs typeface="Times New Roman"/>
                  </a:rPr>
                  <a:t>.</a:t>
                </a:r>
              </a:p>
            </p:txBody>
          </p:sp>
        </mc:Choice>
        <mc:Fallback xmlns="">
          <p:sp>
            <p:nvSpPr>
              <p:cNvPr id="64569" name="Rectangle 57">
                <a:extLst>
                  <a:ext uri="{FF2B5EF4-FFF2-40B4-BE49-F238E27FC236}">
                    <a16:creationId xmlns:a16="http://schemas.microsoft.com/office/drawing/2014/main" id="{39887EED-0110-E166-014B-6C5BF3A954E2}"/>
                  </a:ext>
                </a:extLst>
              </p:cNvPr>
              <p:cNvSpPr>
                <a:spLocks noRot="1" noChangeAspect="1" noMove="1" noResize="1" noEditPoints="1" noAdjustHandles="1" noChangeArrowheads="1" noChangeShapeType="1" noTextEdit="1"/>
              </p:cNvSpPr>
              <p:nvPr/>
            </p:nvSpPr>
            <p:spPr bwMode="auto">
              <a:xfrm>
                <a:off x="547688" y="204788"/>
                <a:ext cx="8043862" cy="1938992"/>
              </a:xfrm>
              <a:prstGeom prst="rect">
                <a:avLst/>
              </a:prstGeom>
              <a:blipFill>
                <a:blip r:embed="rId2"/>
                <a:stretch>
                  <a:fillRect l="-1213" t="-2516" r="-531" b="-628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64570" name="Rectangle 58">
            <a:extLst>
              <a:ext uri="{FF2B5EF4-FFF2-40B4-BE49-F238E27FC236}">
                <a16:creationId xmlns:a16="http://schemas.microsoft.com/office/drawing/2014/main" id="{6233BBE0-E8AC-DD9A-0569-A19D6ADF31D3}"/>
              </a:ext>
            </a:extLst>
          </p:cNvPr>
          <p:cNvSpPr>
            <a:spLocks noChangeArrowheads="1"/>
          </p:cNvSpPr>
          <p:nvPr/>
        </p:nvSpPr>
        <p:spPr bwMode="auto">
          <a:xfrm>
            <a:off x="212725" y="6207125"/>
            <a:ext cx="8731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solidFill>
                  <a:schemeClr val="bg2"/>
                </a:solidFill>
              </a:rPr>
              <a:t>Note that the results are not always as clear cut as in this toy example</a:t>
            </a:r>
          </a:p>
        </p:txBody>
      </p:sp>
      <p:sp>
        <p:nvSpPr>
          <p:cNvPr id="64571" name="Text Box 59">
            <a:extLst>
              <a:ext uri="{FF2B5EF4-FFF2-40B4-BE49-F238E27FC236}">
                <a16:creationId xmlns:a16="http://schemas.microsoft.com/office/drawing/2014/main" id="{B8E60B61-1CB7-3651-F3C7-E5ABC1B2C6BE}"/>
              </a:ext>
            </a:extLst>
          </p:cNvPr>
          <p:cNvSpPr txBox="1">
            <a:spLocks noChangeArrowheads="1"/>
          </p:cNvSpPr>
          <p:nvPr/>
        </p:nvSpPr>
        <p:spPr bwMode="auto">
          <a:xfrm>
            <a:off x="5084763" y="548957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k</a:t>
            </a:r>
          </a:p>
        </p:txBody>
      </p:sp>
      <p:sp>
        <p:nvSpPr>
          <p:cNvPr id="64572" name="Text Box 60">
            <a:extLst>
              <a:ext uri="{FF2B5EF4-FFF2-40B4-BE49-F238E27FC236}">
                <a16:creationId xmlns:a16="http://schemas.microsoft.com/office/drawing/2014/main" id="{0D8D9115-9DF9-BE53-A2E2-7B777AAE05BD}"/>
              </a:ext>
            </a:extLst>
          </p:cNvPr>
          <p:cNvSpPr txBox="1">
            <a:spLocks noChangeArrowheads="1"/>
          </p:cNvSpPr>
          <p:nvPr/>
        </p:nvSpPr>
        <p:spPr bwMode="auto">
          <a:xfrm rot="-5400000">
            <a:off x="13494" y="3785394"/>
            <a:ext cx="2525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en-US"/>
              <a:t>Objective Function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604" name="Rectangle 180">
            <a:extLst>
              <a:ext uri="{FF2B5EF4-FFF2-40B4-BE49-F238E27FC236}">
                <a16:creationId xmlns:a16="http://schemas.microsoft.com/office/drawing/2014/main" id="{52E116EE-C63E-9C03-BE86-02A6808F37E1}"/>
              </a:ext>
            </a:extLst>
          </p:cNvPr>
          <p:cNvSpPr>
            <a:spLocks noChangeArrowheads="1"/>
          </p:cNvSpPr>
          <p:nvPr/>
        </p:nvSpPr>
        <p:spPr bwMode="auto">
          <a:xfrm>
            <a:off x="0" y="26988"/>
            <a:ext cx="9037983" cy="646331"/>
          </a:xfrm>
          <a:prstGeom prst="rect">
            <a:avLst/>
          </a:prstGeom>
          <a:noFill/>
          <a:ln>
            <a:noFill/>
          </a:ln>
          <a:effectLst/>
        </p:spPr>
        <p:txBody>
          <a:bodyPr wrap="square">
            <a:spAutoFit/>
          </a:bodyPr>
          <a:lstStyle/>
          <a:p>
            <a:pPr eaLnBrk="1" hangingPunct="1">
              <a:defRPr/>
            </a:pPr>
            <a:r>
              <a:rPr lang="en-US" altLang="en-US" sz="3600" dirty="0">
                <a:effectLst>
                  <a:outerShdw blurRad="38100" dist="38100" dir="2700000" algn="tl">
                    <a:srgbClr val="C0C0C0"/>
                  </a:outerShdw>
                </a:effectLst>
              </a:rPr>
              <a:t>Performance Metrics: </a:t>
            </a:r>
            <a:r>
              <a:rPr lang="en-US" altLang="en-US" sz="3600" dirty="0">
                <a:solidFill>
                  <a:srgbClr val="FF0000"/>
                </a:solidFill>
                <a:effectLst>
                  <a:outerShdw blurRad="38100" dist="38100" dir="2700000" algn="tl">
                    <a:srgbClr val="C0C0C0"/>
                  </a:outerShdw>
                </a:effectLst>
              </a:rPr>
              <a:t>Silhouette Score </a:t>
            </a:r>
          </a:p>
        </p:txBody>
      </p:sp>
      <mc:AlternateContent xmlns:mc="http://schemas.openxmlformats.org/markup-compatibility/2006" xmlns:a14="http://schemas.microsoft.com/office/drawing/2010/main">
        <mc:Choice Requires="a14">
          <p:sp>
            <p:nvSpPr>
              <p:cNvPr id="60420" name="Text Box 181">
                <a:extLst>
                  <a:ext uri="{FF2B5EF4-FFF2-40B4-BE49-F238E27FC236}">
                    <a16:creationId xmlns:a16="http://schemas.microsoft.com/office/drawing/2014/main" id="{B6C222B3-4E2B-3EE2-F442-FD7E91BFA3A6}"/>
                  </a:ext>
                </a:extLst>
              </p:cNvPr>
              <p:cNvSpPr txBox="1">
                <a:spLocks noChangeArrowheads="1"/>
              </p:cNvSpPr>
              <p:nvPr/>
            </p:nvSpPr>
            <p:spPr bwMode="auto">
              <a:xfrm>
                <a:off x="0" y="686571"/>
                <a:ext cx="9144000" cy="34163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marL="342900" indent="-342900" algn="l" eaLnBrk="1" hangingPunct="1">
                  <a:buFont typeface="Arial" panose="020B0604020202020204" pitchFamily="34" charset="0"/>
                  <a:buChar char="•"/>
                </a:pPr>
                <a:r>
                  <a:rPr lang="en-US" altLang="en-US" dirty="0"/>
                  <a:t>The Silhouette Score and Silhouette Plot are used to measure the separation distance between clusters. </a:t>
                </a:r>
              </a:p>
              <a:p>
                <a:pPr marL="342900" indent="-342900" algn="l" eaLnBrk="1" hangingPunct="1">
                  <a:buFont typeface="Arial" panose="020B0604020202020204" pitchFamily="34" charset="0"/>
                  <a:buChar char="•"/>
                </a:pPr>
                <a:r>
                  <a:rPr lang="en-US" altLang="en-US" dirty="0"/>
                  <a:t>It displays a measure of how close each point in a cluster is to points in the neighboring clusters. </a:t>
                </a:r>
              </a:p>
              <a:p>
                <a:pPr marL="342900" indent="-342900" algn="l" eaLnBrk="1" hangingPunct="1">
                  <a:buFont typeface="Arial" panose="020B0604020202020204" pitchFamily="34" charset="0"/>
                  <a:buChar char="•"/>
                </a:pPr>
                <a:r>
                  <a:rPr lang="en-US" altLang="en-US" dirty="0"/>
                  <a:t>This measure has a range of [</a:t>
                </a:r>
                <a14:m>
                  <m:oMath xmlns:m="http://schemas.openxmlformats.org/officeDocument/2006/math">
                    <m:r>
                      <a:rPr lang="en-US" altLang="en-US" i="1" dirty="0" smtClean="0">
                        <a:latin typeface="Cambria Math" panose="02040503050406030204" pitchFamily="18" charset="0"/>
                      </a:rPr>
                      <m:t>−</m:t>
                    </m:r>
                  </m:oMath>
                </a14:m>
                <a:r>
                  <a:rPr lang="en-US" altLang="en-US" dirty="0"/>
                  <a:t>1, 1] and is a great tool to visually inspect the similarities within clusters (</a:t>
                </a:r>
                <a:r>
                  <a:rPr lang="en-US" altLang="en-US" dirty="0">
                    <a:latin typeface="Times New Roman"/>
                    <a:cs typeface="Times New Roman"/>
                  </a:rPr>
                  <a:t>intra-class (within class)</a:t>
                </a:r>
                <a:r>
                  <a:rPr lang="en-US" altLang="en-US" dirty="0"/>
                  <a:t> and differences across clusters (</a:t>
                </a:r>
                <a:r>
                  <a:rPr lang="en-US" altLang="en-US" dirty="0">
                    <a:latin typeface="Times New Roman"/>
                    <a:cs typeface="Times New Roman"/>
                  </a:rPr>
                  <a:t>inter-class (betwee</a:t>
                </a:r>
                <a:r>
                  <a:rPr lang="en-US" dirty="0">
                    <a:latin typeface="Times New Roman"/>
                    <a:cs typeface="Times New Roman"/>
                  </a:rPr>
                  <a:t>n class</a:t>
                </a:r>
                <a:r>
                  <a:rPr lang="en-US" altLang="en-US" dirty="0">
                    <a:latin typeface="Times New Roman"/>
                    <a:cs typeface="Times New Roman"/>
                  </a:rPr>
                  <a:t>)</a:t>
                </a:r>
                <a:r>
                  <a:rPr lang="en-US" altLang="en-US" dirty="0"/>
                  <a:t>)</a:t>
                </a:r>
              </a:p>
              <a:p>
                <a:pPr marL="342900" indent="-342900" algn="l" eaLnBrk="1" hangingPunct="1">
                  <a:buFont typeface="Arial" panose="020B0604020202020204" pitchFamily="34" charset="0"/>
                  <a:buChar char="•"/>
                </a:pPr>
                <a:r>
                  <a:rPr lang="en-US" dirty="0"/>
                  <a:t>High value indicates that the object is well matched to its own cluster and poorly matched to neighboring clusters: Goal</a:t>
                </a:r>
                <a:endParaRPr lang="en-US" altLang="en-US" dirty="0"/>
              </a:p>
            </p:txBody>
          </p:sp>
        </mc:Choice>
        <mc:Fallback xmlns="">
          <p:sp>
            <p:nvSpPr>
              <p:cNvPr id="60420" name="Text Box 181">
                <a:extLst>
                  <a:ext uri="{FF2B5EF4-FFF2-40B4-BE49-F238E27FC236}">
                    <a16:creationId xmlns:a16="http://schemas.microsoft.com/office/drawing/2014/main" id="{B6C222B3-4E2B-3EE2-F442-FD7E91BFA3A6}"/>
                  </a:ext>
                </a:extLst>
              </p:cNvPr>
              <p:cNvSpPr txBox="1">
                <a:spLocks noRot="1" noChangeAspect="1" noMove="1" noResize="1" noEditPoints="1" noAdjustHandles="1" noChangeArrowheads="1" noChangeShapeType="1" noTextEdit="1"/>
              </p:cNvSpPr>
              <p:nvPr/>
            </p:nvSpPr>
            <p:spPr bwMode="auto">
              <a:xfrm>
                <a:off x="0" y="686571"/>
                <a:ext cx="9144000" cy="3416320"/>
              </a:xfrm>
              <a:prstGeom prst="rect">
                <a:avLst/>
              </a:prstGeom>
              <a:blipFill>
                <a:blip r:embed="rId2"/>
                <a:stretch>
                  <a:fillRect l="-867" t="-1429" b="-321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9519421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604" name="Rectangle 180">
            <a:extLst>
              <a:ext uri="{FF2B5EF4-FFF2-40B4-BE49-F238E27FC236}">
                <a16:creationId xmlns:a16="http://schemas.microsoft.com/office/drawing/2014/main" id="{52E116EE-C63E-9C03-BE86-02A6808F37E1}"/>
              </a:ext>
            </a:extLst>
          </p:cNvPr>
          <p:cNvSpPr>
            <a:spLocks noChangeArrowheads="1"/>
          </p:cNvSpPr>
          <p:nvPr/>
        </p:nvSpPr>
        <p:spPr bwMode="auto">
          <a:xfrm>
            <a:off x="0" y="26988"/>
            <a:ext cx="9037983" cy="646331"/>
          </a:xfrm>
          <a:prstGeom prst="rect">
            <a:avLst/>
          </a:prstGeom>
          <a:noFill/>
          <a:ln>
            <a:noFill/>
          </a:ln>
          <a:effectLst/>
        </p:spPr>
        <p:txBody>
          <a:bodyPr wrap="square">
            <a:spAutoFit/>
          </a:bodyPr>
          <a:lstStyle/>
          <a:p>
            <a:pPr eaLnBrk="1" hangingPunct="1">
              <a:defRPr/>
            </a:pPr>
            <a:r>
              <a:rPr lang="en-US" altLang="en-US" sz="3600" dirty="0">
                <a:effectLst>
                  <a:outerShdw blurRad="38100" dist="38100" dir="2700000" algn="tl">
                    <a:srgbClr val="C0C0C0"/>
                  </a:outerShdw>
                </a:effectLst>
              </a:rPr>
              <a:t>Performance Metrics: </a:t>
            </a:r>
            <a:r>
              <a:rPr lang="en-US" altLang="en-US" sz="3600" dirty="0">
                <a:solidFill>
                  <a:srgbClr val="FF0000"/>
                </a:solidFill>
                <a:effectLst>
                  <a:outerShdw blurRad="38100" dist="38100" dir="2700000" algn="tl">
                    <a:srgbClr val="C0C0C0"/>
                  </a:outerShdw>
                </a:effectLst>
              </a:rPr>
              <a:t>Silhouette Score </a:t>
            </a:r>
          </a:p>
        </p:txBody>
      </p:sp>
      <p:pic>
        <p:nvPicPr>
          <p:cNvPr id="3" name="Picture 2">
            <a:extLst>
              <a:ext uri="{FF2B5EF4-FFF2-40B4-BE49-F238E27FC236}">
                <a16:creationId xmlns:a16="http://schemas.microsoft.com/office/drawing/2014/main" id="{706F7D89-9519-4E93-810B-659E3150DEED}"/>
              </a:ext>
            </a:extLst>
          </p:cNvPr>
          <p:cNvPicPr>
            <a:picLocks noChangeAspect="1"/>
          </p:cNvPicPr>
          <p:nvPr/>
        </p:nvPicPr>
        <p:blipFill rotWithShape="1">
          <a:blip r:embed="rId2">
            <a:extLst>
              <a:ext uri="{28A0092B-C50C-407E-A947-70E740481C1C}">
                <a14:useLocalDpi xmlns:a14="http://schemas.microsoft.com/office/drawing/2010/main" val="0"/>
              </a:ext>
            </a:extLst>
          </a:blip>
          <a:srcRect b="82651"/>
          <a:stretch/>
        </p:blipFill>
        <p:spPr>
          <a:xfrm>
            <a:off x="0" y="1223665"/>
            <a:ext cx="5292984" cy="1231681"/>
          </a:xfrm>
          <a:prstGeom prst="rect">
            <a:avLst/>
          </a:prstGeom>
        </p:spPr>
      </p:pic>
      <p:sp>
        <p:nvSpPr>
          <p:cNvPr id="6" name="Rectangle 5">
            <a:extLst>
              <a:ext uri="{FF2B5EF4-FFF2-40B4-BE49-F238E27FC236}">
                <a16:creationId xmlns:a16="http://schemas.microsoft.com/office/drawing/2014/main" id="{94FA6F8A-0D0E-4A4D-9AAA-A6A407A74D40}"/>
              </a:ext>
            </a:extLst>
          </p:cNvPr>
          <p:cNvSpPr/>
          <p:nvPr/>
        </p:nvSpPr>
        <p:spPr>
          <a:xfrm>
            <a:off x="23191" y="762000"/>
            <a:ext cx="4522392" cy="461665"/>
          </a:xfrm>
          <a:prstGeom prst="rect">
            <a:avLst/>
          </a:prstGeom>
        </p:spPr>
        <p:txBody>
          <a:bodyPr wrap="none">
            <a:spAutoFit/>
          </a:bodyPr>
          <a:lstStyle/>
          <a:p>
            <a:r>
              <a:rPr lang="en-US" altLang="en-US" dirty="0">
                <a:solidFill>
                  <a:srgbClr val="FF0000"/>
                </a:solidFill>
                <a:latin typeface="Times New Roman"/>
                <a:cs typeface="Times New Roman"/>
              </a:rPr>
              <a:t>intra-class (within class): cohesion</a:t>
            </a:r>
            <a:r>
              <a:rPr lang="en-US" altLang="en-US" dirty="0">
                <a:solidFill>
                  <a:srgbClr val="FF0000"/>
                </a:solidFill>
              </a:rPr>
              <a:t> </a:t>
            </a:r>
            <a:endParaRPr lang="en-US" dirty="0">
              <a:solidFill>
                <a:srgbClr val="FF0000"/>
              </a:solidFill>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8F256DF-462E-B51B-6EC6-E095E32CA60B}"/>
                  </a:ext>
                </a:extLst>
              </p:cNvPr>
              <p:cNvSpPr txBox="1"/>
              <p:nvPr/>
            </p:nvSpPr>
            <p:spPr>
              <a:xfrm>
                <a:off x="18296" y="2278916"/>
                <a:ext cx="9125703" cy="400110"/>
              </a:xfrm>
              <a:prstGeom prst="rect">
                <a:avLst/>
              </a:prstGeom>
              <a:noFill/>
            </p:spPr>
            <p:txBody>
              <a:bodyPr wrap="square">
                <a:spAutoFit/>
              </a:bodyPr>
              <a:lstStyle/>
              <a:p>
                <a14:m>
                  <m:oMath xmlns:m="http://schemas.openxmlformats.org/officeDocument/2006/math">
                    <m:d>
                      <m:dPr>
                        <m:begChr m:val="|"/>
                        <m:endChr m:val="|"/>
                        <m:ctrlPr>
                          <a:rPr lang="en-US" sz="2000" i="1" dirty="0" smtClean="0">
                            <a:solidFill>
                              <a:srgbClr val="FF0000"/>
                            </a:solidFill>
                            <a:latin typeface="Cambria Math" panose="02040503050406030204" pitchFamily="18" charset="0"/>
                          </a:rPr>
                        </m:ctrlPr>
                      </m:dPr>
                      <m:e>
                        <m:sSub>
                          <m:sSubPr>
                            <m:ctrlPr>
                              <a:rPr lang="en-US" sz="2000" i="1" dirty="0" smtClean="0">
                                <a:solidFill>
                                  <a:srgbClr val="FF0000"/>
                                </a:solidFill>
                                <a:latin typeface="Cambria Math" panose="02040503050406030204" pitchFamily="18" charset="0"/>
                              </a:rPr>
                            </m:ctrlPr>
                          </m:sSubPr>
                          <m:e>
                            <m:r>
                              <a:rPr lang="en-US" sz="2000" b="0" i="1" dirty="0" smtClean="0">
                                <a:solidFill>
                                  <a:srgbClr val="FF0000"/>
                                </a:solidFill>
                                <a:latin typeface="Cambria Math" panose="02040503050406030204" pitchFamily="18" charset="0"/>
                              </a:rPr>
                              <m:t>𝐶</m:t>
                            </m:r>
                          </m:e>
                          <m:sub>
                            <m:r>
                              <a:rPr lang="en-US" sz="2000" b="0" i="1" dirty="0" smtClean="0">
                                <a:solidFill>
                                  <a:srgbClr val="FF0000"/>
                                </a:solidFill>
                                <a:latin typeface="Cambria Math" panose="02040503050406030204" pitchFamily="18" charset="0"/>
                              </a:rPr>
                              <m:t>𝐼</m:t>
                            </m:r>
                          </m:sub>
                        </m:sSub>
                      </m:e>
                    </m:d>
                  </m:oMath>
                </a14:m>
                <a:r>
                  <a:rPr lang="en-US" sz="2000" dirty="0">
                    <a:solidFill>
                      <a:srgbClr val="FF0000"/>
                    </a:solidFill>
                  </a:rPr>
                  <a:t>: number of points belongs to cluster </a:t>
                </a:r>
                <a14:m>
                  <m:oMath xmlns:m="http://schemas.openxmlformats.org/officeDocument/2006/math">
                    <m:sSub>
                      <m:sSubPr>
                        <m:ctrlPr>
                          <a:rPr lang="en-US" sz="2000" i="1" dirty="0">
                            <a:solidFill>
                              <a:srgbClr val="FF0000"/>
                            </a:solidFill>
                            <a:latin typeface="Cambria Math" panose="02040503050406030204" pitchFamily="18" charset="0"/>
                          </a:rPr>
                        </m:ctrlPr>
                      </m:sSubPr>
                      <m:e>
                        <m:r>
                          <a:rPr lang="en-US" sz="2000" i="1" dirty="0">
                            <a:solidFill>
                              <a:srgbClr val="FF0000"/>
                            </a:solidFill>
                            <a:latin typeface="Cambria Math" panose="02040503050406030204" pitchFamily="18" charset="0"/>
                          </a:rPr>
                          <m:t>𝐶</m:t>
                        </m:r>
                      </m:e>
                      <m:sub>
                        <m:r>
                          <a:rPr lang="en-US" sz="2000" i="1" dirty="0">
                            <a:solidFill>
                              <a:srgbClr val="FF0000"/>
                            </a:solidFill>
                            <a:latin typeface="Cambria Math" panose="02040503050406030204" pitchFamily="18" charset="0"/>
                          </a:rPr>
                          <m:t>𝐼</m:t>
                        </m:r>
                      </m:sub>
                    </m:sSub>
                  </m:oMath>
                </a14:m>
                <a:r>
                  <a:rPr lang="en-US" sz="2000" dirty="0">
                    <a:solidFill>
                      <a:srgbClr val="FF0000"/>
                    </a:solidFill>
                  </a:rPr>
                  <a:t>. </a:t>
                </a:r>
                <a14:m>
                  <m:oMath xmlns:m="http://schemas.openxmlformats.org/officeDocument/2006/math">
                    <m:r>
                      <m:rPr>
                        <m:sty m:val="p"/>
                      </m:rPr>
                      <a:rPr lang="en-US" sz="2000" b="0" i="0" dirty="0" smtClean="0">
                        <a:solidFill>
                          <a:srgbClr val="FF0000"/>
                        </a:solidFill>
                        <a:latin typeface="Cambria Math" panose="02040503050406030204" pitchFamily="18" charset="0"/>
                      </a:rPr>
                      <m:t>d</m:t>
                    </m:r>
                    <m:d>
                      <m:dPr>
                        <m:ctrlPr>
                          <a:rPr lang="en-US" sz="2000" b="0" i="1" dirty="0" smtClean="0">
                            <a:solidFill>
                              <a:srgbClr val="FF0000"/>
                            </a:solidFill>
                            <a:latin typeface="Cambria Math" panose="02040503050406030204" pitchFamily="18" charset="0"/>
                          </a:rPr>
                        </m:ctrlPr>
                      </m:dPr>
                      <m:e>
                        <m:r>
                          <m:rPr>
                            <m:sty m:val="p"/>
                          </m:rPr>
                          <a:rPr lang="en-US" sz="2000" b="0" i="0" dirty="0" smtClean="0">
                            <a:solidFill>
                              <a:srgbClr val="FF0000"/>
                            </a:solidFill>
                            <a:latin typeface="Cambria Math" panose="02040503050406030204" pitchFamily="18" charset="0"/>
                          </a:rPr>
                          <m:t>i</m:t>
                        </m:r>
                        <m:r>
                          <a:rPr lang="en-US" sz="2000" b="0" i="0" dirty="0" smtClean="0">
                            <a:solidFill>
                              <a:srgbClr val="FF0000"/>
                            </a:solidFill>
                            <a:latin typeface="Cambria Math" panose="02040503050406030204" pitchFamily="18" charset="0"/>
                          </a:rPr>
                          <m:t>,</m:t>
                        </m:r>
                        <m:r>
                          <m:rPr>
                            <m:sty m:val="p"/>
                          </m:rPr>
                          <a:rPr lang="en-US" sz="2000" b="0" i="0" dirty="0" smtClean="0">
                            <a:solidFill>
                              <a:srgbClr val="FF0000"/>
                            </a:solidFill>
                            <a:latin typeface="Cambria Math" panose="02040503050406030204" pitchFamily="18" charset="0"/>
                          </a:rPr>
                          <m:t>j</m:t>
                        </m:r>
                      </m:e>
                    </m:d>
                  </m:oMath>
                </a14:m>
                <a:r>
                  <a:rPr lang="en-US" sz="2000" dirty="0">
                    <a:solidFill>
                      <a:srgbClr val="FF0000"/>
                    </a:solidFill>
                  </a:rPr>
                  <a:t>: distance between datapoints </a:t>
                </a:r>
                <a14:m>
                  <m:oMath xmlns:m="http://schemas.openxmlformats.org/officeDocument/2006/math">
                    <m:r>
                      <a:rPr lang="en-US" sz="2000" b="0" i="1" dirty="0" smtClean="0">
                        <a:solidFill>
                          <a:srgbClr val="FF0000"/>
                        </a:solidFill>
                        <a:latin typeface="Cambria Math" panose="02040503050406030204" pitchFamily="18" charset="0"/>
                      </a:rPr>
                      <m:t>𝑖</m:t>
                    </m:r>
                  </m:oMath>
                </a14:m>
                <a:r>
                  <a:rPr lang="en-US" sz="2000" dirty="0">
                    <a:solidFill>
                      <a:srgbClr val="FF0000"/>
                    </a:solidFill>
                  </a:rPr>
                  <a:t> and </a:t>
                </a:r>
                <a14:m>
                  <m:oMath xmlns:m="http://schemas.openxmlformats.org/officeDocument/2006/math">
                    <m:r>
                      <a:rPr lang="en-US" sz="2000" b="0" i="1" dirty="0" smtClean="0">
                        <a:solidFill>
                          <a:srgbClr val="FF0000"/>
                        </a:solidFill>
                        <a:latin typeface="Cambria Math" panose="02040503050406030204" pitchFamily="18" charset="0"/>
                      </a:rPr>
                      <m:t>𝑗</m:t>
                    </m:r>
                  </m:oMath>
                </a14:m>
                <a:endParaRPr lang="en-US" sz="2000" dirty="0">
                  <a:solidFill>
                    <a:srgbClr val="FF0000"/>
                  </a:solidFill>
                </a:endParaRPr>
              </a:p>
            </p:txBody>
          </p:sp>
        </mc:Choice>
        <mc:Fallback xmlns="">
          <p:sp>
            <p:nvSpPr>
              <p:cNvPr id="25" name="TextBox 24">
                <a:extLst>
                  <a:ext uri="{FF2B5EF4-FFF2-40B4-BE49-F238E27FC236}">
                    <a16:creationId xmlns:a16="http://schemas.microsoft.com/office/drawing/2014/main" id="{58F256DF-462E-B51B-6EC6-E095E32CA60B}"/>
                  </a:ext>
                </a:extLst>
              </p:cNvPr>
              <p:cNvSpPr txBox="1">
                <a:spLocks noRot="1" noChangeAspect="1" noMove="1" noResize="1" noEditPoints="1" noAdjustHandles="1" noChangeArrowheads="1" noChangeShapeType="1" noTextEdit="1"/>
              </p:cNvSpPr>
              <p:nvPr/>
            </p:nvSpPr>
            <p:spPr>
              <a:xfrm>
                <a:off x="18296" y="2278916"/>
                <a:ext cx="9125703" cy="400110"/>
              </a:xfrm>
              <a:prstGeom prst="rect">
                <a:avLst/>
              </a:prstGeom>
              <a:blipFill>
                <a:blip r:embed="rId3"/>
                <a:stretch>
                  <a:fillRect t="-9231" b="-27692"/>
                </a:stretch>
              </a:blipFill>
            </p:spPr>
            <p:txBody>
              <a:bodyPr/>
              <a:lstStyle/>
              <a:p>
                <a:r>
                  <a:rPr lang="en-US">
                    <a:noFill/>
                  </a:rPr>
                  <a:t> </a:t>
                </a:r>
              </a:p>
            </p:txBody>
          </p:sp>
        </mc:Fallback>
      </mc:AlternateContent>
      <p:pic>
        <p:nvPicPr>
          <p:cNvPr id="29" name="Picture 28" descr="A picture containing diagram, circle, text, screenshot&#10;&#10;Description automatically generated">
            <a:extLst>
              <a:ext uri="{FF2B5EF4-FFF2-40B4-BE49-F238E27FC236}">
                <a16:creationId xmlns:a16="http://schemas.microsoft.com/office/drawing/2014/main" id="{720AFABF-B7EA-0AB4-A21F-9605CFCCA606}"/>
              </a:ext>
            </a:extLst>
          </p:cNvPr>
          <p:cNvPicPr>
            <a:picLocks noChangeAspect="1"/>
          </p:cNvPicPr>
          <p:nvPr/>
        </p:nvPicPr>
        <p:blipFill rotWithShape="1">
          <a:blip r:embed="rId4">
            <a:extLst>
              <a:ext uri="{28A0092B-C50C-407E-A947-70E740481C1C}">
                <a14:useLocalDpi xmlns:a14="http://schemas.microsoft.com/office/drawing/2010/main" val="0"/>
              </a:ext>
            </a:extLst>
          </a:blip>
          <a:srcRect l="2820" t="4616" r="12087" b="6077"/>
          <a:stretch/>
        </p:blipFill>
        <p:spPr>
          <a:xfrm>
            <a:off x="4986758" y="4060133"/>
            <a:ext cx="4104310" cy="2765451"/>
          </a:xfrm>
          <a:prstGeom prst="rect">
            <a:avLst/>
          </a:prstGeom>
        </p:spPr>
      </p:pic>
      <p:pic>
        <p:nvPicPr>
          <p:cNvPr id="1026" name="Picture 2">
            <a:extLst>
              <a:ext uri="{FF2B5EF4-FFF2-40B4-BE49-F238E27FC236}">
                <a16:creationId xmlns:a16="http://schemas.microsoft.com/office/drawing/2014/main" id="{F54B21CC-6368-A091-D847-2676AE4328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96" y="3100658"/>
            <a:ext cx="5288523" cy="1920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9827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E3B45-5B08-9C7B-0D82-4BA2145A08AF}"/>
            </a:ext>
          </a:extLst>
        </p:cNvPr>
        <p:cNvGrpSpPr/>
        <p:nvPr/>
      </p:nvGrpSpPr>
      <p:grpSpPr>
        <a:xfrm>
          <a:off x="0" y="0"/>
          <a:ext cx="0" cy="0"/>
          <a:chOff x="0" y="0"/>
          <a:chExt cx="0" cy="0"/>
        </a:xfrm>
      </p:grpSpPr>
      <p:sp>
        <p:nvSpPr>
          <p:cNvPr id="231604" name="Rectangle 180">
            <a:extLst>
              <a:ext uri="{FF2B5EF4-FFF2-40B4-BE49-F238E27FC236}">
                <a16:creationId xmlns:a16="http://schemas.microsoft.com/office/drawing/2014/main" id="{D5D01EA3-89C3-7782-7CEA-E6B1C3DA6A1C}"/>
              </a:ext>
            </a:extLst>
          </p:cNvPr>
          <p:cNvSpPr>
            <a:spLocks noChangeArrowheads="1"/>
          </p:cNvSpPr>
          <p:nvPr/>
        </p:nvSpPr>
        <p:spPr bwMode="auto">
          <a:xfrm>
            <a:off x="0" y="26988"/>
            <a:ext cx="9037983" cy="646331"/>
          </a:xfrm>
          <a:prstGeom prst="rect">
            <a:avLst/>
          </a:prstGeom>
          <a:noFill/>
          <a:ln>
            <a:noFill/>
          </a:ln>
          <a:effectLst/>
        </p:spPr>
        <p:txBody>
          <a:bodyPr wrap="square">
            <a:spAutoFit/>
          </a:bodyPr>
          <a:lstStyle/>
          <a:p>
            <a:pPr eaLnBrk="1" hangingPunct="1">
              <a:defRPr/>
            </a:pPr>
            <a:r>
              <a:rPr lang="en-US" altLang="en-US" sz="3600" dirty="0">
                <a:effectLst>
                  <a:outerShdw blurRad="38100" dist="38100" dir="2700000" algn="tl">
                    <a:srgbClr val="C0C0C0"/>
                  </a:outerShdw>
                </a:effectLst>
              </a:rPr>
              <a:t>Performance Metrics: </a:t>
            </a:r>
            <a:r>
              <a:rPr lang="en-US" altLang="en-US" sz="3600" dirty="0">
                <a:solidFill>
                  <a:srgbClr val="FF0000"/>
                </a:solidFill>
                <a:effectLst>
                  <a:outerShdw blurRad="38100" dist="38100" dir="2700000" algn="tl">
                    <a:srgbClr val="C0C0C0"/>
                  </a:outerShdw>
                </a:effectLst>
              </a:rPr>
              <a:t>Silhouette Score </a:t>
            </a:r>
          </a:p>
        </p:txBody>
      </p:sp>
      <p:pic>
        <p:nvPicPr>
          <p:cNvPr id="5" name="Picture 4">
            <a:extLst>
              <a:ext uri="{FF2B5EF4-FFF2-40B4-BE49-F238E27FC236}">
                <a16:creationId xmlns:a16="http://schemas.microsoft.com/office/drawing/2014/main" id="{D0A8014A-3CD6-3B6E-7985-FC617BFC5567}"/>
              </a:ext>
            </a:extLst>
          </p:cNvPr>
          <p:cNvPicPr>
            <a:picLocks noChangeAspect="1"/>
          </p:cNvPicPr>
          <p:nvPr/>
        </p:nvPicPr>
        <p:blipFill rotWithShape="1">
          <a:blip r:embed="rId2">
            <a:extLst>
              <a:ext uri="{28A0092B-C50C-407E-A947-70E740481C1C}">
                <a14:useLocalDpi xmlns:a14="http://schemas.microsoft.com/office/drawing/2010/main" val="0"/>
              </a:ext>
            </a:extLst>
          </a:blip>
          <a:srcRect t="51288" r="23783" b="30679"/>
          <a:stretch/>
        </p:blipFill>
        <p:spPr>
          <a:xfrm>
            <a:off x="0" y="3150318"/>
            <a:ext cx="3657600" cy="1066800"/>
          </a:xfrm>
          <a:prstGeom prst="rect">
            <a:avLst/>
          </a:prstGeom>
        </p:spPr>
      </p:pic>
      <p:sp>
        <p:nvSpPr>
          <p:cNvPr id="7" name="Rectangle 6">
            <a:extLst>
              <a:ext uri="{FF2B5EF4-FFF2-40B4-BE49-F238E27FC236}">
                <a16:creationId xmlns:a16="http://schemas.microsoft.com/office/drawing/2014/main" id="{AFE228BA-1F7C-7B98-14E0-E91BE6A7C365}"/>
              </a:ext>
            </a:extLst>
          </p:cNvPr>
          <p:cNvSpPr/>
          <p:nvPr/>
        </p:nvSpPr>
        <p:spPr>
          <a:xfrm>
            <a:off x="0" y="2599201"/>
            <a:ext cx="4848058" cy="461665"/>
          </a:xfrm>
          <a:prstGeom prst="rect">
            <a:avLst/>
          </a:prstGeom>
        </p:spPr>
        <p:txBody>
          <a:bodyPr wrap="none">
            <a:spAutoFit/>
          </a:bodyPr>
          <a:lstStyle/>
          <a:p>
            <a:r>
              <a:rPr lang="en-US" altLang="en-US" dirty="0">
                <a:solidFill>
                  <a:srgbClr val="FF0000"/>
                </a:solidFill>
                <a:latin typeface="Times New Roman"/>
                <a:cs typeface="Times New Roman"/>
              </a:rPr>
              <a:t>inter-class (betwee</a:t>
            </a:r>
            <a:r>
              <a:rPr lang="en-US" dirty="0">
                <a:solidFill>
                  <a:srgbClr val="FF0000"/>
                </a:solidFill>
                <a:latin typeface="Times New Roman"/>
                <a:cs typeface="Times New Roman"/>
              </a:rPr>
              <a:t>n class</a:t>
            </a:r>
            <a:r>
              <a:rPr lang="en-US" altLang="en-US" dirty="0">
                <a:solidFill>
                  <a:srgbClr val="FF0000"/>
                </a:solidFill>
                <a:latin typeface="Times New Roman"/>
                <a:cs typeface="Times New Roman"/>
              </a:rPr>
              <a:t>): separation</a:t>
            </a:r>
            <a:endParaRPr lang="en-US" dirty="0">
              <a:solidFill>
                <a:srgbClr val="FF0000"/>
              </a:solidFill>
            </a:endParaRPr>
          </a:p>
        </p:txBody>
      </p:sp>
      <p:pic>
        <p:nvPicPr>
          <p:cNvPr id="9" name="Picture 8">
            <a:extLst>
              <a:ext uri="{FF2B5EF4-FFF2-40B4-BE49-F238E27FC236}">
                <a16:creationId xmlns:a16="http://schemas.microsoft.com/office/drawing/2014/main" id="{D3233C72-B041-1118-A7F7-6154EBA0B225}"/>
              </a:ext>
            </a:extLst>
          </p:cNvPr>
          <p:cNvPicPr>
            <a:picLocks noChangeAspect="1"/>
          </p:cNvPicPr>
          <p:nvPr/>
        </p:nvPicPr>
        <p:blipFill rotWithShape="1">
          <a:blip r:embed="rId2">
            <a:extLst>
              <a:ext uri="{28A0092B-C50C-407E-A947-70E740481C1C}">
                <a14:useLocalDpi xmlns:a14="http://schemas.microsoft.com/office/drawing/2010/main" val="0"/>
              </a:ext>
            </a:extLst>
          </a:blip>
          <a:srcRect t="83490"/>
          <a:stretch/>
        </p:blipFill>
        <p:spPr>
          <a:xfrm>
            <a:off x="0" y="4763869"/>
            <a:ext cx="4410691" cy="97672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5A94C14-9419-1E2E-082A-647E0162E75B}"/>
                  </a:ext>
                </a:extLst>
              </p:cNvPr>
              <p:cNvSpPr txBox="1"/>
              <p:nvPr/>
            </p:nvSpPr>
            <p:spPr>
              <a:xfrm>
                <a:off x="0" y="4298261"/>
                <a:ext cx="4287472" cy="461665"/>
              </a:xfrm>
              <a:prstGeom prst="rect">
                <a:avLst/>
              </a:prstGeom>
              <a:noFill/>
            </p:spPr>
            <p:txBody>
              <a:bodyPr wrap="square">
                <a:spAutoFit/>
              </a:bodyPr>
              <a:lstStyle/>
              <a:p>
                <a:r>
                  <a:rPr lang="en-US" dirty="0">
                    <a:solidFill>
                      <a:srgbClr val="FF0000"/>
                    </a:solidFill>
                  </a:rPr>
                  <a:t>Good cluster: </a:t>
                </a:r>
                <a14:m>
                  <m:oMath xmlns:m="http://schemas.openxmlformats.org/officeDocument/2006/math">
                    <m:sSub>
                      <m:sSubPr>
                        <m:ctrlPr>
                          <a:rPr lang="en-US" i="1" dirty="0" smtClean="0">
                            <a:solidFill>
                              <a:srgbClr val="FF0000"/>
                            </a:solidFill>
                            <a:latin typeface="Cambria Math" panose="02040503050406030204" pitchFamily="18" charset="0"/>
                          </a:rPr>
                        </m:ctrlPr>
                      </m:sSubPr>
                      <m:e>
                        <m:r>
                          <a:rPr lang="en-US" b="0" i="1" dirty="0" smtClean="0">
                            <a:solidFill>
                              <a:srgbClr val="FF0000"/>
                            </a:solidFill>
                            <a:latin typeface="Cambria Math" panose="02040503050406030204" pitchFamily="18" charset="0"/>
                          </a:rPr>
                          <m:t>𝑏</m:t>
                        </m:r>
                      </m:e>
                      <m:sub>
                        <m:r>
                          <a:rPr lang="en-US" b="0" i="1" dirty="0" smtClean="0">
                            <a:solidFill>
                              <a:srgbClr val="FF0000"/>
                            </a:solidFill>
                            <a:latin typeface="Cambria Math" panose="02040503050406030204" pitchFamily="18" charset="0"/>
                          </a:rPr>
                          <m:t>𝑖</m:t>
                        </m:r>
                      </m:sub>
                    </m:sSub>
                    <m:r>
                      <a:rPr lang="en-US" b="0" i="1" dirty="0" smtClean="0">
                        <a:solidFill>
                          <a:srgbClr val="FF0000"/>
                        </a:solidFill>
                        <a:latin typeface="Cambria Math" panose="02040503050406030204" pitchFamily="18" charset="0"/>
                      </a:rPr>
                      <m:t>&gt;</m:t>
                    </m:r>
                    <m:sSub>
                      <m:sSubPr>
                        <m:ctrlPr>
                          <a:rPr lang="en-US" i="1" dirty="0">
                            <a:solidFill>
                              <a:srgbClr val="FF0000"/>
                            </a:solidFill>
                            <a:latin typeface="Cambria Math" panose="02040503050406030204" pitchFamily="18" charset="0"/>
                          </a:rPr>
                        </m:ctrlPr>
                      </m:sSubPr>
                      <m:e>
                        <m:r>
                          <a:rPr lang="en-US" b="0" i="1" dirty="0" smtClean="0">
                            <a:solidFill>
                              <a:srgbClr val="FF0000"/>
                            </a:solidFill>
                            <a:latin typeface="Cambria Math" panose="02040503050406030204" pitchFamily="18" charset="0"/>
                          </a:rPr>
                          <m:t>𝑎</m:t>
                        </m:r>
                      </m:e>
                      <m:sub>
                        <m:r>
                          <a:rPr lang="en-US" i="1" dirty="0">
                            <a:solidFill>
                              <a:srgbClr val="FF0000"/>
                            </a:solidFill>
                            <a:latin typeface="Cambria Math" panose="02040503050406030204" pitchFamily="18" charset="0"/>
                          </a:rPr>
                          <m:t>𝑖</m:t>
                        </m:r>
                      </m:sub>
                    </m:sSub>
                  </m:oMath>
                </a14:m>
                <a:endParaRPr lang="en-US" dirty="0"/>
              </a:p>
            </p:txBody>
          </p:sp>
        </mc:Choice>
        <mc:Fallback xmlns="">
          <p:sp>
            <p:nvSpPr>
              <p:cNvPr id="27" name="TextBox 26">
                <a:extLst>
                  <a:ext uri="{FF2B5EF4-FFF2-40B4-BE49-F238E27FC236}">
                    <a16:creationId xmlns:a16="http://schemas.microsoft.com/office/drawing/2014/main" id="{65A94C14-9419-1E2E-082A-647E0162E75B}"/>
                  </a:ext>
                </a:extLst>
              </p:cNvPr>
              <p:cNvSpPr txBox="1">
                <a:spLocks noRot="1" noChangeAspect="1" noMove="1" noResize="1" noEditPoints="1" noAdjustHandles="1" noChangeArrowheads="1" noChangeShapeType="1" noTextEdit="1"/>
              </p:cNvSpPr>
              <p:nvPr/>
            </p:nvSpPr>
            <p:spPr>
              <a:xfrm>
                <a:off x="0" y="4298261"/>
                <a:ext cx="4287472" cy="461665"/>
              </a:xfrm>
              <a:prstGeom prst="rect">
                <a:avLst/>
              </a:prstGeom>
              <a:blipFill>
                <a:blip r:embed="rId3"/>
                <a:stretch>
                  <a:fillRect l="-2134" t="-10526" b="-28947"/>
                </a:stretch>
              </a:blipFill>
            </p:spPr>
            <p:txBody>
              <a:bodyPr/>
              <a:lstStyle/>
              <a:p>
                <a:r>
                  <a:rPr lang="en-US">
                    <a:noFill/>
                  </a:rPr>
                  <a:t> </a:t>
                </a:r>
              </a:p>
            </p:txBody>
          </p:sp>
        </mc:Fallback>
      </mc:AlternateContent>
      <p:pic>
        <p:nvPicPr>
          <p:cNvPr id="29" name="Picture 28" descr="A picture containing diagram, circle, text, screenshot&#10;&#10;Description automatically generated">
            <a:extLst>
              <a:ext uri="{FF2B5EF4-FFF2-40B4-BE49-F238E27FC236}">
                <a16:creationId xmlns:a16="http://schemas.microsoft.com/office/drawing/2014/main" id="{D97B9295-589B-CC5F-3FF2-F438F80A3BC8}"/>
              </a:ext>
            </a:extLst>
          </p:cNvPr>
          <p:cNvPicPr>
            <a:picLocks noChangeAspect="1"/>
          </p:cNvPicPr>
          <p:nvPr/>
        </p:nvPicPr>
        <p:blipFill rotWithShape="1">
          <a:blip r:embed="rId4">
            <a:extLst>
              <a:ext uri="{28A0092B-C50C-407E-A947-70E740481C1C}">
                <a14:useLocalDpi xmlns:a14="http://schemas.microsoft.com/office/drawing/2010/main" val="0"/>
              </a:ext>
            </a:extLst>
          </a:blip>
          <a:srcRect l="2820" t="4616" r="12087" b="6077"/>
          <a:stretch/>
        </p:blipFill>
        <p:spPr>
          <a:xfrm>
            <a:off x="4572000" y="3117398"/>
            <a:ext cx="4483460" cy="3020919"/>
          </a:xfrm>
          <a:prstGeom prst="rect">
            <a:avLst/>
          </a:prstGeom>
        </p:spPr>
      </p:pic>
      <p:pic>
        <p:nvPicPr>
          <p:cNvPr id="2050" name="Picture 2">
            <a:extLst>
              <a:ext uri="{FF2B5EF4-FFF2-40B4-BE49-F238E27FC236}">
                <a16:creationId xmlns:a16="http://schemas.microsoft.com/office/drawing/2014/main" id="{B40271EA-3FEB-B9A6-6BCA-9D3C36AF1A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531181"/>
            <a:ext cx="7439025" cy="2212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29935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604" name="Rectangle 180">
            <a:extLst>
              <a:ext uri="{FF2B5EF4-FFF2-40B4-BE49-F238E27FC236}">
                <a16:creationId xmlns:a16="http://schemas.microsoft.com/office/drawing/2014/main" id="{52E116EE-C63E-9C03-BE86-02A6808F37E1}"/>
              </a:ext>
            </a:extLst>
          </p:cNvPr>
          <p:cNvSpPr>
            <a:spLocks noChangeArrowheads="1"/>
          </p:cNvSpPr>
          <p:nvPr/>
        </p:nvSpPr>
        <p:spPr bwMode="auto">
          <a:xfrm>
            <a:off x="0" y="26988"/>
            <a:ext cx="9037983" cy="646331"/>
          </a:xfrm>
          <a:prstGeom prst="rect">
            <a:avLst/>
          </a:prstGeom>
          <a:noFill/>
          <a:ln>
            <a:noFill/>
          </a:ln>
          <a:effectLst/>
        </p:spPr>
        <p:txBody>
          <a:bodyPr wrap="square">
            <a:spAutoFit/>
          </a:bodyPr>
          <a:lstStyle/>
          <a:p>
            <a:pPr eaLnBrk="1" hangingPunct="1">
              <a:defRPr/>
            </a:pPr>
            <a:r>
              <a:rPr lang="en-US" altLang="en-US" sz="3600" dirty="0">
                <a:effectLst>
                  <a:outerShdw blurRad="38100" dist="38100" dir="2700000" algn="tl">
                    <a:srgbClr val="C0C0C0"/>
                  </a:outerShdw>
                </a:effectLst>
              </a:rPr>
              <a:t>Performance Metrics: </a:t>
            </a:r>
            <a:r>
              <a:rPr lang="en-US" altLang="en-US" sz="3600" dirty="0">
                <a:solidFill>
                  <a:srgbClr val="FF0000"/>
                </a:solidFill>
                <a:effectLst>
                  <a:outerShdw blurRad="38100" dist="38100" dir="2700000" algn="tl">
                    <a:srgbClr val="C0C0C0"/>
                  </a:outerShdw>
                </a:effectLst>
              </a:rPr>
              <a:t>Silhouette Score </a:t>
            </a:r>
          </a:p>
        </p:txBody>
      </p:sp>
      <p:pic>
        <p:nvPicPr>
          <p:cNvPr id="8" name="Picture 7">
            <a:extLst>
              <a:ext uri="{FF2B5EF4-FFF2-40B4-BE49-F238E27FC236}">
                <a16:creationId xmlns:a16="http://schemas.microsoft.com/office/drawing/2014/main" id="{9B50E329-8ACA-4652-B402-41DE8B3E77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92" y="1325598"/>
            <a:ext cx="5006008" cy="4229675"/>
          </a:xfrm>
          <a:prstGeom prst="rect">
            <a:avLst/>
          </a:prstGeom>
        </p:spPr>
      </p:pic>
    </p:spTree>
    <p:extLst>
      <p:ext uri="{BB962C8B-B14F-4D97-AF65-F5344CB8AC3E}">
        <p14:creationId xmlns:p14="http://schemas.microsoft.com/office/powerpoint/2010/main" val="39947042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604" name="Rectangle 180">
            <a:extLst>
              <a:ext uri="{FF2B5EF4-FFF2-40B4-BE49-F238E27FC236}">
                <a16:creationId xmlns:a16="http://schemas.microsoft.com/office/drawing/2014/main" id="{52E116EE-C63E-9C03-BE86-02A6808F37E1}"/>
              </a:ext>
            </a:extLst>
          </p:cNvPr>
          <p:cNvSpPr>
            <a:spLocks noChangeArrowheads="1"/>
          </p:cNvSpPr>
          <p:nvPr/>
        </p:nvSpPr>
        <p:spPr bwMode="auto">
          <a:xfrm>
            <a:off x="0" y="26988"/>
            <a:ext cx="9037983" cy="646331"/>
          </a:xfrm>
          <a:prstGeom prst="rect">
            <a:avLst/>
          </a:prstGeom>
          <a:noFill/>
          <a:ln>
            <a:noFill/>
          </a:ln>
          <a:effectLst/>
        </p:spPr>
        <p:txBody>
          <a:bodyPr wrap="square">
            <a:spAutoFit/>
          </a:bodyPr>
          <a:lstStyle/>
          <a:p>
            <a:pPr eaLnBrk="1" hangingPunct="1">
              <a:defRPr/>
            </a:pPr>
            <a:r>
              <a:rPr lang="en-US" altLang="en-US" sz="3600" dirty="0">
                <a:effectLst>
                  <a:outerShdw blurRad="38100" dist="38100" dir="2700000" algn="tl">
                    <a:srgbClr val="C0C0C0"/>
                  </a:outerShdw>
                </a:effectLst>
              </a:rPr>
              <a:t>Performance Metrics: </a:t>
            </a:r>
            <a:r>
              <a:rPr lang="en-US" altLang="en-US" sz="3600" dirty="0">
                <a:solidFill>
                  <a:srgbClr val="FF0000"/>
                </a:solidFill>
                <a:effectLst>
                  <a:outerShdw blurRad="38100" dist="38100" dir="2700000" algn="tl">
                    <a:srgbClr val="C0C0C0"/>
                  </a:outerShdw>
                </a:effectLst>
              </a:rPr>
              <a:t>Silhouette Plot </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94FA6F8A-0D0E-4A4D-9AAA-A6A407A74D40}"/>
                  </a:ext>
                </a:extLst>
              </p:cNvPr>
              <p:cNvSpPr/>
              <p:nvPr/>
            </p:nvSpPr>
            <p:spPr>
              <a:xfrm>
                <a:off x="23191" y="762000"/>
                <a:ext cx="9120809" cy="1569660"/>
              </a:xfrm>
              <a:prstGeom prst="rect">
                <a:avLst/>
              </a:prstGeom>
            </p:spPr>
            <p:txBody>
              <a:bodyPr wrap="square">
                <a:spAutoFit/>
              </a:bodyPr>
              <a:lstStyle/>
              <a:p>
                <a:r>
                  <a:rPr lang="en-US" altLang="en-US" dirty="0" err="1">
                    <a:solidFill>
                      <a:srgbClr val="FF0000"/>
                    </a:solidFill>
                    <a:latin typeface="Times New Roman"/>
                    <a:cs typeface="Times New Roman"/>
                  </a:rPr>
                  <a:t>sklearn.metrics.silhouette_score</a:t>
                </a:r>
                <a:r>
                  <a:rPr lang="en-US" altLang="en-US" dirty="0">
                    <a:solidFill>
                      <a:srgbClr val="FF0000"/>
                    </a:solidFill>
                    <a:latin typeface="Times New Roman"/>
                    <a:cs typeface="Times New Roman"/>
                  </a:rPr>
                  <a:t>(</a:t>
                </a:r>
                <a14:m>
                  <m:oMath xmlns:m="http://schemas.openxmlformats.org/officeDocument/2006/math">
                    <m:r>
                      <a:rPr lang="en-US" altLang="en-US" i="1" dirty="0" smtClean="0">
                        <a:solidFill>
                          <a:srgbClr val="FF0000"/>
                        </a:solidFill>
                        <a:latin typeface="Cambria Math" panose="02040503050406030204" pitchFamily="18" charset="0"/>
                        <a:cs typeface="Times New Roman"/>
                      </a:rPr>
                      <m:t>𝑋</m:t>
                    </m:r>
                  </m:oMath>
                </a14:m>
                <a:r>
                  <a:rPr lang="en-US" altLang="en-US" dirty="0">
                    <a:solidFill>
                      <a:srgbClr val="FF0000"/>
                    </a:solidFill>
                    <a:latin typeface="Times New Roman"/>
                    <a:cs typeface="Times New Roman"/>
                  </a:rPr>
                  <a:t>, labels, *, metric='</a:t>
                </a:r>
                <a:r>
                  <a:rPr lang="en-US" altLang="en-US" dirty="0" err="1">
                    <a:solidFill>
                      <a:srgbClr val="FF0000"/>
                    </a:solidFill>
                    <a:latin typeface="Times New Roman"/>
                    <a:cs typeface="Times New Roman"/>
                  </a:rPr>
                  <a:t>euclidean</a:t>
                </a:r>
                <a:r>
                  <a:rPr lang="en-US" altLang="en-US" dirty="0">
                    <a:solidFill>
                      <a:srgbClr val="FF0000"/>
                    </a:solidFill>
                    <a:latin typeface="Times New Roman"/>
                    <a:cs typeface="Times New Roman"/>
                  </a:rPr>
                  <a:t>', </a:t>
                </a:r>
                <a:r>
                  <a:rPr lang="en-US" altLang="en-US" dirty="0" err="1">
                    <a:solidFill>
                      <a:srgbClr val="FF0000"/>
                    </a:solidFill>
                    <a:latin typeface="Times New Roman"/>
                    <a:cs typeface="Times New Roman"/>
                  </a:rPr>
                  <a:t>sample_size</a:t>
                </a:r>
                <a:r>
                  <a:rPr lang="en-US" altLang="en-US" dirty="0">
                    <a:solidFill>
                      <a:srgbClr val="FF0000"/>
                    </a:solidFill>
                    <a:latin typeface="Times New Roman"/>
                    <a:cs typeface="Times New Roman"/>
                  </a:rPr>
                  <a:t>=None, </a:t>
                </a:r>
                <a:r>
                  <a:rPr lang="en-US" altLang="en-US" dirty="0" err="1">
                    <a:solidFill>
                      <a:srgbClr val="FF0000"/>
                    </a:solidFill>
                    <a:latin typeface="Times New Roman"/>
                    <a:cs typeface="Times New Roman"/>
                  </a:rPr>
                  <a:t>random_state</a:t>
                </a:r>
                <a:r>
                  <a:rPr lang="en-US" altLang="en-US" dirty="0">
                    <a:solidFill>
                      <a:srgbClr val="FF0000"/>
                    </a:solidFill>
                    <a:latin typeface="Times New Roman"/>
                    <a:cs typeface="Times New Roman"/>
                  </a:rPr>
                  <a:t>=None, **</a:t>
                </a:r>
                <a:r>
                  <a:rPr lang="en-US" altLang="en-US" dirty="0" err="1">
                    <a:solidFill>
                      <a:srgbClr val="FF0000"/>
                    </a:solidFill>
                    <a:latin typeface="Times New Roman"/>
                    <a:cs typeface="Times New Roman"/>
                  </a:rPr>
                  <a:t>kwds</a:t>
                </a:r>
                <a:r>
                  <a:rPr lang="en-US" altLang="en-US" dirty="0">
                    <a:solidFill>
                      <a:srgbClr val="FF0000"/>
                    </a:solidFill>
                    <a:latin typeface="Times New Roman"/>
                    <a:cs typeface="Times New Roman"/>
                  </a:rPr>
                  <a:t>)[source]</a:t>
                </a:r>
              </a:p>
              <a:p>
                <a:endParaRPr lang="en-US" altLang="en-US" dirty="0">
                  <a:solidFill>
                    <a:srgbClr val="FF0000"/>
                  </a:solidFill>
                  <a:latin typeface="Times New Roman"/>
                  <a:cs typeface="Times New Roman"/>
                </a:endParaRPr>
              </a:p>
              <a:p>
                <a:r>
                  <a:rPr lang="en-US" altLang="en-US" dirty="0">
                    <a:solidFill>
                      <a:srgbClr val="FF0000"/>
                    </a:solidFill>
                    <a:latin typeface="Times New Roman"/>
                    <a:cs typeface="Times New Roman"/>
                  </a:rPr>
                  <a:t>Compute the mean Silhouette Coefficient of all samples</a:t>
                </a:r>
                <a:endParaRPr lang="en-US" dirty="0">
                  <a:solidFill>
                    <a:srgbClr val="FF0000"/>
                  </a:solidFill>
                </a:endParaRPr>
              </a:p>
            </p:txBody>
          </p:sp>
        </mc:Choice>
        <mc:Fallback xmlns="">
          <p:sp>
            <p:nvSpPr>
              <p:cNvPr id="6" name="Rectangle 5">
                <a:extLst>
                  <a:ext uri="{FF2B5EF4-FFF2-40B4-BE49-F238E27FC236}">
                    <a16:creationId xmlns:a16="http://schemas.microsoft.com/office/drawing/2014/main" id="{94FA6F8A-0D0E-4A4D-9AAA-A6A407A74D40}"/>
                  </a:ext>
                </a:extLst>
              </p:cNvPr>
              <p:cNvSpPr>
                <a:spLocks noRot="1" noChangeAspect="1" noMove="1" noResize="1" noEditPoints="1" noAdjustHandles="1" noChangeArrowheads="1" noChangeShapeType="1" noTextEdit="1"/>
              </p:cNvSpPr>
              <p:nvPr/>
            </p:nvSpPr>
            <p:spPr>
              <a:xfrm>
                <a:off x="23191" y="762000"/>
                <a:ext cx="9120809" cy="1569660"/>
              </a:xfrm>
              <a:prstGeom prst="rect">
                <a:avLst/>
              </a:prstGeom>
              <a:blipFill>
                <a:blip r:embed="rId2"/>
                <a:stretch>
                  <a:fillRect l="-1070" t="-3113" b="-8171"/>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9B50E329-8ACA-4652-B402-41DE8B3E777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 y="2286000"/>
            <a:ext cx="4371200" cy="4229675"/>
          </a:xfrm>
          <a:prstGeom prst="rect">
            <a:avLst/>
          </a:prstGeom>
        </p:spPr>
      </p:pic>
    </p:spTree>
    <p:extLst>
      <p:ext uri="{BB962C8B-B14F-4D97-AF65-F5344CB8AC3E}">
        <p14:creationId xmlns:p14="http://schemas.microsoft.com/office/powerpoint/2010/main" val="4083953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5454C-85DA-9A43-2275-5FBA1A9A891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1604" name="Rectangle 180">
                <a:extLst>
                  <a:ext uri="{FF2B5EF4-FFF2-40B4-BE49-F238E27FC236}">
                    <a16:creationId xmlns:a16="http://schemas.microsoft.com/office/drawing/2014/main" id="{515566CF-4F54-99E1-8BD9-230CAEA59BFF}"/>
                  </a:ext>
                </a:extLst>
              </p:cNvPr>
              <p:cNvSpPr>
                <a:spLocks noChangeArrowheads="1"/>
              </p:cNvSpPr>
              <p:nvPr/>
            </p:nvSpPr>
            <p:spPr bwMode="auto">
              <a:xfrm>
                <a:off x="0" y="26988"/>
                <a:ext cx="9037983" cy="646331"/>
              </a:xfrm>
              <a:prstGeom prst="rect">
                <a:avLst/>
              </a:prstGeom>
              <a:noFill/>
              <a:ln>
                <a:noFill/>
              </a:ln>
              <a:effectLst/>
            </p:spPr>
            <p:txBody>
              <a:bodyPr wrap="square">
                <a:spAutoFit/>
              </a:bodyPr>
              <a:lstStyle/>
              <a:p>
                <a:pPr eaLnBrk="1" hangingPunct="1">
                  <a:defRPr/>
                </a:pPr>
                <a:r>
                  <a:rPr lang="en-US" altLang="en-US" sz="3600" dirty="0">
                    <a:effectLst>
                      <a:outerShdw blurRad="38100" dist="38100" dir="2700000" algn="tl">
                        <a:srgbClr val="C0C0C0"/>
                      </a:outerShdw>
                    </a:effectLst>
                  </a:rPr>
                  <a:t>Optimal Value of </a:t>
                </a:r>
                <a14:m>
                  <m:oMath xmlns:m="http://schemas.openxmlformats.org/officeDocument/2006/math">
                    <m:r>
                      <a:rPr lang="en-US" altLang="en-US" sz="3600" i="1" dirty="0" smtClean="0">
                        <a:effectLst>
                          <a:outerShdw blurRad="38100" dist="38100" dir="2700000" algn="tl">
                            <a:srgbClr val="C0C0C0"/>
                          </a:outerShdw>
                        </a:effectLst>
                        <a:latin typeface="Cambria Math" panose="02040503050406030204" pitchFamily="18" charset="0"/>
                      </a:rPr>
                      <m:t>𝑘</m:t>
                    </m:r>
                  </m:oMath>
                </a14:m>
                <a:r>
                  <a:rPr lang="en-US" altLang="en-US" sz="3600" dirty="0">
                    <a:effectLst>
                      <a:outerShdw blurRad="38100" dist="38100" dir="2700000" algn="tl">
                        <a:srgbClr val="C0C0C0"/>
                      </a:outerShdw>
                    </a:effectLst>
                  </a:rPr>
                  <a:t> using Silhouette Score</a:t>
                </a:r>
                <a:endParaRPr lang="en-US" altLang="en-US" sz="3600" dirty="0">
                  <a:solidFill>
                    <a:srgbClr val="FF0000"/>
                  </a:solidFill>
                  <a:effectLst>
                    <a:outerShdw blurRad="38100" dist="38100" dir="2700000" algn="tl">
                      <a:srgbClr val="C0C0C0"/>
                    </a:outerShdw>
                  </a:effectLst>
                </a:endParaRPr>
              </a:p>
            </p:txBody>
          </p:sp>
        </mc:Choice>
        <mc:Fallback xmlns="">
          <p:sp>
            <p:nvSpPr>
              <p:cNvPr id="231604" name="Rectangle 180">
                <a:extLst>
                  <a:ext uri="{FF2B5EF4-FFF2-40B4-BE49-F238E27FC236}">
                    <a16:creationId xmlns:a16="http://schemas.microsoft.com/office/drawing/2014/main" id="{515566CF-4F54-99E1-8BD9-230CAEA59BFF}"/>
                  </a:ext>
                </a:extLst>
              </p:cNvPr>
              <p:cNvSpPr>
                <a:spLocks noRot="1" noChangeAspect="1" noMove="1" noResize="1" noEditPoints="1" noAdjustHandles="1" noChangeArrowheads="1" noChangeShapeType="1" noTextEdit="1"/>
              </p:cNvSpPr>
              <p:nvPr/>
            </p:nvSpPr>
            <p:spPr bwMode="auto">
              <a:xfrm>
                <a:off x="0" y="26988"/>
                <a:ext cx="9037983" cy="646331"/>
              </a:xfrm>
              <a:prstGeom prst="rect">
                <a:avLst/>
              </a:prstGeom>
              <a:blipFill>
                <a:blip r:embed="rId2"/>
                <a:stretch>
                  <a:fillRect l="-2158" t="-16038" b="-40566"/>
                </a:stretch>
              </a:blipFill>
              <a:ln>
                <a:noFill/>
              </a:ln>
              <a:effectLst/>
            </p:spPr>
            <p:txBody>
              <a:bodyPr/>
              <a:lstStyle/>
              <a:p>
                <a:r>
                  <a:rPr lang="en-US">
                    <a:noFill/>
                  </a:rPr>
                  <a:t> </a:t>
                </a:r>
              </a:p>
            </p:txBody>
          </p:sp>
        </mc:Fallback>
      </mc:AlternateContent>
      <p:sp>
        <p:nvSpPr>
          <p:cNvPr id="3" name="TextBox 2">
            <a:extLst>
              <a:ext uri="{FF2B5EF4-FFF2-40B4-BE49-F238E27FC236}">
                <a16:creationId xmlns:a16="http://schemas.microsoft.com/office/drawing/2014/main" id="{4FF36D3E-FF0D-B641-4022-57ADACA70E6A}"/>
              </a:ext>
            </a:extLst>
          </p:cNvPr>
          <p:cNvSpPr txBox="1"/>
          <p:nvPr/>
        </p:nvSpPr>
        <p:spPr>
          <a:xfrm>
            <a:off x="4511963" y="5105400"/>
            <a:ext cx="4632037" cy="1569660"/>
          </a:xfrm>
          <a:prstGeom prst="rect">
            <a:avLst/>
          </a:prstGeom>
          <a:noFill/>
        </p:spPr>
        <p:txBody>
          <a:bodyPr wrap="square">
            <a:spAutoFit/>
          </a:bodyPr>
          <a:lstStyle/>
          <a:p>
            <a:r>
              <a:rPr lang="en-US" b="0" i="0" dirty="0">
                <a:solidFill>
                  <a:srgbClr val="424242"/>
                </a:solidFill>
                <a:effectLst/>
                <a:latin typeface="Montserrat" panose="00000500000000000000" pitchFamily="2" charset="0"/>
              </a:rPr>
              <a:t>The silhouette score is highest at k=3. Hence the number of clusters i.e., the value of k should be 3.</a:t>
            </a:r>
            <a:endParaRPr lang="en-US" dirty="0"/>
          </a:p>
        </p:txBody>
      </p:sp>
      <p:pic>
        <p:nvPicPr>
          <p:cNvPr id="3074" name="Picture 2">
            <a:extLst>
              <a:ext uri="{FF2B5EF4-FFF2-40B4-BE49-F238E27FC236}">
                <a16:creationId xmlns:a16="http://schemas.microsoft.com/office/drawing/2014/main" id="{594234F8-26CB-D74C-9362-1D91B7E82E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768061"/>
            <a:ext cx="5857875" cy="437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08472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604" name="Rectangle 180">
            <a:extLst>
              <a:ext uri="{FF2B5EF4-FFF2-40B4-BE49-F238E27FC236}">
                <a16:creationId xmlns:a16="http://schemas.microsoft.com/office/drawing/2014/main" id="{52E116EE-C63E-9C03-BE86-02A6808F37E1}"/>
              </a:ext>
            </a:extLst>
          </p:cNvPr>
          <p:cNvSpPr>
            <a:spLocks noChangeArrowheads="1"/>
          </p:cNvSpPr>
          <p:nvPr/>
        </p:nvSpPr>
        <p:spPr bwMode="auto">
          <a:xfrm>
            <a:off x="0" y="26988"/>
            <a:ext cx="9037983" cy="646331"/>
          </a:xfrm>
          <a:prstGeom prst="rect">
            <a:avLst/>
          </a:prstGeom>
          <a:noFill/>
          <a:ln>
            <a:noFill/>
          </a:ln>
          <a:effectLst/>
        </p:spPr>
        <p:txBody>
          <a:bodyPr wrap="square">
            <a:spAutoFit/>
          </a:bodyPr>
          <a:lstStyle/>
          <a:p>
            <a:pPr eaLnBrk="1" hangingPunct="1">
              <a:defRPr/>
            </a:pPr>
            <a:r>
              <a:rPr lang="en-US" altLang="en-US" sz="3600" dirty="0">
                <a:effectLst>
                  <a:outerShdw blurRad="38100" dist="38100" dir="2700000" algn="tl">
                    <a:srgbClr val="C0C0C0"/>
                  </a:outerShdw>
                </a:effectLst>
              </a:rPr>
              <a:t>Hierarchical Clustering</a:t>
            </a:r>
            <a:endParaRPr lang="en-US" altLang="en-US" sz="3600" dirty="0">
              <a:solidFill>
                <a:srgbClr val="FF0000"/>
              </a:solidFill>
              <a:effectLst>
                <a:outerShdw blurRad="38100" dist="38100" dir="2700000" algn="tl">
                  <a:srgbClr val="C0C0C0"/>
                </a:outerShdw>
              </a:effectLst>
            </a:endParaRPr>
          </a:p>
        </p:txBody>
      </p:sp>
      <p:sp>
        <p:nvSpPr>
          <p:cNvPr id="2" name="Rectangle 1">
            <a:extLst>
              <a:ext uri="{FF2B5EF4-FFF2-40B4-BE49-F238E27FC236}">
                <a16:creationId xmlns:a16="http://schemas.microsoft.com/office/drawing/2014/main" id="{9ED59C60-90D9-40AD-8947-0D96C8D74E6C}"/>
              </a:ext>
            </a:extLst>
          </p:cNvPr>
          <p:cNvSpPr/>
          <p:nvPr/>
        </p:nvSpPr>
        <p:spPr>
          <a:xfrm>
            <a:off x="-39758" y="673319"/>
            <a:ext cx="9183757" cy="3046988"/>
          </a:xfrm>
          <a:prstGeom prst="rect">
            <a:avLst/>
          </a:prstGeom>
        </p:spPr>
        <p:txBody>
          <a:bodyPr wrap="square" lIns="91440" tIns="45720" rIns="91440" bIns="45720" anchor="t">
            <a:spAutoFit/>
          </a:bodyPr>
          <a:lstStyle/>
          <a:p>
            <a:pPr marL="342900" indent="-342900">
              <a:buFont typeface="Arial" panose="020B0604020202020204" pitchFamily="34" charset="0"/>
              <a:buChar char="•"/>
            </a:pPr>
            <a:r>
              <a:rPr lang="en-US" dirty="0"/>
              <a:t>Agglomerative: Agglomerative is a bottom-up approach, in which the algorithm starts with taking all data points as single clusters and merging them until one cluster is left.</a:t>
            </a:r>
          </a:p>
          <a:p>
            <a:pPr marL="342900" indent="-342900">
              <a:buFont typeface="Arial" panose="020B0604020202020204" pitchFamily="34" charset="0"/>
              <a:buChar char="•"/>
            </a:pPr>
            <a:r>
              <a:rPr lang="en-US" dirty="0">
                <a:latin typeface="Times New Roman"/>
                <a:cs typeface="Times New Roman"/>
              </a:rPr>
              <a:t>Considers each dataset as a single cluster at the beginning, and then start combining the closest pair of clusters together. </a:t>
            </a:r>
          </a:p>
          <a:p>
            <a:pPr marL="342900" indent="-342900">
              <a:buFont typeface="Arial" panose="020B0604020202020204" pitchFamily="34" charset="0"/>
              <a:buChar char="•"/>
            </a:pPr>
            <a:r>
              <a:rPr lang="en-US" dirty="0">
                <a:latin typeface="Times New Roman"/>
                <a:cs typeface="Times New Roman"/>
              </a:rPr>
              <a:t>It does this until all the clusters are merged into a single cluster that contains all the datasets</a:t>
            </a:r>
          </a:p>
          <a:p>
            <a:pPr marL="342900" indent="-342900">
              <a:buFont typeface="Arial" panose="020B0604020202020204" pitchFamily="34" charset="0"/>
              <a:buChar char="•"/>
            </a:pPr>
            <a:endParaRPr lang="en-US" dirty="0">
              <a:latin typeface="Times New Roman"/>
              <a:cs typeface="Times New Roman"/>
            </a:endParaRPr>
          </a:p>
        </p:txBody>
      </p:sp>
      <p:pic>
        <p:nvPicPr>
          <p:cNvPr id="3" name="Picture 3" descr="A picture containing text&#10;&#10;Description automatically generated">
            <a:extLst>
              <a:ext uri="{FF2B5EF4-FFF2-40B4-BE49-F238E27FC236}">
                <a16:creationId xmlns:a16="http://schemas.microsoft.com/office/drawing/2014/main" id="{7532FC6A-025C-E094-7035-0C7033DFCF39}"/>
              </a:ext>
            </a:extLst>
          </p:cNvPr>
          <p:cNvPicPr>
            <a:picLocks noChangeAspect="1"/>
          </p:cNvPicPr>
          <p:nvPr/>
        </p:nvPicPr>
        <p:blipFill rotWithShape="1">
          <a:blip r:embed="rId2"/>
          <a:srcRect l="-36" r="66138" b="24373"/>
          <a:stretch/>
        </p:blipFill>
        <p:spPr>
          <a:xfrm>
            <a:off x="828" y="3328140"/>
            <a:ext cx="3096846" cy="2679310"/>
          </a:xfrm>
          <a:prstGeom prst="rect">
            <a:avLst/>
          </a:prstGeom>
        </p:spPr>
      </p:pic>
      <p:pic>
        <p:nvPicPr>
          <p:cNvPr id="4" name="Picture 4" descr="A picture containing text&#10;&#10;Description automatically generated">
            <a:extLst>
              <a:ext uri="{FF2B5EF4-FFF2-40B4-BE49-F238E27FC236}">
                <a16:creationId xmlns:a16="http://schemas.microsoft.com/office/drawing/2014/main" id="{AEFB9A00-1137-4C23-268C-38A400C1DDB2}"/>
              </a:ext>
            </a:extLst>
          </p:cNvPr>
          <p:cNvPicPr>
            <a:picLocks noChangeAspect="1"/>
          </p:cNvPicPr>
          <p:nvPr/>
        </p:nvPicPr>
        <p:blipFill rotWithShape="1">
          <a:blip r:embed="rId2"/>
          <a:srcRect l="52120" t="12934" r="-123" b="498"/>
          <a:stretch/>
        </p:blipFill>
        <p:spPr>
          <a:xfrm>
            <a:off x="4731296" y="3328139"/>
            <a:ext cx="4352800" cy="2829762"/>
          </a:xfrm>
          <a:prstGeom prst="rect">
            <a:avLst/>
          </a:prstGeom>
        </p:spPr>
      </p:pic>
      <p:sp>
        <p:nvSpPr>
          <p:cNvPr id="5" name="TextBox 4">
            <a:extLst>
              <a:ext uri="{FF2B5EF4-FFF2-40B4-BE49-F238E27FC236}">
                <a16:creationId xmlns:a16="http://schemas.microsoft.com/office/drawing/2014/main" id="{1A5E8DA3-75FF-5EA5-9192-086AAC1669BE}"/>
              </a:ext>
            </a:extLst>
          </p:cNvPr>
          <p:cNvSpPr txBox="1"/>
          <p:nvPr/>
        </p:nvSpPr>
        <p:spPr>
          <a:xfrm>
            <a:off x="4138" y="6003595"/>
            <a:ext cx="2991453"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Times New Roman"/>
                <a:cs typeface="Times New Roman"/>
              </a:rPr>
              <a:t>Agglomerative HCA</a:t>
            </a:r>
            <a:endParaRPr lang="en-US" dirty="0">
              <a:solidFill>
                <a:srgbClr val="FF0000"/>
              </a:solidFill>
            </a:endParaRPr>
          </a:p>
        </p:txBody>
      </p:sp>
      <p:sp>
        <p:nvSpPr>
          <p:cNvPr id="6" name="TextBox 5">
            <a:extLst>
              <a:ext uri="{FF2B5EF4-FFF2-40B4-BE49-F238E27FC236}">
                <a16:creationId xmlns:a16="http://schemas.microsoft.com/office/drawing/2014/main" id="{32B918A8-629B-2839-779C-B0D6EC241FA9}"/>
              </a:ext>
            </a:extLst>
          </p:cNvPr>
          <p:cNvSpPr txBox="1"/>
          <p:nvPr/>
        </p:nvSpPr>
        <p:spPr>
          <a:xfrm>
            <a:off x="4731296" y="6148409"/>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Times New Roman"/>
                <a:cs typeface="Times New Roman"/>
              </a:rPr>
              <a:t>Dendrogram</a:t>
            </a:r>
            <a:endParaRPr lang="en-US" dirty="0" err="1">
              <a:solidFill>
                <a:srgbClr val="FF0000"/>
              </a:solidFill>
            </a:endParaRP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8B0BD606-B225-8A96-6A04-3E88A6A326D5}"/>
                  </a:ext>
                </a:extLst>
              </p14:cNvPr>
              <p14:cNvContentPartPr/>
              <p14:nvPr/>
            </p14:nvContentPartPr>
            <p14:xfrm>
              <a:off x="1996047" y="4109105"/>
              <a:ext cx="91800" cy="75600"/>
            </p14:xfrm>
          </p:contentPart>
        </mc:Choice>
        <mc:Fallback xmlns="">
          <p:pic>
            <p:nvPicPr>
              <p:cNvPr id="8" name="Ink 7">
                <a:extLst>
                  <a:ext uri="{FF2B5EF4-FFF2-40B4-BE49-F238E27FC236}">
                    <a16:creationId xmlns:a16="http://schemas.microsoft.com/office/drawing/2014/main" id="{8B0BD606-B225-8A96-6A04-3E88A6A326D5}"/>
                  </a:ext>
                </a:extLst>
              </p:cNvPr>
              <p:cNvPicPr/>
              <p:nvPr/>
            </p:nvPicPr>
            <p:blipFill>
              <a:blip r:embed="rId4"/>
              <a:stretch>
                <a:fillRect/>
              </a:stretch>
            </p:blipFill>
            <p:spPr>
              <a:xfrm>
                <a:off x="1987407" y="4100465"/>
                <a:ext cx="1094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FDEC1921-FFC5-5680-3DCB-60A3A93642F1}"/>
                  </a:ext>
                </a:extLst>
              </p14:cNvPr>
              <p14:cNvContentPartPr/>
              <p14:nvPr/>
            </p14:nvContentPartPr>
            <p14:xfrm>
              <a:off x="999207" y="4682225"/>
              <a:ext cx="101880" cy="90720"/>
            </p14:xfrm>
          </p:contentPart>
        </mc:Choice>
        <mc:Fallback xmlns="">
          <p:pic>
            <p:nvPicPr>
              <p:cNvPr id="9" name="Ink 8">
                <a:extLst>
                  <a:ext uri="{FF2B5EF4-FFF2-40B4-BE49-F238E27FC236}">
                    <a16:creationId xmlns:a16="http://schemas.microsoft.com/office/drawing/2014/main" id="{FDEC1921-FFC5-5680-3DCB-60A3A93642F1}"/>
                  </a:ext>
                </a:extLst>
              </p:cNvPr>
              <p:cNvPicPr/>
              <p:nvPr/>
            </p:nvPicPr>
            <p:blipFill>
              <a:blip r:embed="rId6"/>
              <a:stretch>
                <a:fillRect/>
              </a:stretch>
            </p:blipFill>
            <p:spPr>
              <a:xfrm>
                <a:off x="990207" y="4673225"/>
                <a:ext cx="11952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F1B91C02-046E-54EF-7E5E-F797A65D9900}"/>
                  </a:ext>
                </a:extLst>
              </p14:cNvPr>
              <p14:cNvContentPartPr/>
              <p14:nvPr/>
            </p14:nvContentPartPr>
            <p14:xfrm>
              <a:off x="1698327" y="5003345"/>
              <a:ext cx="105120" cy="88560"/>
            </p14:xfrm>
          </p:contentPart>
        </mc:Choice>
        <mc:Fallback xmlns="">
          <p:pic>
            <p:nvPicPr>
              <p:cNvPr id="10" name="Ink 9">
                <a:extLst>
                  <a:ext uri="{FF2B5EF4-FFF2-40B4-BE49-F238E27FC236}">
                    <a16:creationId xmlns:a16="http://schemas.microsoft.com/office/drawing/2014/main" id="{F1B91C02-046E-54EF-7E5E-F797A65D9900}"/>
                  </a:ext>
                </a:extLst>
              </p:cNvPr>
              <p:cNvPicPr/>
              <p:nvPr/>
            </p:nvPicPr>
            <p:blipFill>
              <a:blip r:embed="rId8"/>
              <a:stretch>
                <a:fillRect/>
              </a:stretch>
            </p:blipFill>
            <p:spPr>
              <a:xfrm>
                <a:off x="1689327" y="4994705"/>
                <a:ext cx="122760" cy="106200"/>
              </a:xfrm>
              <a:prstGeom prst="rect">
                <a:avLst/>
              </a:prstGeom>
            </p:spPr>
          </p:pic>
        </mc:Fallback>
      </mc:AlternateContent>
    </p:spTree>
    <p:extLst>
      <p:ext uri="{BB962C8B-B14F-4D97-AF65-F5344CB8AC3E}">
        <p14:creationId xmlns:p14="http://schemas.microsoft.com/office/powerpoint/2010/main" val="20650231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604" name="Rectangle 180">
            <a:extLst>
              <a:ext uri="{FF2B5EF4-FFF2-40B4-BE49-F238E27FC236}">
                <a16:creationId xmlns:a16="http://schemas.microsoft.com/office/drawing/2014/main" id="{52E116EE-C63E-9C03-BE86-02A6808F37E1}"/>
              </a:ext>
            </a:extLst>
          </p:cNvPr>
          <p:cNvSpPr>
            <a:spLocks noChangeArrowheads="1"/>
          </p:cNvSpPr>
          <p:nvPr/>
        </p:nvSpPr>
        <p:spPr bwMode="auto">
          <a:xfrm>
            <a:off x="0" y="26988"/>
            <a:ext cx="9037983" cy="1200329"/>
          </a:xfrm>
          <a:prstGeom prst="rect">
            <a:avLst/>
          </a:prstGeom>
          <a:noFill/>
          <a:ln>
            <a:noFill/>
          </a:ln>
          <a:effectLst/>
        </p:spPr>
        <p:txBody>
          <a:bodyPr wrap="square">
            <a:spAutoFit/>
          </a:bodyPr>
          <a:lstStyle/>
          <a:p>
            <a:pPr eaLnBrk="1" hangingPunct="1">
              <a:defRPr/>
            </a:pPr>
            <a:r>
              <a:rPr lang="en-US" altLang="en-US" sz="3600" dirty="0">
                <a:effectLst>
                  <a:outerShdw blurRad="38100" dist="38100" dir="2700000" algn="tl">
                    <a:srgbClr val="C0C0C0"/>
                  </a:outerShdw>
                </a:effectLst>
              </a:rPr>
              <a:t>Hierarchical Clustering: Agglomerative/ bottom-up </a:t>
            </a:r>
            <a:endParaRPr lang="en-US" altLang="en-US" sz="3600" dirty="0">
              <a:solidFill>
                <a:srgbClr val="FF0000"/>
              </a:solidFill>
              <a:effectLst>
                <a:outerShdw blurRad="38100" dist="38100" dir="2700000" algn="tl">
                  <a:srgbClr val="C0C0C0"/>
                </a:outerShdw>
              </a:effectLst>
            </a:endParaRPr>
          </a:p>
        </p:txBody>
      </p:sp>
      <p:sp>
        <p:nvSpPr>
          <p:cNvPr id="2" name="Rectangle 1">
            <a:extLst>
              <a:ext uri="{FF2B5EF4-FFF2-40B4-BE49-F238E27FC236}">
                <a16:creationId xmlns:a16="http://schemas.microsoft.com/office/drawing/2014/main" id="{9ED59C60-90D9-40AD-8947-0D96C8D74E6C}"/>
              </a:ext>
            </a:extLst>
          </p:cNvPr>
          <p:cNvSpPr/>
          <p:nvPr/>
        </p:nvSpPr>
        <p:spPr>
          <a:xfrm>
            <a:off x="0" y="1133174"/>
            <a:ext cx="9183757" cy="1569660"/>
          </a:xfrm>
          <a:prstGeom prst="rect">
            <a:avLst/>
          </a:prstGeom>
        </p:spPr>
        <p:txBody>
          <a:bodyPr wrap="square" lIns="91440" tIns="45720" rIns="91440" bIns="45720" anchor="t">
            <a:spAutoFit/>
          </a:bodyPr>
          <a:lstStyle/>
          <a:p>
            <a:pPr marL="457200" indent="-457200">
              <a:buAutoNum type="arabicPeriod"/>
            </a:pPr>
            <a:r>
              <a:rPr lang="en-US" dirty="0">
                <a:latin typeface="Times New Roman"/>
                <a:cs typeface="Times New Roman"/>
              </a:rPr>
              <a:t>Make each data point a cluster</a:t>
            </a:r>
          </a:p>
          <a:p>
            <a:pPr marL="457200" indent="-457200">
              <a:buAutoNum type="arabicPeriod"/>
            </a:pPr>
            <a:r>
              <a:rPr lang="en-US" dirty="0">
                <a:latin typeface="Times New Roman"/>
                <a:cs typeface="Times New Roman"/>
              </a:rPr>
              <a:t>Take the two closest clusters and make them one cluster</a:t>
            </a:r>
          </a:p>
          <a:p>
            <a:pPr marL="457200" indent="-457200">
              <a:buAutoNum type="arabicPeriod"/>
            </a:pPr>
            <a:r>
              <a:rPr lang="en-US" dirty="0">
                <a:latin typeface="Times New Roman"/>
                <a:cs typeface="Times New Roman"/>
              </a:rPr>
              <a:t>Repeat step 2 until there is only one cluster</a:t>
            </a:r>
          </a:p>
          <a:p>
            <a:pPr marL="457200" indent="-457200">
              <a:buAutoNum type="arabicPeriod"/>
            </a:pPr>
            <a:endParaRPr lang="en-US" dirty="0">
              <a:latin typeface="Times New Roman"/>
              <a:cs typeface="Times New Roman"/>
            </a:endParaRPr>
          </a:p>
        </p:txBody>
      </p:sp>
      <p:pic>
        <p:nvPicPr>
          <p:cNvPr id="3" name="Picture 3" descr="A picture containing text&#10;&#10;Description automatically generated">
            <a:extLst>
              <a:ext uri="{FF2B5EF4-FFF2-40B4-BE49-F238E27FC236}">
                <a16:creationId xmlns:a16="http://schemas.microsoft.com/office/drawing/2014/main" id="{7532FC6A-025C-E094-7035-0C7033DFCF39}"/>
              </a:ext>
            </a:extLst>
          </p:cNvPr>
          <p:cNvPicPr>
            <a:picLocks noChangeAspect="1"/>
          </p:cNvPicPr>
          <p:nvPr/>
        </p:nvPicPr>
        <p:blipFill rotWithShape="1">
          <a:blip r:embed="rId2"/>
          <a:srcRect l="-36" r="66138" b="24373"/>
          <a:stretch/>
        </p:blipFill>
        <p:spPr>
          <a:xfrm>
            <a:off x="828" y="3328140"/>
            <a:ext cx="3096846" cy="2679310"/>
          </a:xfrm>
          <a:prstGeom prst="rect">
            <a:avLst/>
          </a:prstGeom>
        </p:spPr>
      </p:pic>
      <p:pic>
        <p:nvPicPr>
          <p:cNvPr id="4" name="Picture 4" descr="A picture containing text&#10;&#10;Description automatically generated">
            <a:extLst>
              <a:ext uri="{FF2B5EF4-FFF2-40B4-BE49-F238E27FC236}">
                <a16:creationId xmlns:a16="http://schemas.microsoft.com/office/drawing/2014/main" id="{AEFB9A00-1137-4C23-268C-38A400C1DDB2}"/>
              </a:ext>
            </a:extLst>
          </p:cNvPr>
          <p:cNvPicPr>
            <a:picLocks noChangeAspect="1"/>
          </p:cNvPicPr>
          <p:nvPr/>
        </p:nvPicPr>
        <p:blipFill rotWithShape="1">
          <a:blip r:embed="rId2"/>
          <a:srcRect l="52120" t="12934" r="-123" b="498"/>
          <a:stretch/>
        </p:blipFill>
        <p:spPr>
          <a:xfrm>
            <a:off x="4731296" y="3328139"/>
            <a:ext cx="4352800" cy="2829762"/>
          </a:xfrm>
          <a:prstGeom prst="rect">
            <a:avLst/>
          </a:prstGeom>
        </p:spPr>
      </p:pic>
      <p:sp>
        <p:nvSpPr>
          <p:cNvPr id="5" name="TextBox 4">
            <a:extLst>
              <a:ext uri="{FF2B5EF4-FFF2-40B4-BE49-F238E27FC236}">
                <a16:creationId xmlns:a16="http://schemas.microsoft.com/office/drawing/2014/main" id="{1A5E8DA3-75FF-5EA5-9192-086AAC1669BE}"/>
              </a:ext>
            </a:extLst>
          </p:cNvPr>
          <p:cNvSpPr txBox="1"/>
          <p:nvPr/>
        </p:nvSpPr>
        <p:spPr>
          <a:xfrm>
            <a:off x="4138" y="6003595"/>
            <a:ext cx="2991453"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Times New Roman"/>
                <a:cs typeface="Times New Roman"/>
              </a:rPr>
              <a:t>Agglomerative HCA</a:t>
            </a:r>
            <a:endParaRPr lang="en-US" dirty="0">
              <a:solidFill>
                <a:srgbClr val="FF0000"/>
              </a:solidFill>
            </a:endParaRPr>
          </a:p>
        </p:txBody>
      </p:sp>
      <p:sp>
        <p:nvSpPr>
          <p:cNvPr id="6" name="TextBox 5">
            <a:extLst>
              <a:ext uri="{FF2B5EF4-FFF2-40B4-BE49-F238E27FC236}">
                <a16:creationId xmlns:a16="http://schemas.microsoft.com/office/drawing/2014/main" id="{32B918A8-629B-2839-779C-B0D6EC241FA9}"/>
              </a:ext>
            </a:extLst>
          </p:cNvPr>
          <p:cNvSpPr txBox="1"/>
          <p:nvPr/>
        </p:nvSpPr>
        <p:spPr>
          <a:xfrm>
            <a:off x="4731296" y="6148409"/>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Times New Roman"/>
                <a:cs typeface="Times New Roman"/>
              </a:rPr>
              <a:t>Dendrogram</a:t>
            </a:r>
            <a:endParaRPr lang="en-US" dirty="0" err="1">
              <a:solidFill>
                <a:srgbClr val="FF0000"/>
              </a:solidFill>
            </a:endParaRPr>
          </a:p>
        </p:txBody>
      </p:sp>
    </p:spTree>
    <p:extLst>
      <p:ext uri="{BB962C8B-B14F-4D97-AF65-F5344CB8AC3E}">
        <p14:creationId xmlns:p14="http://schemas.microsoft.com/office/powerpoint/2010/main" val="28440036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D59C60-90D9-40AD-8947-0D96C8D74E6C}"/>
              </a:ext>
            </a:extLst>
          </p:cNvPr>
          <p:cNvSpPr/>
          <p:nvPr/>
        </p:nvSpPr>
        <p:spPr>
          <a:xfrm>
            <a:off x="65587" y="-893"/>
            <a:ext cx="9025739" cy="2308324"/>
          </a:xfrm>
          <a:prstGeom prst="rect">
            <a:avLst/>
          </a:prstGeom>
        </p:spPr>
        <p:txBody>
          <a:bodyPr wrap="square" lIns="91440" tIns="45720" rIns="91440" bIns="45720" anchor="t">
            <a:spAutoFit/>
          </a:bodyPr>
          <a:lstStyle/>
          <a:p>
            <a:pPr marL="342900" indent="-342900">
              <a:buFont typeface="Arial" panose="020B0604020202020204" pitchFamily="34" charset="0"/>
              <a:buChar char="•"/>
            </a:pPr>
            <a:r>
              <a:rPr lang="en-US" dirty="0">
                <a:latin typeface="Times New Roman"/>
                <a:cs typeface="Times New Roman"/>
              </a:rPr>
              <a:t>In the dendrogram locate the largest vertical difference between nodes, and in the middle pass a horizontal line. </a:t>
            </a:r>
            <a:endParaRPr lang="en-US" dirty="0">
              <a:cs typeface="Times New Roman" panose="02020603050405020304" pitchFamily="18" charset="0"/>
            </a:endParaRPr>
          </a:p>
          <a:p>
            <a:pPr marL="342900" indent="-342900">
              <a:buFont typeface="Arial" panose="020B0604020202020204" pitchFamily="34" charset="0"/>
              <a:buChar char="•"/>
            </a:pPr>
            <a:r>
              <a:rPr lang="en-US" dirty="0">
                <a:solidFill>
                  <a:srgbClr val="FF0000"/>
                </a:solidFill>
                <a:latin typeface="Times New Roman"/>
                <a:cs typeface="Times New Roman"/>
              </a:rPr>
              <a:t>Largest vertical line such that none of the horizontal line passes through them</a:t>
            </a:r>
          </a:p>
          <a:p>
            <a:pPr marL="342900" indent="-342900">
              <a:buFont typeface="Arial" panose="020B0604020202020204" pitchFamily="34" charset="0"/>
              <a:buChar char="•"/>
            </a:pPr>
            <a:r>
              <a:rPr lang="en-US" dirty="0">
                <a:latin typeface="Times New Roman"/>
                <a:cs typeface="Times New Roman"/>
              </a:rPr>
              <a:t>The number of vertical lines intersecting it is the optimal number of clusters</a:t>
            </a:r>
          </a:p>
        </p:txBody>
      </p:sp>
      <p:sp>
        <p:nvSpPr>
          <p:cNvPr id="6" name="TextBox 5">
            <a:extLst>
              <a:ext uri="{FF2B5EF4-FFF2-40B4-BE49-F238E27FC236}">
                <a16:creationId xmlns:a16="http://schemas.microsoft.com/office/drawing/2014/main" id="{32B918A8-629B-2839-779C-B0D6EC241FA9}"/>
              </a:ext>
            </a:extLst>
          </p:cNvPr>
          <p:cNvSpPr txBox="1"/>
          <p:nvPr/>
        </p:nvSpPr>
        <p:spPr>
          <a:xfrm>
            <a:off x="3314182" y="6026571"/>
            <a:ext cx="477060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Optimal number of clusters from dendrogram</a:t>
            </a:r>
            <a:endParaRPr lang="en-US" dirty="0" err="1"/>
          </a:p>
        </p:txBody>
      </p:sp>
      <p:pic>
        <p:nvPicPr>
          <p:cNvPr id="7" name="Picture 7">
            <a:extLst>
              <a:ext uri="{FF2B5EF4-FFF2-40B4-BE49-F238E27FC236}">
                <a16:creationId xmlns:a16="http://schemas.microsoft.com/office/drawing/2014/main" id="{276DF240-02D5-E04B-41CE-251EC0B86E62}"/>
              </a:ext>
            </a:extLst>
          </p:cNvPr>
          <p:cNvPicPr>
            <a:picLocks noChangeAspect="1"/>
          </p:cNvPicPr>
          <p:nvPr/>
        </p:nvPicPr>
        <p:blipFill>
          <a:blip r:embed="rId2"/>
          <a:stretch>
            <a:fillRect/>
          </a:stretch>
        </p:blipFill>
        <p:spPr>
          <a:xfrm>
            <a:off x="3314183" y="3133546"/>
            <a:ext cx="5784304" cy="2970527"/>
          </a:xfrm>
          <a:prstGeom prst="rect">
            <a:avLst/>
          </a:prstGeom>
        </p:spPr>
      </p:pic>
    </p:spTree>
    <p:extLst>
      <p:ext uri="{BB962C8B-B14F-4D97-AF65-F5344CB8AC3E}">
        <p14:creationId xmlns:p14="http://schemas.microsoft.com/office/powerpoint/2010/main" val="25722566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604" name="Rectangle 180">
            <a:extLst>
              <a:ext uri="{FF2B5EF4-FFF2-40B4-BE49-F238E27FC236}">
                <a16:creationId xmlns:a16="http://schemas.microsoft.com/office/drawing/2014/main" id="{52E116EE-C63E-9C03-BE86-02A6808F37E1}"/>
              </a:ext>
            </a:extLst>
          </p:cNvPr>
          <p:cNvSpPr>
            <a:spLocks noChangeArrowheads="1"/>
          </p:cNvSpPr>
          <p:nvPr/>
        </p:nvSpPr>
        <p:spPr bwMode="auto">
          <a:xfrm>
            <a:off x="0" y="26988"/>
            <a:ext cx="9037983" cy="646331"/>
          </a:xfrm>
          <a:prstGeom prst="rect">
            <a:avLst/>
          </a:prstGeom>
          <a:noFill/>
          <a:ln>
            <a:noFill/>
          </a:ln>
          <a:effectLst/>
        </p:spPr>
        <p:txBody>
          <a:bodyPr wrap="square">
            <a:spAutoFit/>
          </a:bodyPr>
          <a:lstStyle/>
          <a:p>
            <a:pPr eaLnBrk="1" hangingPunct="1">
              <a:defRPr/>
            </a:pPr>
            <a:r>
              <a:rPr lang="en-US" altLang="en-US" sz="3600" dirty="0">
                <a:effectLst>
                  <a:outerShdw blurRad="38100" dist="38100" dir="2700000" algn="tl">
                    <a:srgbClr val="C0C0C0"/>
                  </a:outerShdw>
                </a:effectLst>
              </a:rPr>
              <a:t>Hierarchical Clustering</a:t>
            </a:r>
            <a:endParaRPr lang="en-US" altLang="en-US" sz="3600" dirty="0">
              <a:solidFill>
                <a:srgbClr val="FF0000"/>
              </a:solidFill>
              <a:effectLst>
                <a:outerShdw blurRad="38100" dist="38100" dir="2700000" algn="tl">
                  <a:srgbClr val="C0C0C0"/>
                </a:outerShdw>
              </a:effectLst>
            </a:endParaRPr>
          </a:p>
        </p:txBody>
      </p:sp>
      <p:sp>
        <p:nvSpPr>
          <p:cNvPr id="2" name="Rectangle 1">
            <a:extLst>
              <a:ext uri="{FF2B5EF4-FFF2-40B4-BE49-F238E27FC236}">
                <a16:creationId xmlns:a16="http://schemas.microsoft.com/office/drawing/2014/main" id="{9ED59C60-90D9-40AD-8947-0D96C8D74E6C}"/>
              </a:ext>
            </a:extLst>
          </p:cNvPr>
          <p:cNvSpPr/>
          <p:nvPr/>
        </p:nvSpPr>
        <p:spPr>
          <a:xfrm>
            <a:off x="-39758" y="673319"/>
            <a:ext cx="9183757" cy="4154984"/>
          </a:xfrm>
          <a:prstGeom prst="rect">
            <a:avLst/>
          </a:prstGeom>
        </p:spPr>
        <p:txBody>
          <a:bodyPr wrap="square" lIns="91440" tIns="45720" rIns="91440" bIns="45720" anchor="t">
            <a:spAutoFit/>
          </a:bodyPr>
          <a:lstStyle/>
          <a:p>
            <a:pPr marL="342900" indent="-342900">
              <a:buFont typeface="Arial" panose="020B0604020202020204" pitchFamily="34" charset="0"/>
              <a:buChar char="•"/>
            </a:pPr>
            <a:r>
              <a:rPr lang="en-US" dirty="0"/>
              <a:t>No assumption of a particular number of clusters (i.e., k-means)</a:t>
            </a:r>
          </a:p>
          <a:p>
            <a:pPr marL="342900" indent="-342900">
              <a:buFont typeface="Arial" panose="020B0604020202020204" pitchFamily="34" charset="0"/>
              <a:buChar char="•"/>
            </a:pPr>
            <a:r>
              <a:rPr lang="en-US" dirty="0"/>
              <a:t>May correspond to meaningful taxonomies</a:t>
            </a:r>
          </a:p>
          <a:p>
            <a:pPr marL="342900" indent="-342900">
              <a:buFont typeface="Arial" panose="020B0604020202020204" pitchFamily="34" charset="0"/>
              <a:buChar char="•"/>
            </a:pPr>
            <a:r>
              <a:rPr lang="en-US" dirty="0"/>
              <a:t>Once a decision is made to combine two clusters, it can’t be undone</a:t>
            </a:r>
          </a:p>
          <a:p>
            <a:pPr marL="342900" indent="-342900">
              <a:buFont typeface="Arial" panose="020B0604020202020204" pitchFamily="34" charset="0"/>
              <a:buChar char="•"/>
            </a:pPr>
            <a:r>
              <a:rPr lang="en-US" dirty="0"/>
              <a:t>Too slow for large data sets, O(𝑛</a:t>
            </a:r>
            <a:r>
              <a:rPr lang="en-US" baseline="30000" dirty="0"/>
              <a:t>2</a:t>
            </a:r>
            <a:r>
              <a:rPr lang="en-US" dirty="0"/>
              <a:t> ×log(𝑛))</a:t>
            </a:r>
          </a:p>
          <a:p>
            <a:pPr marL="342900" indent="-342900">
              <a:buFont typeface="Arial" panose="020B0604020202020204" pitchFamily="34" charset="0"/>
              <a:buChar char="•"/>
            </a:pPr>
            <a:r>
              <a:rPr lang="en-US" dirty="0"/>
              <a:t>𝑛 = # of total data points</a:t>
            </a:r>
          </a:p>
          <a:p>
            <a:pPr marL="342900" indent="-342900">
              <a:buFont typeface="Arial" panose="020B0604020202020204" pitchFamily="34" charset="0"/>
              <a:buChar char="•"/>
            </a:pPr>
            <a:r>
              <a:rPr lang="en-US" sz="2400" dirty="0">
                <a:latin typeface="Times New Roman"/>
                <a:cs typeface="Times New Roman"/>
              </a:rPr>
              <a:t>class </a:t>
            </a:r>
            <a:r>
              <a:rPr lang="en-US" sz="2400" dirty="0" err="1">
                <a:latin typeface="Times New Roman"/>
                <a:cs typeface="Times New Roman"/>
              </a:rPr>
              <a:t>sklearn.cluster.AgglomerativeClustering</a:t>
            </a:r>
            <a:r>
              <a:rPr lang="en-US" sz="2400" dirty="0">
                <a:latin typeface="Times New Roman"/>
                <a:cs typeface="Times New Roman"/>
              </a:rPr>
              <a:t>(</a:t>
            </a:r>
            <a:r>
              <a:rPr lang="en-US" sz="2400" dirty="0" err="1">
                <a:latin typeface="Times New Roman"/>
                <a:cs typeface="Times New Roman"/>
              </a:rPr>
              <a:t>n_clusters</a:t>
            </a:r>
            <a:r>
              <a:rPr lang="en-US" sz="2400" dirty="0">
                <a:latin typeface="Times New Roman"/>
                <a:cs typeface="Times New Roman"/>
              </a:rPr>
              <a:t>=2, *, affinity='deprecated', </a:t>
            </a:r>
            <a:r>
              <a:rPr lang="en-US" sz="2400" dirty="0">
                <a:solidFill>
                  <a:srgbClr val="FF0000"/>
                </a:solidFill>
                <a:latin typeface="Times New Roman"/>
                <a:cs typeface="Times New Roman"/>
              </a:rPr>
              <a:t>metric=None</a:t>
            </a:r>
            <a:r>
              <a:rPr lang="en-US" sz="2400" dirty="0">
                <a:latin typeface="Times New Roman"/>
                <a:cs typeface="Times New Roman"/>
              </a:rPr>
              <a:t>, memory=None, connectivity=None, </a:t>
            </a:r>
            <a:r>
              <a:rPr lang="en-US" sz="2400" dirty="0" err="1">
                <a:latin typeface="Times New Roman"/>
                <a:cs typeface="Times New Roman"/>
              </a:rPr>
              <a:t>compute_full_tree</a:t>
            </a:r>
            <a:r>
              <a:rPr lang="en-US" sz="2400" dirty="0">
                <a:latin typeface="Times New Roman"/>
                <a:cs typeface="Times New Roman"/>
              </a:rPr>
              <a:t>='auto', linkage='ward', </a:t>
            </a:r>
            <a:r>
              <a:rPr lang="en-US" sz="2400" dirty="0" err="1">
                <a:latin typeface="Times New Roman"/>
                <a:cs typeface="Times New Roman"/>
              </a:rPr>
              <a:t>distance_threshold</a:t>
            </a:r>
            <a:r>
              <a:rPr lang="en-US" sz="2400" dirty="0">
                <a:latin typeface="Times New Roman"/>
                <a:cs typeface="Times New Roman"/>
              </a:rPr>
              <a:t>=None, </a:t>
            </a:r>
            <a:r>
              <a:rPr lang="en-US" sz="2400" dirty="0" err="1">
                <a:latin typeface="Times New Roman"/>
                <a:cs typeface="Times New Roman"/>
              </a:rPr>
              <a:t>compute_distances</a:t>
            </a:r>
            <a:r>
              <a:rPr lang="en-US" sz="2400" dirty="0">
                <a:latin typeface="Times New Roman"/>
                <a:cs typeface="Times New Roman"/>
              </a:rPr>
              <a:t>=False)</a:t>
            </a:r>
          </a:p>
          <a:p>
            <a:pPr marL="342900" indent="-342900">
              <a:buFont typeface="Arial" panose="020B0604020202020204" pitchFamily="34" charset="0"/>
              <a:buChar char="•"/>
            </a:pPr>
            <a:r>
              <a:rPr lang="en-US">
                <a:latin typeface="Times New Roman"/>
                <a:cs typeface="Times New Roman"/>
              </a:rPr>
              <a:t>metric = l1, l2 </a:t>
            </a:r>
            <a:endParaRPr lang="en-US" sz="2400" dirty="0">
              <a:latin typeface="Times New Roman"/>
              <a:cs typeface="Times New Roman"/>
            </a:endParaRPr>
          </a:p>
          <a:p>
            <a:endParaRPr lang="en-US" dirty="0">
              <a:latin typeface="Times New Roman"/>
              <a:cs typeface="Times New Roman"/>
            </a:endParaRPr>
          </a:p>
        </p:txBody>
      </p:sp>
    </p:spTree>
    <p:extLst>
      <p:ext uri="{BB962C8B-B14F-4D97-AF65-F5344CB8AC3E}">
        <p14:creationId xmlns:p14="http://schemas.microsoft.com/office/powerpoint/2010/main" val="41306128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604" name="Rectangle 180">
            <a:extLst>
              <a:ext uri="{FF2B5EF4-FFF2-40B4-BE49-F238E27FC236}">
                <a16:creationId xmlns:a16="http://schemas.microsoft.com/office/drawing/2014/main" id="{52E116EE-C63E-9C03-BE86-02A6808F37E1}"/>
              </a:ext>
            </a:extLst>
          </p:cNvPr>
          <p:cNvSpPr>
            <a:spLocks noChangeArrowheads="1"/>
          </p:cNvSpPr>
          <p:nvPr/>
        </p:nvSpPr>
        <p:spPr bwMode="auto">
          <a:xfrm>
            <a:off x="0" y="26988"/>
            <a:ext cx="9037983" cy="646331"/>
          </a:xfrm>
          <a:prstGeom prst="rect">
            <a:avLst/>
          </a:prstGeom>
          <a:noFill/>
          <a:ln>
            <a:noFill/>
          </a:ln>
          <a:effectLst/>
        </p:spPr>
        <p:txBody>
          <a:bodyPr wrap="square">
            <a:spAutoFit/>
          </a:bodyPr>
          <a:lstStyle/>
          <a:p>
            <a:pPr eaLnBrk="1" hangingPunct="1">
              <a:defRPr/>
            </a:pPr>
            <a:r>
              <a:rPr lang="en-US" altLang="en-US" sz="3600" dirty="0">
                <a:effectLst>
                  <a:outerShdw blurRad="38100" dist="38100" dir="2700000" algn="tl">
                    <a:srgbClr val="C0C0C0"/>
                  </a:outerShdw>
                </a:effectLst>
              </a:rPr>
              <a:t>Principal Component Analysis (PCA)</a:t>
            </a:r>
            <a:endParaRPr lang="en-US" altLang="en-US" sz="3600" dirty="0">
              <a:solidFill>
                <a:srgbClr val="FF0000"/>
              </a:solidFill>
              <a:effectLst>
                <a:outerShdw blurRad="38100" dist="38100" dir="2700000" algn="tl">
                  <a:srgbClr val="C0C0C0"/>
                </a:outerShdw>
              </a:effectLst>
            </a:endParaRPr>
          </a:p>
        </p:txBody>
      </p:sp>
      <p:sp>
        <p:nvSpPr>
          <p:cNvPr id="2" name="Rectangle 1">
            <a:extLst>
              <a:ext uri="{FF2B5EF4-FFF2-40B4-BE49-F238E27FC236}">
                <a16:creationId xmlns:a16="http://schemas.microsoft.com/office/drawing/2014/main" id="{9ED59C60-90D9-40AD-8947-0D96C8D74E6C}"/>
              </a:ext>
            </a:extLst>
          </p:cNvPr>
          <p:cNvSpPr/>
          <p:nvPr/>
        </p:nvSpPr>
        <p:spPr>
          <a:xfrm>
            <a:off x="-39758" y="673319"/>
            <a:ext cx="9183757" cy="4893647"/>
          </a:xfrm>
          <a:prstGeom prst="rect">
            <a:avLst/>
          </a:prstGeom>
        </p:spPr>
        <p:txBody>
          <a:bodyPr wrap="square" lIns="91440" tIns="45720" rIns="91440" bIns="45720" anchor="t">
            <a:spAutoFit/>
          </a:bodyPr>
          <a:lstStyle/>
          <a:p>
            <a:pPr marL="342900" indent="-342900">
              <a:buFont typeface="Arial" panose="020B0604020202020204" pitchFamily="34" charset="0"/>
              <a:buChar char="•"/>
            </a:pPr>
            <a:r>
              <a:rPr lang="en-US" dirty="0"/>
              <a:t>Widely used technique in ML and statistics for </a:t>
            </a:r>
            <a:r>
              <a:rPr lang="en-US" dirty="0">
                <a:solidFill>
                  <a:srgbClr val="FF0000"/>
                </a:solidFill>
              </a:rPr>
              <a:t>dimensionality/feature reduction, data visualization and reduce overfitting</a:t>
            </a:r>
            <a:r>
              <a:rPr lang="en-US" dirty="0"/>
              <a:t>. </a:t>
            </a:r>
          </a:p>
          <a:p>
            <a:pPr marL="342900" indent="-342900">
              <a:buFont typeface="Arial" panose="020B0604020202020204" pitchFamily="34" charset="0"/>
              <a:buChar char="•"/>
            </a:pPr>
            <a:r>
              <a:rPr lang="en-US" dirty="0"/>
              <a:t>Transforms data from a </a:t>
            </a:r>
            <a:r>
              <a:rPr lang="en-US" dirty="0">
                <a:solidFill>
                  <a:srgbClr val="FF0000"/>
                </a:solidFill>
              </a:rPr>
              <a:t>high-dimensional into a lower-dimensional </a:t>
            </a:r>
            <a:r>
              <a:rPr lang="en-US" dirty="0"/>
              <a:t>space while retaining as much of the variance (information). </a:t>
            </a:r>
          </a:p>
          <a:p>
            <a:pPr marL="342900" indent="-342900">
              <a:buFont typeface="Arial" panose="020B0604020202020204" pitchFamily="34" charset="0"/>
              <a:buChar char="•"/>
            </a:pPr>
            <a:r>
              <a:rPr lang="en-US" dirty="0"/>
              <a:t>Simplify datasets with many features (variables) into </a:t>
            </a:r>
            <a:r>
              <a:rPr lang="en-US" dirty="0">
                <a:solidFill>
                  <a:srgbClr val="FF0000"/>
                </a:solidFill>
              </a:rPr>
              <a:t>fewer NEW features </a:t>
            </a:r>
            <a:r>
              <a:rPr lang="en-US" dirty="0"/>
              <a:t>while maintaining the essence of the data.</a:t>
            </a:r>
          </a:p>
          <a:p>
            <a:pPr marL="342900" indent="-342900">
              <a:buFont typeface="Arial" panose="020B0604020202020204" pitchFamily="34" charset="0"/>
              <a:buChar char="•"/>
            </a:pPr>
            <a:r>
              <a:rPr lang="en-US" dirty="0">
                <a:latin typeface="Times New Roman"/>
                <a:cs typeface="Times New Roman"/>
              </a:rPr>
              <a:t>The principal components are </a:t>
            </a:r>
            <a:r>
              <a:rPr lang="en-US" dirty="0">
                <a:solidFill>
                  <a:srgbClr val="FF0000"/>
                </a:solidFill>
                <a:latin typeface="Times New Roman"/>
                <a:cs typeface="Times New Roman"/>
              </a:rPr>
              <a:t>orthogonal (perpendicular) to </a:t>
            </a:r>
            <a:r>
              <a:rPr lang="en-US">
                <a:solidFill>
                  <a:srgbClr val="FF0000"/>
                </a:solidFill>
                <a:latin typeface="Times New Roman"/>
                <a:cs typeface="Times New Roman"/>
              </a:rPr>
              <a:t>each other</a:t>
            </a:r>
            <a:r>
              <a:rPr lang="en-US">
                <a:latin typeface="Times New Roman"/>
                <a:cs typeface="Times New Roman"/>
              </a:rPr>
              <a:t> and </a:t>
            </a:r>
            <a:r>
              <a:rPr lang="en-US" dirty="0">
                <a:latin typeface="Times New Roman"/>
                <a:cs typeface="Times New Roman"/>
              </a:rPr>
              <a:t>they are linearly independent</a:t>
            </a:r>
          </a:p>
          <a:p>
            <a:pPr marL="342900" indent="-342900">
              <a:buFont typeface="Arial" panose="020B0604020202020204" pitchFamily="34" charset="0"/>
              <a:buChar char="•"/>
            </a:pPr>
            <a:r>
              <a:rPr lang="en-US" dirty="0">
                <a:latin typeface="Times New Roman"/>
                <a:cs typeface="Times New Roman"/>
              </a:rPr>
              <a:t>The first PC captures the most variation in the data, but the second PC captures the maximum variance that is orthogonal to the first PC</a:t>
            </a:r>
          </a:p>
          <a:p>
            <a:pPr marL="342900" indent="-342900">
              <a:buFont typeface="Arial" panose="020B0604020202020204" pitchFamily="34" charset="0"/>
              <a:buChar char="•"/>
            </a:pPr>
            <a:endParaRPr lang="en-US" dirty="0">
              <a:latin typeface="Times New Roman"/>
              <a:cs typeface="Times New Roman"/>
            </a:endParaRPr>
          </a:p>
          <a:p>
            <a:pPr marL="342900" indent="-342900">
              <a:buFont typeface="Arial" panose="020B0604020202020204" pitchFamily="34" charset="0"/>
              <a:buChar char="•"/>
            </a:pPr>
            <a:endParaRPr lang="en-US" dirty="0">
              <a:latin typeface="Times New Roman"/>
              <a:cs typeface="Times New Roman"/>
            </a:endParaRPr>
          </a:p>
          <a:p>
            <a:pPr marL="342900" indent="-342900">
              <a:buFont typeface="Arial" panose="020B0604020202020204" pitchFamily="34" charset="0"/>
              <a:buChar char="•"/>
            </a:pPr>
            <a:endParaRPr lang="en-US" dirty="0">
              <a:latin typeface="Times New Roman"/>
              <a:cs typeface="Times New Roman"/>
            </a:endParaRPr>
          </a:p>
        </p:txBody>
      </p:sp>
      <p:sp>
        <p:nvSpPr>
          <p:cNvPr id="3" name="AutoShape 2" descr="Principal Component Analysis - Geeksforgeeks">
            <a:extLst>
              <a:ext uri="{FF2B5EF4-FFF2-40B4-BE49-F238E27FC236}">
                <a16:creationId xmlns:a16="http://schemas.microsoft.com/office/drawing/2014/main" id="{AB3D4877-31EF-4899-837F-C64ED9B9062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0D47AE97-7DF1-4B49-8873-77693613F9D9}"/>
              </a:ext>
            </a:extLst>
          </p:cNvPr>
          <p:cNvPicPr>
            <a:picLocks noChangeAspect="1"/>
          </p:cNvPicPr>
          <p:nvPr/>
        </p:nvPicPr>
        <p:blipFill rotWithShape="1">
          <a:blip r:embed="rId2">
            <a:extLst>
              <a:ext uri="{28A0092B-C50C-407E-A947-70E740481C1C}">
                <a14:useLocalDpi xmlns:a14="http://schemas.microsoft.com/office/drawing/2010/main" val="0"/>
              </a:ext>
            </a:extLst>
          </a:blip>
          <a:srcRect l="5833" t="13011" r="7500" b="8332"/>
          <a:stretch/>
        </p:blipFill>
        <p:spPr>
          <a:xfrm>
            <a:off x="1676400" y="4495800"/>
            <a:ext cx="5029200" cy="2362200"/>
          </a:xfrm>
          <a:prstGeom prst="rect">
            <a:avLst/>
          </a:prstGeom>
        </p:spPr>
      </p:pic>
    </p:spTree>
    <p:extLst>
      <p:ext uri="{BB962C8B-B14F-4D97-AF65-F5344CB8AC3E}">
        <p14:creationId xmlns:p14="http://schemas.microsoft.com/office/powerpoint/2010/main" val="1812317164"/>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4909</TotalTime>
  <Words>4513</Words>
  <Application>Microsoft Office PowerPoint</Application>
  <PresentationFormat>On-screen Show (4:3)</PresentationFormat>
  <Paragraphs>715</Paragraphs>
  <Slides>75</Slides>
  <Notes>0</Notes>
  <HiddenSlides>43</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3</vt:i4>
      </vt:variant>
      <vt:variant>
        <vt:lpstr>Slide Titles</vt:lpstr>
      </vt:variant>
      <vt:variant>
        <vt:i4>75</vt:i4>
      </vt:variant>
    </vt:vector>
  </HeadingPairs>
  <TitlesOfParts>
    <vt:vector size="91" baseType="lpstr">
      <vt:lpstr>SimSun</vt:lpstr>
      <vt:lpstr>Arial</vt:lpstr>
      <vt:lpstr>Arial Unicode MS</vt:lpstr>
      <vt:lpstr>Cambria Math</vt:lpstr>
      <vt:lpstr>Courier New</vt:lpstr>
      <vt:lpstr>Helvetica</vt:lpstr>
      <vt:lpstr>Monotype Sorts</vt:lpstr>
      <vt:lpstr>Montserrat</vt:lpstr>
      <vt:lpstr>Symbol</vt:lpstr>
      <vt:lpstr>Times</vt:lpstr>
      <vt:lpstr>Times New Roman</vt:lpstr>
      <vt:lpstr>Wingdings</vt:lpstr>
      <vt:lpstr>Default Design</vt:lpstr>
      <vt:lpstr>Bitmap Image</vt:lpstr>
      <vt:lpstr>Chart</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Two Types of Clustering</vt:lpstr>
      <vt:lpstr>Desirable Properties of a Clustering Algorithm</vt:lpstr>
      <vt:lpstr>A Useful Tool for Summarizing Similarity Measurements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(How-to) Hierarchical Clustering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Up to this point we have simply assumed that we can measure similarity, but How do we measure similarity? </vt:lpstr>
      <vt:lpstr>PowerPoint Presentation</vt:lpstr>
      <vt:lpstr>PowerPoint Presentation</vt:lpstr>
      <vt:lpstr>PowerPoint Presentation</vt:lpstr>
      <vt:lpstr>PowerPoint Presentation</vt:lpstr>
      <vt:lpstr>PowerPoint Presentation</vt:lpstr>
      <vt:lpstr>K-means Clustering: Step 1</vt:lpstr>
      <vt:lpstr>K-means Clustering: Step 2</vt:lpstr>
      <vt:lpstr>K-means Clustering: Step 3</vt:lpstr>
      <vt:lpstr>K-means Clustering: Step 4</vt:lpstr>
      <vt:lpstr>K-means Clustering: Step 5</vt:lpstr>
      <vt:lpstr>Comments on the K-Means Method</vt:lpstr>
      <vt:lpstr>K-Means Clustering Hyperparameters</vt:lpstr>
      <vt:lpstr>K-Means++</vt:lpstr>
      <vt:lpstr>K-Means++</vt:lpstr>
      <vt:lpstr>The K-Medoids Clustering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Partitional Clustering Algorithms</vt:lpstr>
      <vt:lpstr>Partitional Clustering Algorithms</vt:lpstr>
      <vt:lpstr>Partitional Clustering Algorithms</vt:lpstr>
      <vt:lpstr>Partitional Clustering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Riasat Khan</cp:lastModifiedBy>
  <cp:revision>281</cp:revision>
  <dcterms:created xsi:type="dcterms:W3CDTF">1601-01-01T00:00:00Z</dcterms:created>
  <dcterms:modified xsi:type="dcterms:W3CDTF">2025-04-14T13:41:49Z</dcterms:modified>
</cp:coreProperties>
</file>