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58" r:id="rId2"/>
    <p:sldId id="257" r:id="rId3"/>
    <p:sldId id="256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244E1D-F689-49A7-9996-B3CB5532D057}" v="182" dt="2025-02-08T04:29:45.8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sat Khan" userId="826ac62dfbb52e43" providerId="LiveId" clId="{C8C61BD0-2A9E-49FC-8625-268DAF4D9FC9}"/>
    <pc:docChg chg="custSel addSld modSld">
      <pc:chgData name="Riasat Khan" userId="826ac62dfbb52e43" providerId="LiveId" clId="{C8C61BD0-2A9E-49FC-8625-268DAF4D9FC9}" dt="2025-02-03T05:26:34.353" v="226" actId="207"/>
      <pc:docMkLst>
        <pc:docMk/>
      </pc:docMkLst>
      <pc:sldChg chg="delSp modSp add mod">
        <pc:chgData name="Riasat Khan" userId="826ac62dfbb52e43" providerId="LiveId" clId="{C8C61BD0-2A9E-49FC-8625-268DAF4D9FC9}" dt="2025-02-03T05:26:34.353" v="226" actId="207"/>
        <pc:sldMkLst>
          <pc:docMk/>
          <pc:sldMk cId="3224789660" sldId="261"/>
        </pc:sldMkLst>
        <pc:spChg chg="mod">
          <ac:chgData name="Riasat Khan" userId="826ac62dfbb52e43" providerId="LiveId" clId="{C8C61BD0-2A9E-49FC-8625-268DAF4D9FC9}" dt="2025-02-03T05:14:09.350" v="83" actId="1076"/>
          <ac:spMkLst>
            <pc:docMk/>
            <pc:sldMk cId="3224789660" sldId="261"/>
            <ac:spMk id="2" creationId="{00000000-0000-0000-0000-000000000000}"/>
          </ac:spMkLst>
        </pc:spChg>
        <pc:spChg chg="mod">
          <ac:chgData name="Riasat Khan" userId="826ac62dfbb52e43" providerId="LiveId" clId="{C8C61BD0-2A9E-49FC-8625-268DAF4D9FC9}" dt="2025-02-03T05:26:34.353" v="226" actId="207"/>
          <ac:spMkLst>
            <pc:docMk/>
            <pc:sldMk cId="3224789660" sldId="261"/>
            <ac:spMk id="3" creationId="{00000000-0000-0000-0000-000000000000}"/>
          </ac:spMkLst>
        </pc:spChg>
      </pc:sldChg>
    </pc:docChg>
  </pc:docChgLst>
  <pc:docChgLst>
    <pc:chgData name="Riasat Khan" userId="826ac62dfbb52e43" providerId="LiveId" clId="{D7244E1D-F689-49A7-9996-B3CB5532D057}"/>
    <pc:docChg chg="undo custSel modSld sldOrd">
      <pc:chgData name="Riasat Khan" userId="826ac62dfbb52e43" providerId="LiveId" clId="{D7244E1D-F689-49A7-9996-B3CB5532D057}" dt="2025-02-08T04:29:45.805" v="678" actId="20577"/>
      <pc:docMkLst>
        <pc:docMk/>
      </pc:docMkLst>
      <pc:sldChg chg="modSp mod">
        <pc:chgData name="Riasat Khan" userId="826ac62dfbb52e43" providerId="LiveId" clId="{D7244E1D-F689-49A7-9996-B3CB5532D057}" dt="2025-02-02T14:40:52.457" v="453" actId="20577"/>
        <pc:sldMkLst>
          <pc:docMk/>
          <pc:sldMk cId="268575065" sldId="257"/>
        </pc:sldMkLst>
        <pc:spChg chg="mod">
          <ac:chgData name="Riasat Khan" userId="826ac62dfbb52e43" providerId="LiveId" clId="{D7244E1D-F689-49A7-9996-B3CB5532D057}" dt="2025-02-02T14:40:52.457" v="453" actId="20577"/>
          <ac:spMkLst>
            <pc:docMk/>
            <pc:sldMk cId="268575065" sldId="257"/>
            <ac:spMk id="3" creationId="{00000000-0000-0000-0000-000000000000}"/>
          </ac:spMkLst>
        </pc:spChg>
      </pc:sldChg>
      <pc:sldChg chg="modSp mod ord">
        <pc:chgData name="Riasat Khan" userId="826ac62dfbb52e43" providerId="LiveId" clId="{D7244E1D-F689-49A7-9996-B3CB5532D057}" dt="2025-02-08T04:29:45.805" v="678" actId="20577"/>
        <pc:sldMkLst>
          <pc:docMk/>
          <pc:sldMk cId="1973889541" sldId="258"/>
        </pc:sldMkLst>
        <pc:spChg chg="mod">
          <ac:chgData name="Riasat Khan" userId="826ac62dfbb52e43" providerId="LiveId" clId="{D7244E1D-F689-49A7-9996-B3CB5532D057}" dt="2025-02-08T04:27:47.665" v="531" actId="20577"/>
          <ac:spMkLst>
            <pc:docMk/>
            <pc:sldMk cId="1973889541" sldId="258"/>
            <ac:spMk id="2" creationId="{00000000-0000-0000-0000-000000000000}"/>
          </ac:spMkLst>
        </pc:spChg>
        <pc:spChg chg="mod">
          <ac:chgData name="Riasat Khan" userId="826ac62dfbb52e43" providerId="LiveId" clId="{D7244E1D-F689-49A7-9996-B3CB5532D057}" dt="2025-02-08T04:29:45.805" v="678" actId="20577"/>
          <ac:spMkLst>
            <pc:docMk/>
            <pc:sldMk cId="1973889541" sldId="258"/>
            <ac:spMk id="3" creationId="{00000000-0000-0000-0000-000000000000}"/>
          </ac:spMkLst>
        </pc:spChg>
      </pc:sldChg>
      <pc:sldChg chg="modSp mod">
        <pc:chgData name="Riasat Khan" userId="826ac62dfbb52e43" providerId="LiveId" clId="{D7244E1D-F689-49A7-9996-B3CB5532D057}" dt="2024-09-21T13:01:28.861" v="359" actId="27636"/>
        <pc:sldMkLst>
          <pc:docMk/>
          <pc:sldMk cId="1184979019" sldId="259"/>
        </pc:sldMkLst>
      </pc:sldChg>
      <pc:sldChg chg="addSp delSp modSp mod">
        <pc:chgData name="Riasat Khan" userId="826ac62dfbb52e43" providerId="LiveId" clId="{D7244E1D-F689-49A7-9996-B3CB5532D057}" dt="2024-09-21T13:02:24.426" v="389" actId="20577"/>
        <pc:sldMkLst>
          <pc:docMk/>
          <pc:sldMk cId="2307744248" sldId="260"/>
        </pc:sldMkLst>
      </pc:sldChg>
    </pc:docChg>
  </pc:docChgLst>
  <pc:docChgLst>
    <pc:chgData name="Riasat Khan" userId="826ac62dfbb52e43" providerId="LiveId" clId="{E2155E6E-2114-45AB-AC03-B12BFC9C529C}"/>
    <pc:docChg chg="undo custSel addSld delSld modSld sldOrd">
      <pc:chgData name="Riasat Khan" userId="826ac62dfbb52e43" providerId="LiveId" clId="{E2155E6E-2114-45AB-AC03-B12BFC9C529C}" dt="2022-09-28T11:52:24.821" v="375" actId="207"/>
      <pc:docMkLst>
        <pc:docMk/>
      </pc:docMkLst>
      <pc:sldChg chg="addSp delSp modSp mod">
        <pc:chgData name="Riasat Khan" userId="826ac62dfbb52e43" providerId="LiveId" clId="{E2155E6E-2114-45AB-AC03-B12BFC9C529C}" dt="2022-09-28T11:47:31.637" v="252" actId="6549"/>
        <pc:sldMkLst>
          <pc:docMk/>
          <pc:sldMk cId="37290295" sldId="256"/>
        </pc:sldMkLst>
      </pc:sldChg>
      <pc:sldChg chg="modSp add mod ord">
        <pc:chgData name="Riasat Khan" userId="826ac62dfbb52e43" providerId="LiveId" clId="{E2155E6E-2114-45AB-AC03-B12BFC9C529C}" dt="2022-09-28T11:44:18.004" v="69" actId="6549"/>
        <pc:sldMkLst>
          <pc:docMk/>
          <pc:sldMk cId="268575065" sldId="257"/>
        </pc:sldMkLst>
      </pc:sldChg>
      <pc:sldChg chg="modSp del mod">
        <pc:chgData name="Riasat Khan" userId="826ac62dfbb52e43" providerId="LiveId" clId="{E2155E6E-2114-45AB-AC03-B12BFC9C529C}" dt="2022-09-28T11:43:41.996" v="57" actId="47"/>
        <pc:sldMkLst>
          <pc:docMk/>
          <pc:sldMk cId="3429979730" sldId="257"/>
        </pc:sldMkLst>
      </pc:sldChg>
      <pc:sldChg chg="del">
        <pc:chgData name="Riasat Khan" userId="826ac62dfbb52e43" providerId="LiveId" clId="{E2155E6E-2114-45AB-AC03-B12BFC9C529C}" dt="2022-09-28T11:43:41.996" v="57" actId="47"/>
        <pc:sldMkLst>
          <pc:docMk/>
          <pc:sldMk cId="1745218358" sldId="258"/>
        </pc:sldMkLst>
      </pc:sldChg>
      <pc:sldChg chg="modSp add mod ord">
        <pc:chgData name="Riasat Khan" userId="826ac62dfbb52e43" providerId="LiveId" clId="{E2155E6E-2114-45AB-AC03-B12BFC9C529C}" dt="2022-09-28T11:45:47.070" v="140" actId="20577"/>
        <pc:sldMkLst>
          <pc:docMk/>
          <pc:sldMk cId="1973889541" sldId="258"/>
        </pc:sldMkLst>
      </pc:sldChg>
      <pc:sldChg chg="modSp add mod ord">
        <pc:chgData name="Riasat Khan" userId="826ac62dfbb52e43" providerId="LiveId" clId="{E2155E6E-2114-45AB-AC03-B12BFC9C529C}" dt="2022-09-28T11:52:24.821" v="375" actId="207"/>
        <pc:sldMkLst>
          <pc:docMk/>
          <pc:sldMk cId="1184979019" sldId="259"/>
        </pc:sldMkLst>
      </pc:sldChg>
      <pc:sldChg chg="del">
        <pc:chgData name="Riasat Khan" userId="826ac62dfbb52e43" providerId="LiveId" clId="{E2155E6E-2114-45AB-AC03-B12BFC9C529C}" dt="2022-09-28T11:43:41.996" v="57" actId="47"/>
        <pc:sldMkLst>
          <pc:docMk/>
          <pc:sldMk cId="1574642949" sldId="260"/>
        </pc:sldMkLst>
      </pc:sldChg>
      <pc:sldChg chg="modSp add mod ord">
        <pc:chgData name="Riasat Khan" userId="826ac62dfbb52e43" providerId="LiveId" clId="{E2155E6E-2114-45AB-AC03-B12BFC9C529C}" dt="2022-09-28T11:51:43.086" v="337" actId="20577"/>
        <pc:sldMkLst>
          <pc:docMk/>
          <pc:sldMk cId="2307744248" sldId="260"/>
        </pc:sldMkLst>
      </pc:sldChg>
      <pc:sldChg chg="del">
        <pc:chgData name="Riasat Khan" userId="826ac62dfbb52e43" providerId="LiveId" clId="{E2155E6E-2114-45AB-AC03-B12BFC9C529C}" dt="2022-09-28T11:43:41.996" v="57" actId="47"/>
        <pc:sldMkLst>
          <pc:docMk/>
          <pc:sldMk cId="2317507426" sldId="262"/>
        </pc:sldMkLst>
      </pc:sldChg>
      <pc:sldChg chg="del">
        <pc:chgData name="Riasat Khan" userId="826ac62dfbb52e43" providerId="LiveId" clId="{E2155E6E-2114-45AB-AC03-B12BFC9C529C}" dt="2022-09-28T11:43:41.996" v="57" actId="47"/>
        <pc:sldMkLst>
          <pc:docMk/>
          <pc:sldMk cId="3549036067" sldId="263"/>
        </pc:sldMkLst>
      </pc:sldChg>
      <pc:sldChg chg="del">
        <pc:chgData name="Riasat Khan" userId="826ac62dfbb52e43" providerId="LiveId" clId="{E2155E6E-2114-45AB-AC03-B12BFC9C529C}" dt="2022-09-28T11:43:41.996" v="57" actId="47"/>
        <pc:sldMkLst>
          <pc:docMk/>
          <pc:sldMk cId="3692368059" sldId="264"/>
        </pc:sldMkLst>
      </pc:sldChg>
      <pc:sldChg chg="del">
        <pc:chgData name="Riasat Khan" userId="826ac62dfbb52e43" providerId="LiveId" clId="{E2155E6E-2114-45AB-AC03-B12BFC9C529C}" dt="2022-09-28T11:43:41.996" v="57" actId="47"/>
        <pc:sldMkLst>
          <pc:docMk/>
          <pc:sldMk cId="1036208686" sldId="265"/>
        </pc:sldMkLst>
      </pc:sldChg>
      <pc:sldChg chg="del">
        <pc:chgData name="Riasat Khan" userId="826ac62dfbb52e43" providerId="LiveId" clId="{E2155E6E-2114-45AB-AC03-B12BFC9C529C}" dt="2022-09-28T11:43:41.996" v="57" actId="47"/>
        <pc:sldMkLst>
          <pc:docMk/>
          <pc:sldMk cId="2143516643" sldId="266"/>
        </pc:sldMkLst>
      </pc:sldChg>
      <pc:sldChg chg="del">
        <pc:chgData name="Riasat Khan" userId="826ac62dfbb52e43" providerId="LiveId" clId="{E2155E6E-2114-45AB-AC03-B12BFC9C529C}" dt="2022-09-28T11:43:41.996" v="57" actId="47"/>
        <pc:sldMkLst>
          <pc:docMk/>
          <pc:sldMk cId="2172862156" sldId="267"/>
        </pc:sldMkLst>
      </pc:sldChg>
      <pc:sldChg chg="del">
        <pc:chgData name="Riasat Khan" userId="826ac62dfbb52e43" providerId="LiveId" clId="{E2155E6E-2114-45AB-AC03-B12BFC9C529C}" dt="2022-09-28T11:43:41.996" v="57" actId="47"/>
        <pc:sldMkLst>
          <pc:docMk/>
          <pc:sldMk cId="3587779337" sldId="268"/>
        </pc:sldMkLst>
      </pc:sldChg>
    </pc:docChg>
  </pc:docChgLst>
  <pc:docChgLst>
    <pc:chgData name="Riasat Khan" userId="826ac62dfbb52e43" providerId="LiveId" clId="{D29D1FED-FAC1-4A7F-97D2-AEAA346ADFC2}"/>
    <pc:docChg chg="custSel modSld">
      <pc:chgData name="Riasat Khan" userId="826ac62dfbb52e43" providerId="LiveId" clId="{D29D1FED-FAC1-4A7F-97D2-AEAA346ADFC2}" dt="2023-02-08T08:21:30.065" v="129" actId="207"/>
      <pc:docMkLst>
        <pc:docMk/>
      </pc:docMkLst>
      <pc:sldChg chg="modSp mod">
        <pc:chgData name="Riasat Khan" userId="826ac62dfbb52e43" providerId="LiveId" clId="{D29D1FED-FAC1-4A7F-97D2-AEAA346ADFC2}" dt="2023-02-08T08:17:52.037" v="4" actId="20577"/>
        <pc:sldMkLst>
          <pc:docMk/>
          <pc:sldMk cId="268575065" sldId="257"/>
        </pc:sldMkLst>
      </pc:sldChg>
      <pc:sldChg chg="modSp mod">
        <pc:chgData name="Riasat Khan" userId="826ac62dfbb52e43" providerId="LiveId" clId="{D29D1FED-FAC1-4A7F-97D2-AEAA346ADFC2}" dt="2023-02-08T08:18:14.785" v="18" actId="20577"/>
        <pc:sldMkLst>
          <pc:docMk/>
          <pc:sldMk cId="1973889541" sldId="258"/>
        </pc:sldMkLst>
      </pc:sldChg>
      <pc:sldChg chg="addSp delSp modSp mod">
        <pc:chgData name="Riasat Khan" userId="826ac62dfbb52e43" providerId="LiveId" clId="{D29D1FED-FAC1-4A7F-97D2-AEAA346ADFC2}" dt="2023-02-08T08:21:06.639" v="110" actId="6549"/>
        <pc:sldMkLst>
          <pc:docMk/>
          <pc:sldMk cId="1184979019" sldId="259"/>
        </pc:sldMkLst>
      </pc:sldChg>
      <pc:sldChg chg="modSp mod">
        <pc:chgData name="Riasat Khan" userId="826ac62dfbb52e43" providerId="LiveId" clId="{D29D1FED-FAC1-4A7F-97D2-AEAA346ADFC2}" dt="2023-02-08T08:21:30.065" v="129" actId="207"/>
        <pc:sldMkLst>
          <pc:docMk/>
          <pc:sldMk cId="2307744248" sldId="260"/>
        </pc:sldMkLst>
      </pc:sldChg>
    </pc:docChg>
  </pc:docChgLst>
  <pc:docChgLst>
    <pc:chgData name="Riasat Khan" userId="826ac62dfbb52e43" providerId="LiveId" clId="{67E440BE-1539-41D5-8EE8-3BBFBE8041E9}"/>
    <pc:docChg chg="custSel addSld modSld">
      <pc:chgData name="Riasat Khan" userId="826ac62dfbb52e43" providerId="LiveId" clId="{67E440BE-1539-41D5-8EE8-3BBFBE8041E9}" dt="2021-03-22T16:07:41.273" v="437" actId="207"/>
      <pc:docMkLst>
        <pc:docMk/>
      </pc:docMkLst>
      <pc:sldChg chg="modSp mod">
        <pc:chgData name="Riasat Khan" userId="826ac62dfbb52e43" providerId="LiveId" clId="{67E440BE-1539-41D5-8EE8-3BBFBE8041E9}" dt="2021-03-22T14:22:59.213" v="420" actId="20577"/>
        <pc:sldMkLst>
          <pc:docMk/>
          <pc:sldMk cId="37290295" sldId="256"/>
        </pc:sldMkLst>
      </pc:sldChg>
      <pc:sldChg chg="modSp mod">
        <pc:chgData name="Riasat Khan" userId="826ac62dfbb52e43" providerId="LiveId" clId="{67E440BE-1539-41D5-8EE8-3BBFBE8041E9}" dt="2021-03-22T10:21:25.222" v="419" actId="207"/>
        <pc:sldMkLst>
          <pc:docMk/>
          <pc:sldMk cId="3429979730" sldId="257"/>
        </pc:sldMkLst>
      </pc:sldChg>
      <pc:sldChg chg="modSp mod">
        <pc:chgData name="Riasat Khan" userId="826ac62dfbb52e43" providerId="LiveId" clId="{67E440BE-1539-41D5-8EE8-3BBFBE8041E9}" dt="2021-03-22T14:23:39.641" v="421" actId="207"/>
        <pc:sldMkLst>
          <pc:docMk/>
          <pc:sldMk cId="1745218358" sldId="258"/>
        </pc:sldMkLst>
      </pc:sldChg>
      <pc:sldChg chg="modSp mod">
        <pc:chgData name="Riasat Khan" userId="826ac62dfbb52e43" providerId="LiveId" clId="{67E440BE-1539-41D5-8EE8-3BBFBE8041E9}" dt="2021-03-22T10:14:11.675" v="356" actId="27636"/>
        <pc:sldMkLst>
          <pc:docMk/>
          <pc:sldMk cId="1574642949" sldId="260"/>
        </pc:sldMkLst>
      </pc:sldChg>
      <pc:sldChg chg="modSp mod">
        <pc:chgData name="Riasat Khan" userId="826ac62dfbb52e43" providerId="LiveId" clId="{67E440BE-1539-41D5-8EE8-3BBFBE8041E9}" dt="2021-03-22T10:20:49.125" v="418" actId="20577"/>
        <pc:sldMkLst>
          <pc:docMk/>
          <pc:sldMk cId="2317507426" sldId="262"/>
        </pc:sldMkLst>
      </pc:sldChg>
      <pc:sldChg chg="modSp mod">
        <pc:chgData name="Riasat Khan" userId="826ac62dfbb52e43" providerId="LiveId" clId="{67E440BE-1539-41D5-8EE8-3BBFBE8041E9}" dt="2021-03-22T16:07:41.273" v="437" actId="207"/>
        <pc:sldMkLst>
          <pc:docMk/>
          <pc:sldMk cId="1036208686" sldId="265"/>
        </pc:sldMkLst>
      </pc:sldChg>
      <pc:sldChg chg="mod modShow">
        <pc:chgData name="Riasat Khan" userId="826ac62dfbb52e43" providerId="LiveId" clId="{67E440BE-1539-41D5-8EE8-3BBFBE8041E9}" dt="2021-03-21T05:23:46.008" v="87" actId="729"/>
        <pc:sldMkLst>
          <pc:docMk/>
          <pc:sldMk cId="2143516643" sldId="266"/>
        </pc:sldMkLst>
      </pc:sldChg>
      <pc:sldChg chg="modSp mod">
        <pc:chgData name="Riasat Khan" userId="826ac62dfbb52e43" providerId="LiveId" clId="{67E440BE-1539-41D5-8EE8-3BBFBE8041E9}" dt="2021-03-22T10:08:56.998" v="144" actId="313"/>
        <pc:sldMkLst>
          <pc:docMk/>
          <pc:sldMk cId="2172862156" sldId="267"/>
        </pc:sldMkLst>
      </pc:sldChg>
      <pc:sldChg chg="modSp add mod">
        <pc:chgData name="Riasat Khan" userId="826ac62dfbb52e43" providerId="LiveId" clId="{67E440BE-1539-41D5-8EE8-3BBFBE8041E9}" dt="2021-03-22T16:07:26.817" v="436" actId="20577"/>
        <pc:sldMkLst>
          <pc:docMk/>
          <pc:sldMk cId="3587779337" sldId="268"/>
        </pc:sldMkLst>
      </pc:sldChg>
    </pc:docChg>
  </pc:docChgLst>
  <pc:docChgLst>
    <pc:chgData name="Riasat Khan" userId="826ac62dfbb52e43" providerId="LiveId" clId="{F2ECCB42-8EE1-4711-B5D9-A23EF0C8124E}"/>
    <pc:docChg chg="undo custSel modSld">
      <pc:chgData name="Riasat Khan" userId="826ac62dfbb52e43" providerId="LiveId" clId="{F2ECCB42-8EE1-4711-B5D9-A23EF0C8124E}" dt="2022-09-30T05:40:26.182" v="200" actId="20577"/>
      <pc:docMkLst>
        <pc:docMk/>
      </pc:docMkLst>
      <pc:sldChg chg="modSp mod">
        <pc:chgData name="Riasat Khan" userId="826ac62dfbb52e43" providerId="LiveId" clId="{F2ECCB42-8EE1-4711-B5D9-A23EF0C8124E}" dt="2022-09-30T05:40:26.182" v="200" actId="20577"/>
        <pc:sldMkLst>
          <pc:docMk/>
          <pc:sldMk cId="1973889541" sldId="258"/>
        </pc:sldMkLst>
      </pc:sldChg>
      <pc:sldChg chg="modSp mod">
        <pc:chgData name="Riasat Khan" userId="826ac62dfbb52e43" providerId="LiveId" clId="{F2ECCB42-8EE1-4711-B5D9-A23EF0C8124E}" dt="2022-09-30T05:29:50.162" v="139" actId="20577"/>
        <pc:sldMkLst>
          <pc:docMk/>
          <pc:sldMk cId="1184979019" sldId="259"/>
        </pc:sldMkLst>
      </pc:sldChg>
      <pc:sldChg chg="modSp mod">
        <pc:chgData name="Riasat Khan" userId="826ac62dfbb52e43" providerId="LiveId" clId="{F2ECCB42-8EE1-4711-B5D9-A23EF0C8124E}" dt="2022-09-30T05:28:29.365" v="48" actId="20577"/>
        <pc:sldMkLst>
          <pc:docMk/>
          <pc:sldMk cId="2307744248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14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96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3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92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38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4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042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8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86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190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08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18B72-D384-4F3F-9040-7379602035E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87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mendeley.com/datasets/wj9rwkp9c2/1" TargetMode="External"/><Relationship Id="rId2" Type="http://schemas.openxmlformats.org/officeDocument/2006/relationships/hyperlink" Target="https://archive.ics.uci.edu/dataset/1031/dataset+for+assessing+mathematics+learning+in+higher+educatio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r>
              <a:rPr lang="en-US"/>
              <a:t>Guidelines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685800"/>
                <a:ext cx="9144000" cy="6172200"/>
              </a:xfrm>
            </p:spPr>
            <p:txBody>
              <a:bodyPr>
                <a:normAutofit fontScale="77500" lnSpcReduction="20000"/>
              </a:bodyPr>
              <a:lstStyle/>
              <a:p>
                <a:pPr algn="l" rtl="0"/>
                <a:r>
                  <a:rPr lang="en-US" b="0" i="0">
                    <a:solidFill>
                      <a:srgbClr val="FF0000"/>
                    </a:solidFill>
                    <a:effectLst/>
                    <a:latin typeface="inherit"/>
                  </a:rPr>
                  <a:t>Project Proposal Presentation on </a:t>
                </a:r>
                <a:r>
                  <a:rPr lang="en-US">
                    <a:solidFill>
                      <a:srgbClr val="FF0000"/>
                    </a:solidFill>
                    <a:latin typeface="inherit"/>
                  </a:rPr>
                  <a:t>Tuesday</a:t>
                </a:r>
                <a:r>
                  <a:rPr lang="en-US" b="0" i="0">
                    <a:solidFill>
                      <a:srgbClr val="FF0000"/>
                    </a:solidFill>
                    <a:effectLst/>
                    <a:latin typeface="inherit"/>
                  </a:rPr>
                  <a:t> (11/02/2025) from 08:30 PM at Google Meet</a:t>
                </a:r>
              </a:p>
              <a:p>
                <a:pPr algn="l" rtl="0"/>
                <a:r>
                  <a:rPr lang="en-US" b="0" i="0">
                    <a:solidFill>
                      <a:srgbClr val="FF0000"/>
                    </a:solidFill>
                    <a:effectLst/>
                    <a:latin typeface="inherit"/>
                  </a:rPr>
                  <a:t>https://meet.google.com/auu-fjbn-zah</a:t>
                </a:r>
              </a:p>
              <a:p>
                <a:pPr marL="0" indent="0" algn="l" rtl="0">
                  <a:buNone/>
                </a:pPr>
                <a:r>
                  <a:rPr lang="en-US" b="0" i="0">
                    <a:solidFill>
                      <a:srgbClr val="FF0000"/>
                    </a:solidFill>
                    <a:effectLst/>
                    <a:latin typeface="inherit"/>
                  </a:rPr>
                  <a:t>• 4-5 members will form a group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>
                    <a:solidFill>
                      <a:srgbClr val="FF0000"/>
                    </a:solidFill>
                    <a:latin typeface="inherit"/>
                  </a:rPr>
                  <a:t> ideas from EACH group</a:t>
                </a:r>
              </a:p>
              <a:p>
                <a:r>
                  <a:rPr lang="en-US" b="0" i="0">
                    <a:solidFill>
                      <a:srgbClr val="FF0000"/>
                    </a:solidFill>
                    <a:effectLst/>
                    <a:latin typeface="inherit"/>
                  </a:rPr>
                  <a:t>ALL members has to present</a:t>
                </a:r>
              </a:p>
              <a:p>
                <a:pPr marL="0" indent="0" algn="l" rtl="0">
                  <a:buNone/>
                </a:pPr>
                <a:r>
                  <a:rPr lang="en-US" b="0" i="0">
                    <a:solidFill>
                      <a:srgbClr val="FF0000"/>
                    </a:solidFill>
                    <a:effectLst/>
                    <a:latin typeface="inherit"/>
                  </a:rPr>
                  <a:t>• 2-3 slides (3-5 minutes): each member</a:t>
                </a:r>
              </a:p>
              <a:p>
                <a:r>
                  <a:rPr lang="en-US">
                    <a:solidFill>
                      <a:srgbClr val="FF0000"/>
                    </a:solidFill>
                    <a:latin typeface="inherit"/>
                  </a:rPr>
                  <a:t>Try to keep AT LEAST one member with ML prior knowledge</a:t>
                </a:r>
              </a:p>
              <a:p>
                <a:r>
                  <a:rPr lang="en-US">
                    <a:solidFill>
                      <a:srgbClr val="FF0000"/>
                    </a:solidFill>
                  </a:rPr>
                  <a:t>***Must be Journal paper from IEEE, Nature, Springer, Elsevier, MDPI, Wiley, Taylor Francis, ACM, </a:t>
                </a:r>
                <a:r>
                  <a:rPr lang="en-US" err="1">
                    <a:solidFill>
                      <a:srgbClr val="FF0000"/>
                    </a:solidFill>
                  </a:rPr>
                  <a:t>Hindawi</a:t>
                </a:r>
                <a:r>
                  <a:rPr lang="en-US">
                    <a:solidFill>
                      <a:srgbClr val="FF0000"/>
                    </a:solidFill>
                  </a:rPr>
                  <a:t>, IGI, Oxford University Press of 2024</a:t>
                </a:r>
              </a:p>
              <a:p>
                <a:r>
                  <a:rPr lang="en-US">
                    <a:solidFill>
                      <a:srgbClr val="FF0000"/>
                    </a:solidFill>
                    <a:latin typeface="inherit"/>
                  </a:rPr>
                  <a:t>RECENT (2023 or later) data from UCI ML, </a:t>
                </a:r>
                <a:r>
                  <a:rPr lang="en-US" err="1">
                    <a:solidFill>
                      <a:srgbClr val="FF0000"/>
                    </a:solidFill>
                    <a:latin typeface="inherit"/>
                  </a:rPr>
                  <a:t>OpenML</a:t>
                </a:r>
                <a:r>
                  <a:rPr lang="en-US">
                    <a:solidFill>
                      <a:srgbClr val="FF0000"/>
                    </a:solidFill>
                    <a:latin typeface="inherit"/>
                  </a:rPr>
                  <a:t>, Google Dataset, Awesome Public, Data.gov, World Bank Open Data, Meta AI, Kaggle, Statista, etc.</a:t>
                </a:r>
              </a:p>
              <a:p>
                <a:r>
                  <a:rPr lang="en-US" b="1">
                    <a:solidFill>
                      <a:srgbClr val="FF0000"/>
                    </a:solidFill>
                    <a:latin typeface="inherit"/>
                  </a:rPr>
                  <a:t>Add Dataset details and one RECENT journal paper</a:t>
                </a:r>
              </a:p>
              <a:p>
                <a:r>
                  <a:rPr lang="en-US" b="0" i="0">
                    <a:solidFill>
                      <a:srgbClr val="FF0000"/>
                    </a:solidFill>
                    <a:effectLst/>
                    <a:latin typeface="inherit"/>
                  </a:rPr>
                  <a:t>https://docs.google.com/document/d/1_4lvYGP2l1KAJLUc92RanLMoeIUxaW9NIk-qbwlnF-U/edit?usp=sharing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85800"/>
                <a:ext cx="9144000" cy="6172200"/>
              </a:xfrm>
              <a:blipFill>
                <a:blip r:embed="rId2"/>
                <a:stretch>
                  <a:fillRect l="-1067" t="-1877" b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889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3600450"/>
          </a:xfrm>
        </p:spPr>
        <p:txBody>
          <a:bodyPr/>
          <a:lstStyle/>
          <a:p>
            <a:r>
              <a:rPr lang="en-US"/>
              <a:t>CSE445</a:t>
            </a:r>
            <a:br>
              <a:rPr lang="en-US"/>
            </a:br>
            <a:r>
              <a:rPr lang="en-US"/>
              <a:t>Project Proposal</a:t>
            </a:r>
            <a:br>
              <a:rPr lang="en-US"/>
            </a:br>
            <a:r>
              <a:rPr lang="en-US"/>
              <a:t>Presentation</a:t>
            </a:r>
            <a:br>
              <a:rPr lang="en-US"/>
            </a:br>
            <a:r>
              <a:rPr lang="en-US">
                <a:solidFill>
                  <a:srgbClr val="FF0000"/>
                </a:solidFill>
              </a:rPr>
              <a:t>Group: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Student Name:</a:t>
            </a:r>
          </a:p>
          <a:p>
            <a:r>
              <a:rPr lang="en-US"/>
              <a:t>Student ID:</a:t>
            </a:r>
          </a:p>
          <a:p>
            <a:r>
              <a:rPr lang="en-US"/>
              <a:t>/02/2025</a:t>
            </a:r>
          </a:p>
        </p:txBody>
      </p:sp>
    </p:spTree>
    <p:extLst>
      <p:ext uri="{BB962C8B-B14F-4D97-AF65-F5344CB8AC3E}">
        <p14:creationId xmlns:p14="http://schemas.microsoft.com/office/powerpoint/2010/main" val="268575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>
            <a:normAutofit/>
          </a:bodyPr>
          <a:lstStyle/>
          <a:p>
            <a:r>
              <a:rPr lang="en-US" b="1"/>
              <a:t>Diabetes prediction using Machine Learning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CSE445</a:t>
            </a:r>
          </a:p>
          <a:p>
            <a:r>
              <a:rPr lang="en-US"/>
              <a:t>Project Proposal</a:t>
            </a:r>
          </a:p>
        </p:txBody>
      </p:sp>
    </p:spTree>
    <p:extLst>
      <p:ext uri="{BB962C8B-B14F-4D97-AF65-F5344CB8AC3E}">
        <p14:creationId xmlns:p14="http://schemas.microsoft.com/office/powerpoint/2010/main" val="37290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 fontScale="90000"/>
          </a:bodyPr>
          <a:lstStyle/>
          <a:p>
            <a:r>
              <a:rPr lang="en-US"/>
              <a:t>Diabetes prediction 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7638"/>
            <a:ext cx="9144000" cy="5440362"/>
          </a:xfrm>
        </p:spPr>
        <p:txBody>
          <a:bodyPr>
            <a:normAutofit lnSpcReduction="10000"/>
          </a:bodyPr>
          <a:lstStyle/>
          <a:p>
            <a:r>
              <a:rPr lang="en-US"/>
              <a:t>Regression or </a:t>
            </a:r>
            <a:r>
              <a:rPr lang="en-US">
                <a:solidFill>
                  <a:srgbClr val="FF0000"/>
                </a:solidFill>
              </a:rPr>
              <a:t>classification</a:t>
            </a:r>
            <a:r>
              <a:rPr lang="en-US"/>
              <a:t> problem? </a:t>
            </a:r>
            <a:r>
              <a:rPr lang="en-US">
                <a:solidFill>
                  <a:srgbClr val="FF0000"/>
                </a:solidFill>
              </a:rPr>
              <a:t>Classification</a:t>
            </a:r>
          </a:p>
          <a:p>
            <a:r>
              <a:rPr lang="en-US"/>
              <a:t>What the system will predict? </a:t>
            </a:r>
            <a:r>
              <a:rPr lang="en-US">
                <a:solidFill>
                  <a:srgbClr val="FF0000"/>
                </a:solidFill>
              </a:rPr>
              <a:t>Diabetes</a:t>
            </a:r>
          </a:p>
          <a:p>
            <a:r>
              <a:rPr lang="en-US"/>
              <a:t>How many classes/categories: </a:t>
            </a:r>
            <a:r>
              <a:rPr lang="en-US">
                <a:solidFill>
                  <a:srgbClr val="FF0000"/>
                </a:solidFill>
              </a:rPr>
              <a:t>2 in this case (binary classifier)</a:t>
            </a:r>
          </a:p>
          <a:p>
            <a:r>
              <a:rPr lang="en-US"/>
              <a:t>Name of the classes? </a:t>
            </a:r>
            <a:r>
              <a:rPr lang="en-US">
                <a:solidFill>
                  <a:srgbClr val="FF0000"/>
                </a:solidFill>
              </a:rPr>
              <a:t>Diabetes: Yes (1) or No (0)</a:t>
            </a:r>
          </a:p>
          <a:p>
            <a:r>
              <a:rPr lang="en-US"/>
              <a:t>How many samples? </a:t>
            </a:r>
            <a:r>
              <a:rPr lang="en-US">
                <a:solidFill>
                  <a:srgbClr val="FF0000"/>
                </a:solidFill>
              </a:rPr>
              <a:t>768</a:t>
            </a:r>
          </a:p>
          <a:p>
            <a:r>
              <a:rPr lang="en-US"/>
              <a:t>How many features? </a:t>
            </a:r>
            <a:r>
              <a:rPr lang="en-US">
                <a:solidFill>
                  <a:srgbClr val="FF0000"/>
                </a:solidFill>
              </a:rPr>
              <a:t>8</a:t>
            </a:r>
          </a:p>
          <a:p>
            <a:r>
              <a:rPr lang="en-US"/>
              <a:t>Name of the features? </a:t>
            </a:r>
            <a:r>
              <a:rPr lang="en-US">
                <a:solidFill>
                  <a:srgbClr val="FF0000"/>
                </a:solidFill>
              </a:rPr>
              <a:t># of pregnancies, Glucose, Blood Pressure, BMI, Skin thickness, insulin level, age, Diabetes pedigree function  </a:t>
            </a:r>
          </a:p>
        </p:txBody>
      </p:sp>
    </p:spTree>
    <p:extLst>
      <p:ext uri="{BB962C8B-B14F-4D97-AF65-F5344CB8AC3E}">
        <p14:creationId xmlns:p14="http://schemas.microsoft.com/office/powerpoint/2010/main" val="1184979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Required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Pima Indians Diabetes Database: 07/10/2024</a:t>
            </a:r>
          </a:p>
          <a:p>
            <a:pPr marL="0" indent="0">
              <a:buNone/>
            </a:pPr>
            <a:r>
              <a:rPr lang="en-US">
                <a:hlinkClick r:id="rId2"/>
              </a:rPr>
              <a:t>https://archive.ics.uci.edu/dataset/1031/dataset+for+assessing+mathematics+learning+in+higher+education</a:t>
            </a:r>
            <a:endParaRPr lang="en-US"/>
          </a:p>
          <a:p>
            <a:pPr marL="0" indent="0">
              <a:buNone/>
            </a:pPr>
            <a:r>
              <a:rPr lang="en-US"/>
              <a:t>2. LMCH Iraqi Dataset: 18/07/2020</a:t>
            </a:r>
          </a:p>
          <a:p>
            <a:pPr marL="0" indent="0">
              <a:buNone/>
            </a:pPr>
            <a:r>
              <a:rPr lang="en-US">
                <a:hlinkClick r:id="rId3"/>
              </a:rPr>
              <a:t>https://data.mendeley.com/datasets/wj9rwkp9c2/1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***Please provide the dataset source***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3. </a:t>
            </a:r>
            <a:r>
              <a:rPr lang="en-US" sz="2800"/>
              <a:t>What are the features in the dataset? Eight Features</a:t>
            </a:r>
          </a:p>
          <a:p>
            <a:pPr marL="0" indent="0">
              <a:buNone/>
            </a:pPr>
            <a:endParaRPr lang="en-US">
              <a:solidFill>
                <a:srgbClr val="FF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B43107-7C0C-6E3D-2903-94551FF47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584194"/>
              </p:ext>
            </p:extLst>
          </p:nvPr>
        </p:nvGraphicFramePr>
        <p:xfrm>
          <a:off x="152400" y="5257801"/>
          <a:ext cx="5867400" cy="1647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3196">
                  <a:extLst>
                    <a:ext uri="{9D8B030D-6E8A-4147-A177-3AD203B41FA5}">
                      <a16:colId xmlns:a16="http://schemas.microsoft.com/office/drawing/2014/main" val="3626656711"/>
                    </a:ext>
                  </a:extLst>
                </a:gridCol>
                <a:gridCol w="1913196">
                  <a:extLst>
                    <a:ext uri="{9D8B030D-6E8A-4147-A177-3AD203B41FA5}">
                      <a16:colId xmlns:a16="http://schemas.microsoft.com/office/drawing/2014/main" val="633996916"/>
                    </a:ext>
                  </a:extLst>
                </a:gridCol>
                <a:gridCol w="2041008">
                  <a:extLst>
                    <a:ext uri="{9D8B030D-6E8A-4147-A177-3AD203B41FA5}">
                      <a16:colId xmlns:a16="http://schemas.microsoft.com/office/drawing/2014/main" val="3174722977"/>
                    </a:ext>
                  </a:extLst>
                </a:gridCol>
              </a:tblGrid>
              <a:tr h="50113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Pregnancies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Skin Thickness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Diabetes pedigree function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66338040"/>
                  </a:ext>
                </a:extLst>
              </a:tr>
              <a:tr h="43962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Glucose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Insulin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Age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96903205"/>
                  </a:ext>
                </a:extLst>
              </a:tr>
              <a:tr h="65944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Blood Pressure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BMI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84148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744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7"/>
            <a:ext cx="8229600" cy="1143000"/>
          </a:xfrm>
        </p:spPr>
        <p:txBody>
          <a:bodyPr/>
          <a:lstStyle/>
          <a:p>
            <a:r>
              <a:rPr lang="en-US"/>
              <a:t>Recent Journal Papers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Link</a:t>
            </a:r>
            <a:r>
              <a:rPr lang="en-US"/>
              <a:t>: https://www.nature.com/articles/s41598-024-78519-8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Title</a:t>
            </a:r>
            <a:r>
              <a:rPr lang="en-US"/>
              <a:t>: Robust diabetic prediction using ensemble machine learning models with synthetic minority over-sampling technique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Year</a:t>
            </a:r>
            <a:r>
              <a:rPr lang="en-US"/>
              <a:t>: 2024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Novelty</a:t>
            </a:r>
            <a:r>
              <a:rPr lang="en-US"/>
              <a:t>: Robust framework for diabetes prediction using Synthetic Minority Over-sampling Technique (SMOTE) with ensemble machine learning techniques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***Must be Journal paper from IEEE, Nature, Springer, Elsevier, MDPI, Wiley, Taylor Francis, ACM, </a:t>
            </a:r>
            <a:r>
              <a:rPr lang="en-US" err="1">
                <a:solidFill>
                  <a:srgbClr val="FF0000"/>
                </a:solidFill>
              </a:rPr>
              <a:t>Hindawi</a:t>
            </a:r>
            <a:r>
              <a:rPr lang="en-US">
                <a:solidFill>
                  <a:srgbClr val="FF0000"/>
                </a:solidFill>
              </a:rPr>
              <a:t>, IGI, Oxford University Press of 2024</a:t>
            </a:r>
          </a:p>
          <a:p>
            <a:pPr marL="0" indent="0">
              <a:buNone/>
            </a:pP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789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Guidelines</vt:lpstr>
      <vt:lpstr>CSE445 Project Proposal Presentation Group: 1</vt:lpstr>
      <vt:lpstr>Diabetes prediction using Machine Learning</vt:lpstr>
      <vt:lpstr>Diabetes prediction using Machine Learning</vt:lpstr>
      <vt:lpstr>Required Dataset</vt:lpstr>
      <vt:lpstr>Recent Journal Papers</vt:lpstr>
    </vt:vector>
  </TitlesOfParts>
  <Company>FIU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Senior Design Project Proposal Report</dc:title>
  <dc:creator>Riasat</dc:creator>
  <cp:revision>1</cp:revision>
  <dcterms:created xsi:type="dcterms:W3CDTF">2020-07-29T06:06:38Z</dcterms:created>
  <dcterms:modified xsi:type="dcterms:W3CDTF">2025-02-08T04:30:05Z</dcterms:modified>
</cp:coreProperties>
</file>