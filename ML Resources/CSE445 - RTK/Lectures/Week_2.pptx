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34"/>
  </p:notesMasterIdLst>
  <p:sldIdLst>
    <p:sldId id="256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88" r:id="rId10"/>
    <p:sldId id="268" r:id="rId11"/>
    <p:sldId id="291" r:id="rId12"/>
    <p:sldId id="292" r:id="rId13"/>
    <p:sldId id="289" r:id="rId14"/>
    <p:sldId id="286" r:id="rId15"/>
    <p:sldId id="273" r:id="rId16"/>
    <p:sldId id="274" r:id="rId17"/>
    <p:sldId id="275" r:id="rId18"/>
    <p:sldId id="276" r:id="rId19"/>
    <p:sldId id="277" r:id="rId20"/>
    <p:sldId id="278" r:id="rId21"/>
    <p:sldId id="287" r:id="rId22"/>
    <p:sldId id="290" r:id="rId23"/>
    <p:sldId id="269" r:id="rId24"/>
    <p:sldId id="270" r:id="rId25"/>
    <p:sldId id="271" r:id="rId26"/>
    <p:sldId id="272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embeddedFontLs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Calibri Light" panose="020F0302020204030204" pitchFamily="34" charset="0"/>
      <p:regular r:id="rId39"/>
      <p:italic r:id="rId40"/>
    </p:embeddedFont>
    <p:embeddedFont>
      <p:font typeface="Cambria Math" panose="02040503050406030204" pitchFamily="18" charset="0"/>
      <p:regular r:id="rId41"/>
    </p:embeddedFont>
    <p:embeddedFont>
      <p:font typeface="Century Gothic" panose="020B0502020202020204" pitchFamily="34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hRXHoYn45WOPxIhnpchbNwdwj/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3F53AF-51E7-47D8-A4BD-958715E318C1}">
  <a:tblStyle styleId="{693F53AF-51E7-47D8-A4BD-958715E318C1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2E7E6"/>
          </a:solidFill>
        </a:fill>
      </a:tcStyle>
    </a:wholeTbl>
    <a:band1H>
      <a:tcTxStyle/>
      <a:tcStyle>
        <a:tcBdr/>
        <a:fill>
          <a:solidFill>
            <a:srgbClr val="E3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3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sat Khan" userId="826ac62dfbb52e43" providerId="LiveId" clId="{88632CEE-C7CB-49DF-AC98-432DE3E4582F}"/>
    <pc:docChg chg="undo custSel addSld delSld modSld sldOrd">
      <pc:chgData name="Riasat Khan" userId="826ac62dfbb52e43" providerId="LiveId" clId="{88632CEE-C7CB-49DF-AC98-432DE3E4582F}" dt="2024-09-07T13:38:13.279" v="1716" actId="20577"/>
      <pc:docMkLst>
        <pc:docMk/>
      </pc:docMkLst>
      <pc:sldChg chg="addSp delSp modSp mod">
        <pc:chgData name="Riasat Khan" userId="826ac62dfbb52e43" providerId="LiveId" clId="{88632CEE-C7CB-49DF-AC98-432DE3E4582F}" dt="2022-10-05T10:07:55.342" v="3"/>
        <pc:sldMkLst>
          <pc:docMk/>
          <pc:sldMk cId="0" sldId="256"/>
        </pc:sldMkLst>
        <pc:spChg chg="add mod">
          <ac:chgData name="Riasat Khan" userId="826ac62dfbb52e43" providerId="LiveId" clId="{88632CEE-C7CB-49DF-AC98-432DE3E4582F}" dt="2022-10-05T10:07:55.342" v="3"/>
          <ac:spMkLst>
            <pc:docMk/>
            <pc:sldMk cId="0" sldId="256"/>
            <ac:spMk id="3" creationId="{A9678840-78F1-0B97-266B-8FA2989C6B07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56"/>
            <ac:spMk id="151" creationId="{00000000-0000-0000-0000-000000000000}"/>
          </ac:spMkLst>
        </pc:spChg>
        <pc:spChg chg="del">
          <ac:chgData name="Riasat Khan" userId="826ac62dfbb52e43" providerId="LiveId" clId="{88632CEE-C7CB-49DF-AC98-432DE3E4582F}" dt="2022-10-05T10:04:49.488" v="0" actId="478"/>
          <ac:spMkLst>
            <pc:docMk/>
            <pc:sldMk cId="0" sldId="256"/>
            <ac:spMk id="152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56"/>
            <ac:spMk id="153" creationId="{00000000-0000-0000-0000-000000000000}"/>
          </ac:spMkLst>
        </pc:spChg>
      </pc:sldChg>
      <pc:sldChg chg="del">
        <pc:chgData name="Riasat Khan" userId="826ac62dfbb52e43" providerId="LiveId" clId="{88632CEE-C7CB-49DF-AC98-432DE3E4582F}" dt="2022-10-05T10:05:08.245" v="1" actId="47"/>
        <pc:sldMkLst>
          <pc:docMk/>
          <pc:sldMk cId="0" sldId="257"/>
        </pc:sldMkLst>
      </pc:sldChg>
      <pc:sldChg chg="modSp mod">
        <pc:chgData name="Riasat Khan" userId="826ac62dfbb52e43" providerId="LiveId" clId="{88632CEE-C7CB-49DF-AC98-432DE3E4582F}" dt="2024-02-17T03:29:24.289" v="1688" actId="207"/>
        <pc:sldMkLst>
          <pc:docMk/>
          <pc:sldMk cId="0" sldId="260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60"/>
            <ac:spMk id="179" creationId="{00000000-0000-0000-0000-000000000000}"/>
          </ac:spMkLst>
        </pc:spChg>
        <pc:spChg chg="mod">
          <ac:chgData name="Riasat Khan" userId="826ac62dfbb52e43" providerId="LiveId" clId="{88632CEE-C7CB-49DF-AC98-432DE3E4582F}" dt="2024-02-17T03:29:24.289" v="1688" actId="207"/>
          <ac:spMkLst>
            <pc:docMk/>
            <pc:sldMk cId="0" sldId="260"/>
            <ac:spMk id="180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60"/>
            <ac:spMk id="181" creationId="{00000000-0000-0000-0000-000000000000}"/>
          </ac:spMkLst>
        </pc:spChg>
      </pc:sldChg>
      <pc:sldChg chg="del">
        <pc:chgData name="Riasat Khan" userId="826ac62dfbb52e43" providerId="LiveId" clId="{88632CEE-C7CB-49DF-AC98-432DE3E4582F}" dt="2022-10-05T10:07:33.406" v="2" actId="47"/>
        <pc:sldMkLst>
          <pc:docMk/>
          <pc:sldMk cId="0" sldId="261"/>
        </pc:sldMkLst>
      </pc:sldChg>
      <pc:sldChg chg="modSp mod">
        <pc:chgData name="Riasat Khan" userId="826ac62dfbb52e43" providerId="LiveId" clId="{88632CEE-C7CB-49DF-AC98-432DE3E4582F}" dt="2022-10-05T10:11:14.855" v="41" actId="20577"/>
        <pc:sldMkLst>
          <pc:docMk/>
          <pc:sldMk cId="0" sldId="262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62"/>
            <ac:spMk id="193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11:14.855" v="41" actId="20577"/>
          <ac:spMkLst>
            <pc:docMk/>
            <pc:sldMk cId="0" sldId="262"/>
            <ac:spMk id="194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62"/>
            <ac:spMk id="195" creationId="{00000000-0000-0000-0000-000000000000}"/>
          </ac:spMkLst>
        </pc:spChg>
      </pc:sldChg>
      <pc:sldChg chg="modSp mod">
        <pc:chgData name="Riasat Khan" userId="826ac62dfbb52e43" providerId="LiveId" clId="{88632CEE-C7CB-49DF-AC98-432DE3E4582F}" dt="2022-10-05T10:16:48.134" v="93"/>
        <pc:sldMkLst>
          <pc:docMk/>
          <pc:sldMk cId="0" sldId="263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63"/>
            <ac:spMk id="200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16:48.134" v="93"/>
          <ac:spMkLst>
            <pc:docMk/>
            <pc:sldMk cId="0" sldId="263"/>
            <ac:spMk id="201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63"/>
            <ac:spMk id="202" creationId="{00000000-0000-0000-0000-000000000000}"/>
          </ac:spMkLst>
        </pc:spChg>
      </pc:sldChg>
      <pc:sldChg chg="addSp modSp mod">
        <pc:chgData name="Riasat Khan" userId="826ac62dfbb52e43" providerId="LiveId" clId="{88632CEE-C7CB-49DF-AC98-432DE3E4582F}" dt="2024-02-17T03:39:55.590" v="1691" actId="14100"/>
        <pc:sldMkLst>
          <pc:docMk/>
          <pc:sldMk cId="0" sldId="264"/>
        </pc:sldMkLst>
        <pc:spChg chg="add mod">
          <ac:chgData name="Riasat Khan" userId="826ac62dfbb52e43" providerId="LiveId" clId="{88632CEE-C7CB-49DF-AC98-432DE3E4582F}" dt="2022-10-05T11:25:12.103" v="284" actId="207"/>
          <ac:spMkLst>
            <pc:docMk/>
            <pc:sldMk cId="0" sldId="264"/>
            <ac:spMk id="3" creationId="{4BA7848C-5580-4AA3-3241-94ED8C2F11AE}"/>
          </ac:spMkLst>
        </pc:spChg>
        <pc:spChg chg="add mod">
          <ac:chgData name="Riasat Khan" userId="826ac62dfbb52e43" providerId="LiveId" clId="{88632CEE-C7CB-49DF-AC98-432DE3E4582F}" dt="2024-02-17T03:39:55.590" v="1691" actId="14100"/>
          <ac:spMkLst>
            <pc:docMk/>
            <pc:sldMk cId="0" sldId="264"/>
            <ac:spMk id="4" creationId="{B62B9308-172E-0535-F1A6-2E31EE4D8443}"/>
          </ac:spMkLst>
        </pc:spChg>
        <pc:spChg chg="mod">
          <ac:chgData name="Riasat Khan" userId="826ac62dfbb52e43" providerId="LiveId" clId="{88632CEE-C7CB-49DF-AC98-432DE3E4582F}" dt="2022-10-16T16:42:32.465" v="1597" actId="14100"/>
          <ac:spMkLst>
            <pc:docMk/>
            <pc:sldMk cId="0" sldId="264"/>
            <ac:spMk id="207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64"/>
            <ac:spMk id="210" creationId="{00000000-0000-0000-0000-000000000000}"/>
          </ac:spMkLst>
        </pc:spChg>
      </pc:sldChg>
      <pc:sldChg chg="modSp mod">
        <pc:chgData name="Riasat Khan" userId="826ac62dfbb52e43" providerId="LiveId" clId="{88632CEE-C7CB-49DF-AC98-432DE3E4582F}" dt="2024-09-07T13:38:13.279" v="1716" actId="20577"/>
        <pc:sldMkLst>
          <pc:docMk/>
          <pc:sldMk cId="0" sldId="265"/>
        </pc:sldMkLst>
        <pc:spChg chg="mod">
          <ac:chgData name="Riasat Khan" userId="826ac62dfbb52e43" providerId="LiveId" clId="{88632CEE-C7CB-49DF-AC98-432DE3E4582F}" dt="2024-09-07T13:38:13.279" v="1716" actId="20577"/>
          <ac:spMkLst>
            <pc:docMk/>
            <pc:sldMk cId="0" sldId="265"/>
            <ac:spMk id="215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18:21.721" v="101" actId="20577"/>
          <ac:spMkLst>
            <pc:docMk/>
            <pc:sldMk cId="0" sldId="265"/>
            <ac:spMk id="216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65"/>
            <ac:spMk id="217" creationId="{00000000-0000-0000-0000-000000000000}"/>
          </ac:spMkLst>
        </pc:spChg>
      </pc:sldChg>
      <pc:sldChg chg="modSp mod">
        <pc:chgData name="Riasat Khan" userId="826ac62dfbb52e43" providerId="LiveId" clId="{88632CEE-C7CB-49DF-AC98-432DE3E4582F}" dt="2022-10-05T14:26:10.086" v="884" actId="14100"/>
        <pc:sldMkLst>
          <pc:docMk/>
          <pc:sldMk cId="0" sldId="266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66"/>
            <ac:spMk id="222" creationId="{00000000-0000-0000-0000-000000000000}"/>
          </ac:spMkLst>
        </pc:spChg>
        <pc:spChg chg="mod">
          <ac:chgData name="Riasat Khan" userId="826ac62dfbb52e43" providerId="LiveId" clId="{88632CEE-C7CB-49DF-AC98-432DE3E4582F}" dt="2022-10-05T14:26:10.086" v="884" actId="14100"/>
          <ac:spMkLst>
            <pc:docMk/>
            <pc:sldMk cId="0" sldId="266"/>
            <ac:spMk id="223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66"/>
            <ac:spMk id="224" creationId="{00000000-0000-0000-0000-000000000000}"/>
          </ac:spMkLst>
        </pc:spChg>
      </pc:sldChg>
      <pc:sldChg chg="addSp modSp mod">
        <pc:chgData name="Riasat Khan" userId="826ac62dfbb52e43" providerId="LiveId" clId="{88632CEE-C7CB-49DF-AC98-432DE3E4582F}" dt="2022-10-05T14:00:22.301" v="676" actId="20577"/>
        <pc:sldMkLst>
          <pc:docMk/>
          <pc:sldMk cId="0" sldId="267"/>
        </pc:sldMkLst>
        <pc:spChg chg="add mod">
          <ac:chgData name="Riasat Khan" userId="826ac62dfbb52e43" providerId="LiveId" clId="{88632CEE-C7CB-49DF-AC98-432DE3E4582F}" dt="2022-10-05T14:00:22.301" v="676" actId="20577"/>
          <ac:spMkLst>
            <pc:docMk/>
            <pc:sldMk cId="0" sldId="267"/>
            <ac:spMk id="3" creationId="{2D371663-45FF-275D-B9A7-E8B8C39DEF8E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67"/>
            <ac:spMk id="229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67"/>
            <ac:spMk id="231" creationId="{00000000-0000-0000-0000-000000000000}"/>
          </ac:spMkLst>
        </pc:spChg>
        <pc:graphicFrameChg chg="mod modGraphic">
          <ac:chgData name="Riasat Khan" userId="826ac62dfbb52e43" providerId="LiveId" clId="{88632CEE-C7CB-49DF-AC98-432DE3E4582F}" dt="2022-10-05T13:42:30.283" v="630" actId="1076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 mod">
        <pc:chgData name="Riasat Khan" userId="826ac62dfbb52e43" providerId="LiveId" clId="{88632CEE-C7CB-49DF-AC98-432DE3E4582F}" dt="2022-10-05T10:20:32.605" v="149" actId="1076"/>
        <pc:sldMkLst>
          <pc:docMk/>
          <pc:sldMk cId="0" sldId="268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68"/>
            <ac:spMk id="237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68"/>
            <ac:spMk id="238" creationId="{00000000-0000-0000-0000-000000000000}"/>
          </ac:spMkLst>
        </pc:spChg>
        <pc:picChg chg="mod modCrop">
          <ac:chgData name="Riasat Khan" userId="826ac62dfbb52e43" providerId="LiveId" clId="{88632CEE-C7CB-49DF-AC98-432DE3E4582F}" dt="2022-10-05T10:20:32.605" v="149" actId="1076"/>
          <ac:picMkLst>
            <pc:docMk/>
            <pc:sldMk cId="0" sldId="268"/>
            <ac:picMk id="239" creationId="{00000000-0000-0000-0000-000000000000}"/>
          </ac:picMkLst>
        </pc:picChg>
      </pc:sldChg>
      <pc:sldChg chg="modSp mod">
        <pc:chgData name="Riasat Khan" userId="826ac62dfbb52e43" providerId="LiveId" clId="{88632CEE-C7CB-49DF-AC98-432DE3E4582F}" dt="2022-10-05T10:21:52.172" v="155" actId="27636"/>
        <pc:sldMkLst>
          <pc:docMk/>
          <pc:sldMk cId="0" sldId="269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69"/>
            <ac:spMk id="244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21:52.172" v="155" actId="27636"/>
          <ac:spMkLst>
            <pc:docMk/>
            <pc:sldMk cId="0" sldId="269"/>
            <ac:spMk id="245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69"/>
            <ac:spMk id="246" creationId="{00000000-0000-0000-0000-000000000000}"/>
          </ac:spMkLst>
        </pc:spChg>
      </pc:sldChg>
      <pc:sldChg chg="modSp mod">
        <pc:chgData name="Riasat Khan" userId="826ac62dfbb52e43" providerId="LiveId" clId="{88632CEE-C7CB-49DF-AC98-432DE3E4582F}" dt="2022-10-24T12:04:46.453" v="1686" actId="14100"/>
        <pc:sldMkLst>
          <pc:docMk/>
          <pc:sldMk cId="0" sldId="270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70"/>
            <ac:spMk id="251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70"/>
            <ac:spMk id="252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70"/>
            <ac:spMk id="253" creationId="{00000000-0000-0000-0000-000000000000}"/>
          </ac:spMkLst>
        </pc:spChg>
        <pc:picChg chg="mod">
          <ac:chgData name="Riasat Khan" userId="826ac62dfbb52e43" providerId="LiveId" clId="{88632CEE-C7CB-49DF-AC98-432DE3E4582F}" dt="2022-10-24T12:04:46.453" v="1686" actId="14100"/>
          <ac:picMkLst>
            <pc:docMk/>
            <pc:sldMk cId="0" sldId="270"/>
            <ac:picMk id="254" creationId="{00000000-0000-0000-0000-000000000000}"/>
          </ac:picMkLst>
        </pc:picChg>
      </pc:sldChg>
      <pc:sldChg chg="addSp modSp mod">
        <pc:chgData name="Riasat Khan" userId="826ac62dfbb52e43" providerId="LiveId" clId="{88632CEE-C7CB-49DF-AC98-432DE3E4582F}" dt="2022-10-24T12:12:44.409" v="1687" actId="732"/>
        <pc:sldMkLst>
          <pc:docMk/>
          <pc:sldMk cId="0" sldId="271"/>
        </pc:sldMkLst>
        <pc:spChg chg="add mod">
          <ac:chgData name="Riasat Khan" userId="826ac62dfbb52e43" providerId="LiveId" clId="{88632CEE-C7CB-49DF-AC98-432DE3E4582F}" dt="2022-10-14T16:04:07.750" v="1563" actId="20577"/>
          <ac:spMkLst>
            <pc:docMk/>
            <pc:sldMk cId="0" sldId="271"/>
            <ac:spMk id="3" creationId="{0D72889E-1FE1-358E-B3D6-A3B891B286B2}"/>
          </ac:spMkLst>
        </pc:spChg>
        <pc:spChg chg="mod">
          <ac:chgData name="Riasat Khan" userId="826ac62dfbb52e43" providerId="LiveId" clId="{88632CEE-C7CB-49DF-AC98-432DE3E4582F}" dt="2022-10-14T16:02:21.094" v="1524" actId="14100"/>
          <ac:spMkLst>
            <pc:docMk/>
            <pc:sldMk cId="0" sldId="271"/>
            <ac:spMk id="259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71"/>
            <ac:spMk id="260" creationId="{00000000-0000-0000-0000-000000000000}"/>
          </ac:spMkLst>
        </pc:spChg>
        <pc:picChg chg="mod modCrop">
          <ac:chgData name="Riasat Khan" userId="826ac62dfbb52e43" providerId="LiveId" clId="{88632CEE-C7CB-49DF-AC98-432DE3E4582F}" dt="2022-10-24T12:12:44.409" v="1687" actId="732"/>
          <ac:picMkLst>
            <pc:docMk/>
            <pc:sldMk cId="0" sldId="271"/>
            <ac:picMk id="263" creationId="{00000000-0000-0000-0000-000000000000}"/>
          </ac:picMkLst>
        </pc:picChg>
        <pc:cxnChg chg="mod">
          <ac:chgData name="Riasat Khan" userId="826ac62dfbb52e43" providerId="LiveId" clId="{88632CEE-C7CB-49DF-AC98-432DE3E4582F}" dt="2022-10-24T12:12:44.409" v="1687" actId="732"/>
          <ac:cxnSpMkLst>
            <pc:docMk/>
            <pc:sldMk cId="0" sldId="271"/>
            <ac:cxnSpMk id="265" creationId="{00000000-0000-0000-0000-000000000000}"/>
          </ac:cxnSpMkLst>
        </pc:cxnChg>
      </pc:sldChg>
      <pc:sldChg chg="addSp modSp mod">
        <pc:chgData name="Riasat Khan" userId="826ac62dfbb52e43" providerId="LiveId" clId="{88632CEE-C7CB-49DF-AC98-432DE3E4582F}" dt="2022-10-14T16:09:21.821" v="1595" actId="20577"/>
        <pc:sldMkLst>
          <pc:docMk/>
          <pc:sldMk cId="0" sldId="272"/>
        </pc:sldMkLst>
        <pc:spChg chg="add mod">
          <ac:chgData name="Riasat Khan" userId="826ac62dfbb52e43" providerId="LiveId" clId="{88632CEE-C7CB-49DF-AC98-432DE3E4582F}" dt="2022-10-14T16:09:21.821" v="1595" actId="20577"/>
          <ac:spMkLst>
            <pc:docMk/>
            <pc:sldMk cId="0" sldId="272"/>
            <ac:spMk id="3" creationId="{92F18F92-811B-EE97-41D9-B02D9F8CFFE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72"/>
            <ac:spMk id="270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72"/>
            <ac:spMk id="272" creationId="{00000000-0000-0000-0000-000000000000}"/>
          </ac:spMkLst>
        </pc:spChg>
      </pc:sldChg>
      <pc:sldChg chg="modSp del">
        <pc:chgData name="Riasat Khan" userId="826ac62dfbb52e43" providerId="LiveId" clId="{88632CEE-C7CB-49DF-AC98-432DE3E4582F}" dt="2022-10-16T17:09:48.832" v="1602" actId="2696"/>
        <pc:sldMkLst>
          <pc:docMk/>
          <pc:sldMk cId="3321123870" sldId="273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3321123870" sldId="273"/>
            <ac:spMk id="277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3321123870" sldId="273"/>
            <ac:spMk id="278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3321123870" sldId="273"/>
            <ac:spMk id="279" creationId="{00000000-0000-0000-0000-000000000000}"/>
          </ac:spMkLst>
        </pc:spChg>
      </pc:sldChg>
      <pc:sldChg chg="modSp del">
        <pc:chgData name="Riasat Khan" userId="826ac62dfbb52e43" providerId="LiveId" clId="{88632CEE-C7CB-49DF-AC98-432DE3E4582F}" dt="2022-10-16T17:09:48.832" v="1602" actId="2696"/>
        <pc:sldMkLst>
          <pc:docMk/>
          <pc:sldMk cId="2295700465" sldId="274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2295700465" sldId="274"/>
            <ac:spMk id="284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2295700465" sldId="274"/>
            <ac:spMk id="286" creationId="{00000000-0000-0000-0000-000000000000}"/>
          </ac:spMkLst>
        </pc:spChg>
      </pc:sldChg>
      <pc:sldChg chg="add">
        <pc:chgData name="Riasat Khan" userId="826ac62dfbb52e43" providerId="LiveId" clId="{88632CEE-C7CB-49DF-AC98-432DE3E4582F}" dt="2022-10-16T17:09:56.450" v="1603"/>
        <pc:sldMkLst>
          <pc:docMk/>
          <pc:sldMk cId="47236894" sldId="275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47236894" sldId="275"/>
            <ac:spMk id="292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47236894" sldId="275"/>
            <ac:spMk id="294" creationId="{00000000-0000-0000-0000-000000000000}"/>
          </ac:spMkLst>
        </pc:spChg>
      </pc:sldChg>
      <pc:sldChg chg="modSp del">
        <pc:chgData name="Riasat Khan" userId="826ac62dfbb52e43" providerId="LiveId" clId="{88632CEE-C7CB-49DF-AC98-432DE3E4582F}" dt="2022-10-16T17:09:48.832" v="1602" actId="2696"/>
        <pc:sldMkLst>
          <pc:docMk/>
          <pc:sldMk cId="1675365396" sldId="276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1675365396" sldId="276"/>
            <ac:spMk id="300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1675365396" sldId="276"/>
            <ac:spMk id="302" creationId="{00000000-0000-0000-0000-000000000000}"/>
          </ac:spMkLst>
        </pc:spChg>
      </pc:sldChg>
      <pc:sldChg chg="add">
        <pc:chgData name="Riasat Khan" userId="826ac62dfbb52e43" providerId="LiveId" clId="{88632CEE-C7CB-49DF-AC98-432DE3E4582F}" dt="2022-10-16T17:09:56.450" v="1603"/>
        <pc:sldMkLst>
          <pc:docMk/>
          <pc:sldMk cId="2063376482" sldId="277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2063376482" sldId="277"/>
            <ac:spMk id="307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2063376482" sldId="277"/>
            <ac:spMk id="309" creationId="{00000000-0000-0000-0000-000000000000}"/>
          </ac:spMkLst>
        </pc:spChg>
        <pc:picChg chg="mod">
          <ac:chgData name="Riasat Khan" userId="826ac62dfbb52e43" providerId="LiveId" clId="{88632CEE-C7CB-49DF-AC98-432DE3E4582F}" dt="2022-10-05T10:07:55.342" v="3"/>
          <ac:picMkLst>
            <pc:docMk/>
            <pc:sldMk cId="2063376482" sldId="277"/>
            <ac:picMk id="308" creationId="{00000000-0000-0000-0000-000000000000}"/>
          </ac:picMkLst>
        </pc:picChg>
      </pc:sldChg>
      <pc:sldChg chg="modSp del">
        <pc:chgData name="Riasat Khan" userId="826ac62dfbb52e43" providerId="LiveId" clId="{88632CEE-C7CB-49DF-AC98-432DE3E4582F}" dt="2022-10-16T17:09:48.832" v="1602" actId="2696"/>
        <pc:sldMkLst>
          <pc:docMk/>
          <pc:sldMk cId="1219224649" sldId="278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1219224649" sldId="278"/>
            <ac:spMk id="314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1219224649" sldId="278"/>
            <ac:spMk id="316" creationId="{00000000-0000-0000-0000-000000000000}"/>
          </ac:spMkLst>
        </pc:spChg>
        <pc:picChg chg="mod">
          <ac:chgData name="Riasat Khan" userId="826ac62dfbb52e43" providerId="LiveId" clId="{88632CEE-C7CB-49DF-AC98-432DE3E4582F}" dt="2022-10-05T10:07:55.342" v="3"/>
          <ac:picMkLst>
            <pc:docMk/>
            <pc:sldMk cId="1219224649" sldId="278"/>
            <ac:picMk id="315" creationId="{00000000-0000-0000-0000-000000000000}"/>
          </ac:picMkLst>
        </pc:picChg>
      </pc:sldChg>
      <pc:sldChg chg="modSp del">
        <pc:chgData name="Riasat Khan" userId="826ac62dfbb52e43" providerId="LiveId" clId="{88632CEE-C7CB-49DF-AC98-432DE3E4582F}" dt="2022-10-16T17:09:38.561" v="1601" actId="47"/>
        <pc:sldMkLst>
          <pc:docMk/>
          <pc:sldMk cId="0" sldId="279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79"/>
            <ac:spMk id="322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79"/>
            <ac:spMk id="323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79"/>
            <ac:spMk id="324" creationId="{00000000-0000-0000-0000-000000000000}"/>
          </ac:spMkLst>
        </pc:spChg>
      </pc:sldChg>
      <pc:sldChg chg="modSp">
        <pc:chgData name="Riasat Khan" userId="826ac62dfbb52e43" providerId="LiveId" clId="{88632CEE-C7CB-49DF-AC98-432DE3E4582F}" dt="2022-10-05T10:07:55.342" v="3"/>
        <pc:sldMkLst>
          <pc:docMk/>
          <pc:sldMk cId="0" sldId="280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80"/>
            <ac:spMk id="330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80"/>
            <ac:spMk id="331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80"/>
            <ac:spMk id="332" creationId="{00000000-0000-0000-0000-000000000000}"/>
          </ac:spMkLst>
        </pc:spChg>
      </pc:sldChg>
      <pc:sldChg chg="modSp">
        <pc:chgData name="Riasat Khan" userId="826ac62dfbb52e43" providerId="LiveId" clId="{88632CEE-C7CB-49DF-AC98-432DE3E4582F}" dt="2022-10-05T10:07:55.342" v="3"/>
        <pc:sldMkLst>
          <pc:docMk/>
          <pc:sldMk cId="0" sldId="281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81"/>
            <ac:spMk id="338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81"/>
            <ac:spMk id="339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81"/>
            <ac:spMk id="340" creationId="{00000000-0000-0000-0000-000000000000}"/>
          </ac:spMkLst>
        </pc:spChg>
      </pc:sldChg>
      <pc:sldChg chg="modSp">
        <pc:chgData name="Riasat Khan" userId="826ac62dfbb52e43" providerId="LiveId" clId="{88632CEE-C7CB-49DF-AC98-432DE3E4582F}" dt="2022-10-05T10:07:55.342" v="3"/>
        <pc:sldMkLst>
          <pc:docMk/>
          <pc:sldMk cId="0" sldId="282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82"/>
            <ac:spMk id="346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82"/>
            <ac:spMk id="347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82"/>
            <ac:spMk id="348" creationId="{00000000-0000-0000-0000-000000000000}"/>
          </ac:spMkLst>
        </pc:spChg>
      </pc:sldChg>
      <pc:sldChg chg="modSp">
        <pc:chgData name="Riasat Khan" userId="826ac62dfbb52e43" providerId="LiveId" clId="{88632CEE-C7CB-49DF-AC98-432DE3E4582F}" dt="2022-10-05T10:07:55.342" v="3"/>
        <pc:sldMkLst>
          <pc:docMk/>
          <pc:sldMk cId="0" sldId="283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83"/>
            <ac:spMk id="354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83"/>
            <ac:spMk id="355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83"/>
            <ac:spMk id="356" creationId="{00000000-0000-0000-0000-000000000000}"/>
          </ac:spMkLst>
        </pc:spChg>
      </pc:sldChg>
      <pc:sldChg chg="modSp">
        <pc:chgData name="Riasat Khan" userId="826ac62dfbb52e43" providerId="LiveId" clId="{88632CEE-C7CB-49DF-AC98-432DE3E4582F}" dt="2022-10-05T10:07:55.342" v="3"/>
        <pc:sldMkLst>
          <pc:docMk/>
          <pc:sldMk cId="0" sldId="284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84"/>
            <ac:spMk id="362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84"/>
            <ac:spMk id="363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84"/>
            <ac:spMk id="364" creationId="{00000000-0000-0000-0000-000000000000}"/>
          </ac:spMkLst>
        </pc:spChg>
      </pc:sldChg>
      <pc:sldChg chg="modSp">
        <pc:chgData name="Riasat Khan" userId="826ac62dfbb52e43" providerId="LiveId" clId="{88632CEE-C7CB-49DF-AC98-432DE3E4582F}" dt="2022-10-05T10:07:55.342" v="3"/>
        <pc:sldMkLst>
          <pc:docMk/>
          <pc:sldMk cId="0" sldId="285"/>
        </pc:sldMkLst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85"/>
            <ac:spMk id="370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85"/>
            <ac:spMk id="371" creationId="{00000000-0000-0000-0000-000000000000}"/>
          </ac:spMkLst>
        </pc:spChg>
        <pc:spChg chg="mod">
          <ac:chgData name="Riasat Khan" userId="826ac62dfbb52e43" providerId="LiveId" clId="{88632CEE-C7CB-49DF-AC98-432DE3E4582F}" dt="2022-10-05T10:07:55.342" v="3"/>
          <ac:spMkLst>
            <pc:docMk/>
            <pc:sldMk cId="0" sldId="285"/>
            <ac:spMk id="372" creationId="{00000000-0000-0000-0000-000000000000}"/>
          </ac:spMkLst>
        </pc:spChg>
      </pc:sldChg>
      <pc:sldChg chg="modSp add mod ord">
        <pc:chgData name="Riasat Khan" userId="826ac62dfbb52e43" providerId="LiveId" clId="{88632CEE-C7CB-49DF-AC98-432DE3E4582F}" dt="2022-10-16T17:04:45.621" v="1600" actId="14100"/>
        <pc:sldMkLst>
          <pc:docMk/>
          <pc:sldMk cId="3765852062" sldId="286"/>
        </pc:sldMkLst>
        <pc:spChg chg="mod">
          <ac:chgData name="Riasat Khan" userId="826ac62dfbb52e43" providerId="LiveId" clId="{88632CEE-C7CB-49DF-AC98-432DE3E4582F}" dt="2022-10-05T13:04:08.639" v="335" actId="20577"/>
          <ac:spMkLst>
            <pc:docMk/>
            <pc:sldMk cId="3765852062" sldId="286"/>
            <ac:spMk id="222" creationId="{00000000-0000-0000-0000-000000000000}"/>
          </ac:spMkLst>
        </pc:spChg>
        <pc:spChg chg="mod">
          <ac:chgData name="Riasat Khan" userId="826ac62dfbb52e43" providerId="LiveId" clId="{88632CEE-C7CB-49DF-AC98-432DE3E4582F}" dt="2022-10-16T17:04:45.621" v="1600" actId="14100"/>
          <ac:spMkLst>
            <pc:docMk/>
            <pc:sldMk cId="3765852062" sldId="286"/>
            <ac:spMk id="223" creationId="{00000000-0000-0000-0000-000000000000}"/>
          </ac:spMkLst>
        </pc:spChg>
      </pc:sldChg>
      <pc:sldChg chg="modSp add mod">
        <pc:chgData name="Riasat Khan" userId="826ac62dfbb52e43" providerId="LiveId" clId="{88632CEE-C7CB-49DF-AC98-432DE3E4582F}" dt="2022-10-05T15:47:53.267" v="1307" actId="20577"/>
        <pc:sldMkLst>
          <pc:docMk/>
          <pc:sldMk cId="2571106860" sldId="287"/>
        </pc:sldMkLst>
        <pc:spChg chg="mod">
          <ac:chgData name="Riasat Khan" userId="826ac62dfbb52e43" providerId="LiveId" clId="{88632CEE-C7CB-49DF-AC98-432DE3E4582F}" dt="2022-10-05T13:16:21.349" v="391" actId="1076"/>
          <ac:spMkLst>
            <pc:docMk/>
            <pc:sldMk cId="2571106860" sldId="287"/>
            <ac:spMk id="222" creationId="{00000000-0000-0000-0000-000000000000}"/>
          </ac:spMkLst>
        </pc:spChg>
        <pc:spChg chg="mod">
          <ac:chgData name="Riasat Khan" userId="826ac62dfbb52e43" providerId="LiveId" clId="{88632CEE-C7CB-49DF-AC98-432DE3E4582F}" dt="2022-10-05T15:47:53.267" v="1307" actId="20577"/>
          <ac:spMkLst>
            <pc:docMk/>
            <pc:sldMk cId="2571106860" sldId="287"/>
            <ac:spMk id="223" creationId="{00000000-0000-0000-0000-000000000000}"/>
          </ac:spMkLst>
        </pc:spChg>
      </pc:sldChg>
      <pc:sldChg chg="addSp modSp add mod">
        <pc:chgData name="Riasat Khan" userId="826ac62dfbb52e43" providerId="LiveId" clId="{88632CEE-C7CB-49DF-AC98-432DE3E4582F}" dt="2022-10-18T03:14:32.619" v="1685" actId="1076"/>
        <pc:sldMkLst>
          <pc:docMk/>
          <pc:sldMk cId="2209239223" sldId="288"/>
        </pc:sldMkLst>
        <pc:spChg chg="mod">
          <ac:chgData name="Riasat Khan" userId="826ac62dfbb52e43" providerId="LiveId" clId="{88632CEE-C7CB-49DF-AC98-432DE3E4582F}" dt="2022-10-05T14:31:46.874" v="915"/>
          <ac:spMkLst>
            <pc:docMk/>
            <pc:sldMk cId="2209239223" sldId="288"/>
            <ac:spMk id="222" creationId="{00000000-0000-0000-0000-000000000000}"/>
          </ac:spMkLst>
        </pc:spChg>
        <pc:spChg chg="mod">
          <ac:chgData name="Riasat Khan" userId="826ac62dfbb52e43" providerId="LiveId" clId="{88632CEE-C7CB-49DF-AC98-432DE3E4582F}" dt="2022-10-18T03:14:09.056" v="1679" actId="20577"/>
          <ac:spMkLst>
            <pc:docMk/>
            <pc:sldMk cId="2209239223" sldId="288"/>
            <ac:spMk id="223" creationId="{00000000-0000-0000-0000-000000000000}"/>
          </ac:spMkLst>
        </pc:spChg>
        <pc:picChg chg="add mod modCrop">
          <ac:chgData name="Riasat Khan" userId="826ac62dfbb52e43" providerId="LiveId" clId="{88632CEE-C7CB-49DF-AC98-432DE3E4582F}" dt="2022-10-18T03:14:32.619" v="1685" actId="1076"/>
          <ac:picMkLst>
            <pc:docMk/>
            <pc:sldMk cId="2209239223" sldId="288"/>
            <ac:picMk id="3" creationId="{39E86968-A80D-C0A8-3EB6-DCB7100C6D04}"/>
          </ac:picMkLst>
        </pc:picChg>
      </pc:sldChg>
      <pc:sldChg chg="addSp delSp modSp add mod ord setBg">
        <pc:chgData name="Riasat Khan" userId="826ac62dfbb52e43" providerId="LiveId" clId="{88632CEE-C7CB-49DF-AC98-432DE3E4582F}" dt="2024-02-17T04:20:36.391" v="1701" actId="20577"/>
        <pc:sldMkLst>
          <pc:docMk/>
          <pc:sldMk cId="845381905" sldId="289"/>
        </pc:sldMkLst>
        <pc:spChg chg="mod">
          <ac:chgData name="Riasat Khan" userId="826ac62dfbb52e43" providerId="LiveId" clId="{88632CEE-C7CB-49DF-AC98-432DE3E4582F}" dt="2022-10-05T15:00:27.283" v="1161" actId="26606"/>
          <ac:spMkLst>
            <pc:docMk/>
            <pc:sldMk cId="845381905" sldId="289"/>
            <ac:spMk id="222" creationId="{00000000-0000-0000-0000-000000000000}"/>
          </ac:spMkLst>
        </pc:spChg>
        <pc:spChg chg="mod">
          <ac:chgData name="Riasat Khan" userId="826ac62dfbb52e43" providerId="LiveId" clId="{88632CEE-C7CB-49DF-AC98-432DE3E4582F}" dt="2024-02-17T04:20:36.391" v="1701" actId="20577"/>
          <ac:spMkLst>
            <pc:docMk/>
            <pc:sldMk cId="845381905" sldId="289"/>
            <ac:spMk id="223" creationId="{00000000-0000-0000-0000-000000000000}"/>
          </ac:spMkLst>
        </pc:spChg>
        <pc:spChg chg="mod ord">
          <ac:chgData name="Riasat Khan" userId="826ac62dfbb52e43" providerId="LiveId" clId="{88632CEE-C7CB-49DF-AC98-432DE3E4582F}" dt="2022-10-05T15:00:27.283" v="1161" actId="26606"/>
          <ac:spMkLst>
            <pc:docMk/>
            <pc:sldMk cId="845381905" sldId="289"/>
            <ac:spMk id="224" creationId="{00000000-0000-0000-0000-000000000000}"/>
          </ac:spMkLst>
        </pc:spChg>
        <pc:spChg chg="add del">
          <ac:chgData name="Riasat Khan" userId="826ac62dfbb52e43" providerId="LiveId" clId="{88632CEE-C7CB-49DF-AC98-432DE3E4582F}" dt="2022-10-05T15:00:27.283" v="1161" actId="26606"/>
          <ac:spMkLst>
            <pc:docMk/>
            <pc:sldMk cId="845381905" sldId="289"/>
            <ac:spMk id="229" creationId="{AAAE94E3-A7DB-4868-B1E3-E49703488BBC}"/>
          </ac:spMkLst>
        </pc:spChg>
        <pc:spChg chg="add del">
          <ac:chgData name="Riasat Khan" userId="826ac62dfbb52e43" providerId="LiveId" clId="{88632CEE-C7CB-49DF-AC98-432DE3E4582F}" dt="2022-10-05T15:00:27.283" v="1161" actId="26606"/>
          <ac:spMkLst>
            <pc:docMk/>
            <pc:sldMk cId="845381905" sldId="289"/>
            <ac:spMk id="235" creationId="{3873B707-463F-40B0-8227-E8CC6C67EB25}"/>
          </ac:spMkLst>
        </pc:spChg>
        <pc:spChg chg="add del">
          <ac:chgData name="Riasat Khan" userId="826ac62dfbb52e43" providerId="LiveId" clId="{88632CEE-C7CB-49DF-AC98-432DE3E4582F}" dt="2022-10-05T15:00:27.283" v="1161" actId="26606"/>
          <ac:spMkLst>
            <pc:docMk/>
            <pc:sldMk cId="845381905" sldId="289"/>
            <ac:spMk id="237" creationId="{C13237C8-E62C-4F0D-A318-BD6FB6C2D138}"/>
          </ac:spMkLst>
        </pc:spChg>
        <pc:spChg chg="add del">
          <ac:chgData name="Riasat Khan" userId="826ac62dfbb52e43" providerId="LiveId" clId="{88632CEE-C7CB-49DF-AC98-432DE3E4582F}" dt="2022-10-05T15:00:27.283" v="1161" actId="26606"/>
          <ac:spMkLst>
            <pc:docMk/>
            <pc:sldMk cId="845381905" sldId="289"/>
            <ac:spMk id="239" creationId="{19C9EAEA-39D0-4B0E-A0EB-51E7B26740B1}"/>
          </ac:spMkLst>
        </pc:spChg>
        <pc:spChg chg="add del">
          <ac:chgData name="Riasat Khan" userId="826ac62dfbb52e43" providerId="LiveId" clId="{88632CEE-C7CB-49DF-AC98-432DE3E4582F}" dt="2022-10-05T15:00:27.283" v="1161" actId="26606"/>
          <ac:spMkLst>
            <pc:docMk/>
            <pc:sldMk cId="845381905" sldId="289"/>
            <ac:spMk id="241" creationId="{8CB5D2D7-DF65-4E86-BFBA-FFB9B5ACEB64}"/>
          </ac:spMkLst>
        </pc:spChg>
        <pc:grpChg chg="add del">
          <ac:chgData name="Riasat Khan" userId="826ac62dfbb52e43" providerId="LiveId" clId="{88632CEE-C7CB-49DF-AC98-432DE3E4582F}" dt="2022-10-05T15:00:27.283" v="1161" actId="26606"/>
          <ac:grpSpMkLst>
            <pc:docMk/>
            <pc:sldMk cId="845381905" sldId="289"/>
            <ac:grpSpMk id="231" creationId="{1DE889C7-FAD6-4397-98E2-05D503484459}"/>
          </ac:grpSpMkLst>
        </pc:grpChg>
        <pc:picChg chg="add mod ord">
          <ac:chgData name="Riasat Khan" userId="826ac62dfbb52e43" providerId="LiveId" clId="{88632CEE-C7CB-49DF-AC98-432DE3E4582F}" dt="2022-10-05T15:00:27.283" v="1161" actId="26606"/>
          <ac:picMkLst>
            <pc:docMk/>
            <pc:sldMk cId="845381905" sldId="289"/>
            <ac:picMk id="3" creationId="{536A85EF-0544-A83B-7FC3-5F6CBA42A5B4}"/>
          </ac:picMkLst>
        </pc:picChg>
        <pc:picChg chg="add mod">
          <ac:chgData name="Riasat Khan" userId="826ac62dfbb52e43" providerId="LiveId" clId="{88632CEE-C7CB-49DF-AC98-432DE3E4582F}" dt="2022-10-05T15:00:31.538" v="1162" actId="14100"/>
          <ac:picMkLst>
            <pc:docMk/>
            <pc:sldMk cId="845381905" sldId="289"/>
            <ac:picMk id="4" creationId="{5C68DC26-6A38-814F-A682-B11E5207B22E}"/>
          </ac:picMkLst>
        </pc:picChg>
      </pc:sldChg>
      <pc:sldChg chg="modSp add del mod">
        <pc:chgData name="Riasat Khan" userId="826ac62dfbb52e43" providerId="LiveId" clId="{88632CEE-C7CB-49DF-AC98-432DE3E4582F}" dt="2022-10-06T15:03:53.236" v="1406" actId="20577"/>
        <pc:sldMkLst>
          <pc:docMk/>
          <pc:sldMk cId="1410531134" sldId="290"/>
        </pc:sldMkLst>
        <pc:spChg chg="mod">
          <ac:chgData name="Riasat Khan" userId="826ac62dfbb52e43" providerId="LiveId" clId="{88632CEE-C7CB-49DF-AC98-432DE3E4582F}" dt="2022-10-06T14:07:04.399" v="1343" actId="20577"/>
          <ac:spMkLst>
            <pc:docMk/>
            <pc:sldMk cId="1410531134" sldId="290"/>
            <ac:spMk id="222" creationId="{00000000-0000-0000-0000-000000000000}"/>
          </ac:spMkLst>
        </pc:spChg>
        <pc:spChg chg="mod">
          <ac:chgData name="Riasat Khan" userId="826ac62dfbb52e43" providerId="LiveId" clId="{88632CEE-C7CB-49DF-AC98-432DE3E4582F}" dt="2022-10-06T15:03:53.236" v="1406" actId="20577"/>
          <ac:spMkLst>
            <pc:docMk/>
            <pc:sldMk cId="1410531134" sldId="290"/>
            <ac:spMk id="223" creationId="{00000000-0000-0000-0000-000000000000}"/>
          </ac:spMkLst>
        </pc:spChg>
      </pc:sldChg>
    </pc:docChg>
  </pc:docChgLst>
  <pc:docChgLst>
    <pc:chgData name="Riasat Khan" userId="826ac62dfbb52e43" providerId="LiveId" clId="{7583AF03-B02B-4122-A589-36297D1E0D79}"/>
    <pc:docChg chg="custSel addSld modSld">
      <pc:chgData name="Riasat Khan" userId="826ac62dfbb52e43" providerId="LiveId" clId="{7583AF03-B02B-4122-A589-36297D1E0D79}" dt="2025-01-28T03:17:45.863" v="23" actId="14100"/>
      <pc:docMkLst>
        <pc:docMk/>
      </pc:docMkLst>
      <pc:sldChg chg="addSp delSp modSp add mod">
        <pc:chgData name="Riasat Khan" userId="826ac62dfbb52e43" providerId="LiveId" clId="{7583AF03-B02B-4122-A589-36297D1E0D79}" dt="2025-01-28T03:17:45.863" v="23" actId="14100"/>
        <pc:sldMkLst>
          <pc:docMk/>
          <pc:sldMk cId="2482729107" sldId="292"/>
        </pc:sldMkLst>
        <pc:spChg chg="mod">
          <ac:chgData name="Riasat Khan" userId="826ac62dfbb52e43" providerId="LiveId" clId="{7583AF03-B02B-4122-A589-36297D1E0D79}" dt="2025-01-28T03:17:20.462" v="18" actId="1035"/>
          <ac:spMkLst>
            <pc:docMk/>
            <pc:sldMk cId="2482729107" sldId="292"/>
            <ac:spMk id="3" creationId="{18D39FB4-FA97-D437-22E7-9CCE9C9BAA1C}"/>
          </ac:spMkLst>
        </pc:spChg>
        <pc:spChg chg="add del mod">
          <ac:chgData name="Riasat Khan" userId="826ac62dfbb52e43" providerId="LiveId" clId="{7583AF03-B02B-4122-A589-36297D1E0D79}" dt="2025-01-28T03:17:38.380" v="21" actId="931"/>
          <ac:spMkLst>
            <pc:docMk/>
            <pc:sldMk cId="2482729107" sldId="292"/>
            <ac:spMk id="4" creationId="{A4B61581-1E6B-4828-98FF-BC578B13CBE8}"/>
          </ac:spMkLst>
        </pc:spChg>
        <pc:picChg chg="add mod">
          <ac:chgData name="Riasat Khan" userId="826ac62dfbb52e43" providerId="LiveId" clId="{7583AF03-B02B-4122-A589-36297D1E0D79}" dt="2025-01-28T03:17:45.863" v="23" actId="14100"/>
          <ac:picMkLst>
            <pc:docMk/>
            <pc:sldMk cId="2482729107" sldId="292"/>
            <ac:picMk id="6" creationId="{B2778029-0772-4598-B838-20DA4761AC8E}"/>
          </ac:picMkLst>
        </pc:picChg>
        <pc:picChg chg="del">
          <ac:chgData name="Riasat Khan" userId="826ac62dfbb52e43" providerId="LiveId" clId="{7583AF03-B02B-4122-A589-36297D1E0D79}" dt="2025-01-28T03:17:22.243" v="19" actId="478"/>
          <ac:picMkLst>
            <pc:docMk/>
            <pc:sldMk cId="2482729107" sldId="292"/>
            <ac:picMk id="239" creationId="{00000000-0000-0000-0000-000000000000}"/>
          </ac:picMkLst>
        </pc:picChg>
      </pc:sldChg>
    </pc:docChg>
  </pc:docChgLst>
  <pc:docChgLst>
    <pc:chgData name="Riasat Khan" userId="826ac62dfbb52e43" providerId="LiveId" clId="{A0CE5280-B9DB-4837-B1E1-6F18C514BA23}"/>
    <pc:docChg chg="undo custSel addSld modSld sldOrd">
      <pc:chgData name="Riasat Khan" userId="826ac62dfbb52e43" providerId="LiveId" clId="{A0CE5280-B9DB-4837-B1E1-6F18C514BA23}" dt="2023-02-12T12:26:20.212" v="181" actId="20577"/>
      <pc:docMkLst>
        <pc:docMk/>
      </pc:docMkLst>
      <pc:sldChg chg="ord">
        <pc:chgData name="Riasat Khan" userId="826ac62dfbb52e43" providerId="LiveId" clId="{A0CE5280-B9DB-4837-B1E1-6F18C514BA23}" dt="2023-02-10T13:04:21.736" v="1"/>
        <pc:sldMkLst>
          <pc:docMk/>
          <pc:sldMk cId="0" sldId="267"/>
        </pc:sldMkLst>
      </pc:sldChg>
      <pc:sldChg chg="modSp mod">
        <pc:chgData name="Riasat Khan" userId="826ac62dfbb52e43" providerId="LiveId" clId="{A0CE5280-B9DB-4837-B1E1-6F18C514BA23}" dt="2023-02-12T12:26:20.212" v="181" actId="20577"/>
        <pc:sldMkLst>
          <pc:docMk/>
          <pc:sldMk cId="2209239223" sldId="288"/>
        </pc:sldMkLst>
        <pc:spChg chg="mod">
          <ac:chgData name="Riasat Khan" userId="826ac62dfbb52e43" providerId="LiveId" clId="{A0CE5280-B9DB-4837-B1E1-6F18C514BA23}" dt="2023-02-12T12:26:20.212" v="181" actId="20577"/>
          <ac:spMkLst>
            <pc:docMk/>
            <pc:sldMk cId="2209239223" sldId="288"/>
            <ac:spMk id="223" creationId="{00000000-0000-0000-0000-000000000000}"/>
          </ac:spMkLst>
        </pc:spChg>
      </pc:sldChg>
      <pc:sldChg chg="addSp modSp add mod">
        <pc:chgData name="Riasat Khan" userId="826ac62dfbb52e43" providerId="LiveId" clId="{A0CE5280-B9DB-4837-B1E1-6F18C514BA23}" dt="2023-02-12T12:20:13.815" v="165" actId="20577"/>
        <pc:sldMkLst>
          <pc:docMk/>
          <pc:sldMk cId="1277002599" sldId="291"/>
        </pc:sldMkLst>
        <pc:spChg chg="add mod">
          <ac:chgData name="Riasat Khan" userId="826ac62dfbb52e43" providerId="LiveId" clId="{A0CE5280-B9DB-4837-B1E1-6F18C514BA23}" dt="2023-02-12T12:20:13.815" v="165" actId="20577"/>
          <ac:spMkLst>
            <pc:docMk/>
            <pc:sldMk cId="1277002599" sldId="291"/>
            <ac:spMk id="3" creationId="{18D39FB4-FA97-D437-22E7-9CCE9C9BAA1C}"/>
          </ac:spMkLst>
        </pc:spChg>
        <pc:spChg chg="mod">
          <ac:chgData name="Riasat Khan" userId="826ac62dfbb52e43" providerId="LiveId" clId="{A0CE5280-B9DB-4837-B1E1-6F18C514BA23}" dt="2023-02-12T12:18:24.392" v="38" actId="1076"/>
          <ac:spMkLst>
            <pc:docMk/>
            <pc:sldMk cId="1277002599" sldId="291"/>
            <ac:spMk id="237" creationId="{00000000-0000-0000-0000-000000000000}"/>
          </ac:spMkLst>
        </pc:spChg>
        <pc:picChg chg="mod">
          <ac:chgData name="Riasat Khan" userId="826ac62dfbb52e43" providerId="LiveId" clId="{A0CE5280-B9DB-4837-B1E1-6F18C514BA23}" dt="2023-02-12T12:18:26.820" v="39" actId="1076"/>
          <ac:picMkLst>
            <pc:docMk/>
            <pc:sldMk cId="1277002599" sldId="291"/>
            <ac:picMk id="239" creationId="{00000000-0000-0000-0000-000000000000}"/>
          </ac:picMkLst>
        </pc:picChg>
      </pc:sldChg>
    </pc:docChg>
  </pc:docChgLst>
  <pc:docChgLst>
    <pc:chgData name="Riasat Khan" userId="826ac62dfbb52e43" providerId="LiveId" clId="{B921E616-A765-4B87-8132-9AE19D3DB65F}"/>
    <pc:docChg chg="modSld">
      <pc:chgData name="Riasat Khan" userId="826ac62dfbb52e43" providerId="LiveId" clId="{B921E616-A765-4B87-8132-9AE19D3DB65F}" dt="2023-02-13T08:38:03.418" v="26" actId="20577"/>
      <pc:docMkLst>
        <pc:docMk/>
      </pc:docMkLst>
      <pc:sldChg chg="modSp mod">
        <pc:chgData name="Riasat Khan" userId="826ac62dfbb52e43" providerId="LiveId" clId="{B921E616-A765-4B87-8132-9AE19D3DB65F}" dt="2023-02-13T08:38:03.418" v="26" actId="20577"/>
        <pc:sldMkLst>
          <pc:docMk/>
          <pc:sldMk cId="1277002599" sldId="291"/>
        </pc:sldMkLst>
        <pc:spChg chg="mod">
          <ac:chgData name="Riasat Khan" userId="826ac62dfbb52e43" providerId="LiveId" clId="{B921E616-A765-4B87-8132-9AE19D3DB65F}" dt="2023-02-13T08:38:03.418" v="26" actId="20577"/>
          <ac:spMkLst>
            <pc:docMk/>
            <pc:sldMk cId="1277002599" sldId="291"/>
            <ac:spMk id="3" creationId="{18D39FB4-FA97-D437-22E7-9CCE9C9BAA1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63435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4309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9742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4552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9112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7209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6711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3423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2134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9776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8720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4470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613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7417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16079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25515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42635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89306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49705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2555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14645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15413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0495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82838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9936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95368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50346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bf933092c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bf933092c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bf933092c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14070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bf933092c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bf933092c6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bf933092c6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20256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bf933092c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bf933092c6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bf933092c6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67973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bf933092c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bf933092c6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bf933092c6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96021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bf933092c6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bf933092c6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bf933092c6_0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18270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bf933092c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bf933092c6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gbf933092c6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9041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E34F5-7F51-43EB-D91E-1F9133A06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7752F-3C24-CAA7-8C7F-4F2A648BA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7CCD4-CC13-E8CA-29E5-623D8AB01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99F1D-96DD-5089-2437-83DB81C13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B4E18-AD15-032B-8FEC-AC0324DF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3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4AC71-A1F8-A5FB-C013-F5BC8C703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558BB-D543-8A3B-8896-0453546C6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BE224-A625-CADD-38C6-2924029C0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EFE0E-878C-B043-7495-F78263F42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4F444-3DEF-826D-1A02-E152DD7F2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13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C8DAD-EC37-DFBF-BD39-D10C490C2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8FA7B-3B26-564F-14A8-16AF4E237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1E396-F3C9-A137-411E-6E238F9A8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531D9-4C18-3851-FD17-CFCBBED7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387F0-8CC3-FB45-39B1-9A7CE77F8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566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2B17C-42F6-B1CD-3D1C-0AE82207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205CF-29A3-996A-040C-4CD6A16091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02135-BA88-1288-7AD4-332CB1B2E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EFBC2-ACB5-420D-696D-B6BCAB33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A5CC1-3F01-7369-DF3E-C5EF01198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FE2E2-4F83-70D9-E95E-F15E77C76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61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D827C-588E-3CC6-83FF-0776F00C7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C28FD-6321-9EE3-A832-FFB006659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54818-1D61-4FFD-17EF-F4AFACCAD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2EDF75-A6AF-9B6F-219D-8DF4716302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81D755-6EE8-1F56-4697-ACD34CD7D7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79F4FB-8915-856B-CEAA-9DCC3E567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8FE654-E578-5D59-617E-AAA6BCDDD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F6039-26DD-73BF-BBFB-9E2710481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5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DF5C4-1E99-0F2B-8012-37A92E03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6C4C77-1F5B-DB60-8AB4-D96C496A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D230D9-2C19-21E2-E81C-9C1FAF620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8DBFD-ED14-2BB0-E403-1CE3C08ED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22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EC901F-BC0A-9779-F3CF-9C947B086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7F6AB8-6840-9E46-FC08-A76405E78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5C994-BF8C-D7C8-F0C2-9FABD967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2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88785-84B2-809D-C59D-362F3D4EA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01F25-479A-C7BD-0F9B-DCBF26897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461A0-5C54-4DCD-D803-3EE45D46A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4E78BE-F200-3025-0EBD-DF730840C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8132D-66E0-CAC3-BE7D-4A9E63D18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BF4F9-C4AC-A0A2-DA74-BD2E9F49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75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5CA62-32B2-F49F-F9AB-FA7D00151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A45B05-1CFB-8530-7E3F-85290D20D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B32140-8BB6-B235-F76F-70942307A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8189D-2894-30E8-5692-BCE986CEB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42E5D-38FD-91D9-FD29-80D0CCC10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4D6E7-EB54-487B-CBF5-11C3C8F7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9806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40551-D245-5580-3857-1DCDBACE9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9C046C-27AC-7C34-1736-834BFD586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2BE75-AF23-154F-C1BA-EF248520E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35D1F-F127-8B9C-715D-073B78D00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6F630-68D8-733E-BAC4-EECC91052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50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423B43-489D-6B02-5DDD-2FDF6E3640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8DD46-034F-03E9-6DED-417776DE3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A56EE-8E7C-F0BC-7BCD-0D824274D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06F1C-3BEE-4D9C-9EA8-EEABB824B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BC110-F034-4FF5-10EB-7E79AF7B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35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F06E2B-F5B3-EEE2-607E-6FF6FD115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58071-3A0C-452F-D94C-992DA487A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77906-8880-D3D5-771C-311CAE6C42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0569D-A083-C6BB-C1A3-9CF14A4865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65C4F-705E-430B-5401-EF5C8F85D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0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eplearning.cms.waikato.ac.nz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s.waikato.ac.nz/ml/weka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</a:pPr>
            <a:r>
              <a:rPr lang="en-US"/>
              <a:t>ZeroR and OneR </a:t>
            </a:r>
            <a:br>
              <a:rPr lang="en-US"/>
            </a:br>
            <a:r>
              <a:rPr lang="en-US"/>
              <a:t>Classifier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78840-78F1-0B97-266B-8FA2989C6B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3" name="Google Shape;153;p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Classifier (Recall)</a:t>
            </a:r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Supervised learning contains (</a:t>
            </a:r>
            <a:r>
              <a:rPr lang="en-US" b="1" dirty="0"/>
              <a:t>X</a:t>
            </a:r>
            <a:r>
              <a:rPr lang="en-US" dirty="0"/>
              <a:t>, y)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b="1" dirty="0"/>
              <a:t>X</a:t>
            </a:r>
            <a:r>
              <a:rPr lang="en-US" dirty="0"/>
              <a:t> is the data comprising of </a:t>
            </a:r>
            <a:r>
              <a:rPr lang="en-US" dirty="0">
                <a:solidFill>
                  <a:srgbClr val="FF0000"/>
                </a:solidFill>
              </a:rPr>
              <a:t>instances with attributes </a:t>
            </a:r>
            <a:r>
              <a:rPr lang="en-US" dirty="0"/>
              <a:t>&lt;x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….. 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&gt; (n featured attribute)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y is the label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If y is discrete/categorical, then the problem is a </a:t>
            </a:r>
            <a:r>
              <a:rPr lang="en-US" b="1" u="sng" dirty="0"/>
              <a:t>classification problem</a:t>
            </a:r>
            <a:r>
              <a:rPr lang="en-US" dirty="0"/>
              <a:t> and we require a </a:t>
            </a:r>
            <a:r>
              <a:rPr lang="en-US" b="1" u="sng" dirty="0"/>
              <a:t>classifier</a:t>
            </a:r>
            <a:r>
              <a:rPr lang="en-US" dirty="0"/>
              <a:t> to classify. 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If y is continuous, then the problem is a regression problem</a:t>
            </a:r>
            <a:endParaRPr dirty="0"/>
          </a:p>
        </p:txBody>
      </p:sp>
      <p:sp>
        <p:nvSpPr>
          <p:cNvPr id="181" name="Google Shape;181;p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Categorical/Discrete variables</a:t>
            </a:r>
            <a:endParaRPr/>
          </a:p>
        </p:txBody>
      </p:sp>
      <p:sp>
        <p:nvSpPr>
          <p:cNvPr id="194" name="Google Shape;194;p7"/>
          <p:cNvSpPr txBox="1">
            <a:spLocks noGrp="1"/>
          </p:cNvSpPr>
          <p:nvPr>
            <p:ph idx="1"/>
          </p:nvPr>
        </p:nvSpPr>
        <p:spPr>
          <a:xfrm>
            <a:off x="0" y="1187778"/>
            <a:ext cx="12192000" cy="567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A categorical/ discrete variable is one that has two or more categories (values).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There are two kinds of categorical variable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Nominal</a:t>
            </a:r>
            <a:endParaRPr dirty="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dirty="0"/>
              <a:t>A nominal variable has </a:t>
            </a:r>
            <a:r>
              <a:rPr lang="en-US" dirty="0">
                <a:solidFill>
                  <a:srgbClr val="FF0000"/>
                </a:solidFill>
              </a:rPr>
              <a:t>no intrinsic ordering </a:t>
            </a:r>
            <a:r>
              <a:rPr lang="en-US" dirty="0"/>
              <a:t>to the categories.</a:t>
            </a:r>
            <a:endParaRPr dirty="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dirty="0"/>
              <a:t>E.g., a gender is a categorical variable with values {Male, Female} that have no intrinsic ordering to the categories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Ordinal (related to order)</a:t>
            </a:r>
            <a:endParaRPr dirty="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dirty="0"/>
              <a:t>An ordinal data </a:t>
            </a:r>
            <a:r>
              <a:rPr lang="en-US" dirty="0">
                <a:solidFill>
                  <a:srgbClr val="FF0000"/>
                </a:solidFill>
              </a:rPr>
              <a:t>has clear ordering</a:t>
            </a:r>
            <a:r>
              <a:rPr lang="en-US" dirty="0"/>
              <a:t>.</a:t>
            </a:r>
            <a:endParaRPr dirty="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dirty="0"/>
              <a:t>E.g., Temperature = {low, medium, high}</a:t>
            </a:r>
            <a:endParaRPr dirty="0"/>
          </a:p>
        </p:txBody>
      </p:sp>
      <p:sp>
        <p:nvSpPr>
          <p:cNvPr id="195" name="Google Shape;195;p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ZeroR classifier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Google Shape;201;p8"/>
              <p:cNvSpPr txBox="1">
                <a:spLocks noGrp="1"/>
              </p:cNvSpPr>
              <p:nvPr>
                <p:ph idx="1"/>
              </p:nvPr>
            </p:nvSpPr>
            <p:spPr>
              <a:xfrm>
                <a:off x="0" y="1112362"/>
                <a:ext cx="12192000" cy="57456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SzPts val="1600"/>
                  <a:buChar char="►"/>
                </a:pPr>
                <a:r>
                  <a:rPr lang="en-US" dirty="0" err="1"/>
                  <a:t>ZeroR</a:t>
                </a:r>
                <a:r>
                  <a:rPr lang="en-US" dirty="0"/>
                  <a:t> stands for Zero Rule</a:t>
                </a:r>
                <a:endParaRPr dirty="0"/>
              </a:p>
              <a:p>
                <a:pPr marL="342900" lvl="0" indent="-342900" algn="l" rtl="0">
                  <a:spcBef>
                    <a:spcPts val="1000"/>
                  </a:spcBef>
                  <a:spcAft>
                    <a:spcPts val="0"/>
                  </a:spcAft>
                  <a:buSzPts val="1600"/>
                  <a:buChar char="►"/>
                </a:pPr>
                <a:r>
                  <a:rPr lang="en-US" dirty="0"/>
                  <a:t>Simplest classification method that relies on the target (output,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) and ignores all predictors (features,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).</a:t>
                </a:r>
                <a:endParaRPr dirty="0"/>
              </a:p>
              <a:p>
                <a:pPr marL="342900" lvl="0" indent="-342900" algn="l" rtl="0">
                  <a:spcBef>
                    <a:spcPts val="1000"/>
                  </a:spcBef>
                  <a:spcAft>
                    <a:spcPts val="0"/>
                  </a:spcAft>
                  <a:buSzPts val="1600"/>
                  <a:buChar char="►"/>
                </a:pPr>
                <a:r>
                  <a:rPr lang="en-US" dirty="0" err="1">
                    <a:solidFill>
                      <a:srgbClr val="FF0000"/>
                    </a:solidFill>
                  </a:rPr>
                  <a:t>ZeroR</a:t>
                </a:r>
                <a:r>
                  <a:rPr lang="en-US" dirty="0">
                    <a:solidFill>
                      <a:srgbClr val="FF0000"/>
                    </a:solidFill>
                  </a:rPr>
                  <a:t> classifier simply predicts the majority category</a:t>
                </a:r>
                <a:r>
                  <a:rPr lang="en-US" dirty="0"/>
                  <a:t>.</a:t>
                </a:r>
                <a:endParaRPr dirty="0"/>
              </a:p>
              <a:p>
                <a:pPr marL="342900" lvl="0" indent="-342900" algn="l" rtl="0">
                  <a:spcBef>
                    <a:spcPts val="1000"/>
                  </a:spcBef>
                  <a:spcAft>
                    <a:spcPts val="0"/>
                  </a:spcAft>
                  <a:buSzPts val="1600"/>
                  <a:buChar char="►"/>
                </a:pPr>
                <a:r>
                  <a:rPr lang="en-US" dirty="0"/>
                  <a:t>Although there is no predictability power in </a:t>
                </a:r>
                <a:r>
                  <a:rPr lang="en-US" dirty="0" err="1"/>
                  <a:t>ZeroR</a:t>
                </a:r>
                <a:r>
                  <a:rPr lang="en-US" dirty="0"/>
                  <a:t>, it is useful in </a:t>
                </a:r>
                <a:r>
                  <a:rPr lang="en-US" dirty="0">
                    <a:solidFill>
                      <a:srgbClr val="FF0000"/>
                    </a:solidFill>
                  </a:rPr>
                  <a:t>determining a baseline performance</a:t>
                </a:r>
                <a:r>
                  <a:rPr lang="en-US" dirty="0"/>
                  <a:t> as a benchmark for other classification methods.</a:t>
                </a:r>
                <a:endParaRPr dirty="0"/>
              </a:p>
              <a:p>
                <a:pPr marL="0" lvl="0" indent="0" algn="l" rtl="0">
                  <a:spcBef>
                    <a:spcPts val="1000"/>
                  </a:spcBef>
                  <a:spcAft>
                    <a:spcPts val="0"/>
                  </a:spcAft>
                  <a:buSzPts val="1600"/>
                  <a:buNone/>
                </a:pPr>
                <a:r>
                  <a:rPr lang="en-US" b="1" u="sng" dirty="0"/>
                  <a:t>Algorithm</a:t>
                </a:r>
                <a:endParaRPr dirty="0"/>
              </a:p>
              <a:p>
                <a:pPr marL="0" lvl="0" indent="0" algn="l" rtl="0">
                  <a:spcBef>
                    <a:spcPts val="1000"/>
                  </a:spcBef>
                  <a:spcAft>
                    <a:spcPts val="0"/>
                  </a:spcAft>
                  <a:buSzPts val="1600"/>
                  <a:buNone/>
                </a:pPr>
                <a:r>
                  <a:rPr lang="en-US" dirty="0"/>
                  <a:t>Construct a frequency table for the target and select the most frequent value.</a:t>
                </a:r>
                <a:endParaRPr dirty="0"/>
              </a:p>
            </p:txBody>
          </p:sp>
        </mc:Choice>
        <mc:Fallback xmlns="">
          <p:sp>
            <p:nvSpPr>
              <p:cNvPr id="201" name="Google Shape;201;p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12362"/>
                <a:ext cx="12192000" cy="5745637"/>
              </a:xfrm>
              <a:prstGeom prst="rect">
                <a:avLst/>
              </a:prstGeom>
              <a:blipFill>
                <a:blip r:embed="rId3"/>
                <a:stretch>
                  <a:fillRect l="-1050" t="-16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Google Shape;202;p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646111" y="1"/>
            <a:ext cx="10515600" cy="1027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 dirty="0" err="1"/>
              <a:t>ZeroR</a:t>
            </a:r>
            <a:r>
              <a:rPr lang="en-US" dirty="0"/>
              <a:t> classifier</a:t>
            </a:r>
            <a:endParaRPr dirty="0"/>
          </a:p>
        </p:txBody>
      </p:sp>
      <p:pic>
        <p:nvPicPr>
          <p:cNvPr id="208" name="Google Shape;208;p9" descr="https://www.saedsayad.com/images/ZeroR_1.png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46111" y="2341126"/>
            <a:ext cx="5861221" cy="417048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09" name="Google Shape;209;p9" descr="https://www.saedsayad.com/images/ZeroR_3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71321" y="3121443"/>
            <a:ext cx="1857375" cy="26098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A7848C-5580-4AA3-3241-94ED8C2F11AE}"/>
                  </a:ext>
                </a:extLst>
              </p:cNvPr>
              <p:cNvSpPr txBox="1"/>
              <p:nvPr/>
            </p:nvSpPr>
            <p:spPr>
              <a:xfrm>
                <a:off x="-9540" y="1027906"/>
                <a:ext cx="12201539" cy="10625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For binary classification : Accuracy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50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Can be tested for imbalanced dataset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Training accuracy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A7848C-5580-4AA3-3241-94ED8C2F1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540" y="1027906"/>
                <a:ext cx="12201539" cy="1062535"/>
              </a:xfrm>
              <a:prstGeom prst="rect">
                <a:avLst/>
              </a:prstGeom>
              <a:blipFill>
                <a:blip r:embed="rId5"/>
                <a:stretch>
                  <a:fillRect l="-400" t="-3448" b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62B9308-172E-0535-F1A6-2E31EE4D8443}"/>
              </a:ext>
            </a:extLst>
          </p:cNvPr>
          <p:cNvSpPr txBox="1"/>
          <p:nvPr/>
        </p:nvSpPr>
        <p:spPr>
          <a:xfrm>
            <a:off x="7575415" y="4776152"/>
            <a:ext cx="1753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frequency table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 dirty="0"/>
              <a:t>Classification Model Evaluation</a:t>
            </a:r>
            <a:endParaRPr dirty="0"/>
          </a:p>
        </p:txBody>
      </p:sp>
      <p:sp>
        <p:nvSpPr>
          <p:cNvPr id="216" name="Google Shape;216;p10"/>
          <p:cNvSpPr txBox="1">
            <a:spLocks noGrp="1"/>
          </p:cNvSpPr>
          <p:nvPr>
            <p:ph idx="1"/>
          </p:nvPr>
        </p:nvSpPr>
        <p:spPr>
          <a:xfrm>
            <a:off x="0" y="1338606"/>
            <a:ext cx="12191999" cy="551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Models need to be evaluated and therefore some kind of model evaluation techniques need to be in place.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Confusion Matrix  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A confusion matrix shows the number of correct and incorrect predictions made by the classification model compared to the actual outcomes (target value) in the data.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The matrix is N × N, where N is the number of classes in the target variable.</a:t>
            </a:r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N = the number of classes</a:t>
            </a:r>
            <a:endParaRPr dirty="0"/>
          </a:p>
        </p:txBody>
      </p:sp>
      <p:sp>
        <p:nvSpPr>
          <p:cNvPr id="217" name="Google Shape;217;p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 dirty="0"/>
              <a:t>Terminologies (Related to Confusion Matrix)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Google Shape;223;p11"/>
              <p:cNvSpPr txBox="1">
                <a:spLocks noGrp="1"/>
              </p:cNvSpPr>
              <p:nvPr>
                <p:ph idx="1"/>
              </p:nvPr>
            </p:nvSpPr>
            <p:spPr>
              <a:xfrm>
                <a:off x="0" y="1282046"/>
                <a:ext cx="12192000" cy="55759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SzPts val="1600"/>
                  <a:buChar char="►"/>
                </a:pPr>
                <a:r>
                  <a:rPr lang="en-US" dirty="0"/>
                  <a:t>Accuracy: The proportion of the total number of predictions that were correct.</a:t>
                </a:r>
              </a:p>
              <a:p>
                <a:pPr marL="342900" lvl="0" indent="-342900" algn="l" rtl="0">
                  <a:spcBef>
                    <a:spcPts val="1000"/>
                  </a:spcBef>
                  <a:spcAft>
                    <a:spcPts val="0"/>
                  </a:spcAft>
                  <a:buSzPts val="1600"/>
                  <a:buChar char="►"/>
                </a:pPr>
                <a:r>
                  <a:rPr lang="en-US" dirty="0"/>
                  <a:t>Positive Predictive Value or Precision: The proportion of positive cases that were correctly identified.</a:t>
                </a:r>
              </a:p>
              <a:p>
                <a:pPr marL="342900" lvl="0" indent="-342900">
                  <a:buSzPts val="1600"/>
                  <a:buChar char="►"/>
                </a:pPr>
                <a:r>
                  <a:rPr lang="en-US" dirty="0"/>
                  <a:t>Precision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ar-A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𝑜𝑡𝑎𝑙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𝑃𝑟𝑒𝑑𝑖𝑐𝑡𝑒𝑑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𝑝𝑜𝑠𝑖𝑡𝑖𝑣𝑒</m:t>
                        </m:r>
                      </m:den>
                    </m:f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endParaRPr lang="ar-AE" dirty="0"/>
              </a:p>
              <a:p>
                <a:pPr marL="342900" lvl="0" indent="-342900" algn="l" rtl="0">
                  <a:spcBef>
                    <a:spcPts val="1000"/>
                  </a:spcBef>
                  <a:spcAft>
                    <a:spcPts val="0"/>
                  </a:spcAft>
                  <a:buSzPts val="1600"/>
                  <a:buChar char="►"/>
                </a:pPr>
                <a:r>
                  <a:rPr lang="en-US" dirty="0"/>
                  <a:t>Negative Predictive Value: The proportion of negative cases that were correctly identified.</a:t>
                </a:r>
              </a:p>
              <a:p>
                <a:pPr marL="342900" lvl="0" indent="-342900" algn="l" rtl="0">
                  <a:spcBef>
                    <a:spcPts val="1000"/>
                  </a:spcBef>
                  <a:spcAft>
                    <a:spcPts val="0"/>
                  </a:spcAft>
                  <a:buSzPts val="1600"/>
                  <a:buChar char="►"/>
                </a:pPr>
                <a:r>
                  <a:rPr lang="en-US" dirty="0"/>
                  <a:t>Sensitivity or Recall: The proportion of actual positive cases which are correctly identified.</a:t>
                </a:r>
              </a:p>
              <a:p>
                <a:pPr marL="342900" indent="-342900">
                  <a:buSzPts val="1600"/>
                  <a:buFont typeface="Arial" panose="020B0604020202020204" pitchFamily="34" charset="0"/>
                  <a:buChar char="►"/>
                </a:pPr>
                <a:r>
                  <a:rPr lang="en-US" dirty="0"/>
                  <a:t>Recall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ar-A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𝑜𝑡𝑎𝑙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𝐴𝑐𝑡𝑢𝑎𝑙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𝑝𝑜𝑠𝑖𝑡𝑖𝑣𝑒</m:t>
                        </m:r>
                      </m:den>
                    </m:f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dirty="0"/>
              </a:p>
              <a:p>
                <a:pPr marL="342900" lvl="0" indent="-342900" algn="l" rtl="0">
                  <a:spcBef>
                    <a:spcPts val="1000"/>
                  </a:spcBef>
                  <a:spcAft>
                    <a:spcPts val="0"/>
                  </a:spcAft>
                  <a:buSzPts val="1600"/>
                  <a:buChar char="►"/>
                </a:pPr>
                <a:r>
                  <a:rPr lang="en-US" dirty="0"/>
                  <a:t>Specificity: The proportion of actual negative cases that are correctly identified.</a:t>
                </a:r>
              </a:p>
              <a:p>
                <a:pPr marL="342900" lvl="0" indent="-342900" algn="l" rtl="0">
                  <a:spcBef>
                    <a:spcPts val="1000"/>
                  </a:spcBef>
                  <a:spcAft>
                    <a:spcPts val="0"/>
                  </a:spcAft>
                  <a:buSzPts val="1600"/>
                  <a:buChar char="►"/>
                </a:pPr>
                <a:r>
                  <a:rPr lang="en-US" dirty="0"/>
                  <a:t>F1-score: Harmonic mean of precision and recall</a:t>
                </a:r>
                <a:endParaRPr dirty="0"/>
              </a:p>
            </p:txBody>
          </p:sp>
        </mc:Choice>
        <mc:Fallback xmlns="">
          <p:sp>
            <p:nvSpPr>
              <p:cNvPr id="223" name="Google Shape;223;p1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82046"/>
                <a:ext cx="12192000" cy="5575954"/>
              </a:xfrm>
              <a:prstGeom prst="rect">
                <a:avLst/>
              </a:prstGeom>
              <a:blipFill>
                <a:blip r:embed="rId3"/>
                <a:stretch>
                  <a:fillRect l="-200" t="-2404" r="-8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4" name="Google Shape;224;p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2 × 2 Confusion Matrix for two classes (Positive and Negative)</a:t>
            </a:r>
            <a:endParaRPr/>
          </a:p>
        </p:txBody>
      </p:sp>
      <p:sp>
        <p:nvSpPr>
          <p:cNvPr id="231" name="Google Shape;231;p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aphicFrame>
        <p:nvGraphicFramePr>
          <p:cNvPr id="230" name="Google Shape;230;p12"/>
          <p:cNvGraphicFramePr/>
          <p:nvPr>
            <p:extLst>
              <p:ext uri="{D42A27DB-BD31-4B8C-83A1-F6EECF244321}">
                <p14:modId xmlns:p14="http://schemas.microsoft.com/office/powerpoint/2010/main" val="1857133933"/>
              </p:ext>
            </p:extLst>
          </p:nvPr>
        </p:nvGraphicFramePr>
        <p:xfrm>
          <a:off x="1103313" y="2052638"/>
          <a:ext cx="8947200" cy="3312220"/>
        </p:xfrm>
        <a:graphic>
          <a:graphicData uri="http://schemas.openxmlformats.org/drawingml/2006/table">
            <a:tbl>
              <a:tblPr firstRow="1" bandRow="1">
                <a:noFill/>
                <a:tableStyleId>{693F53AF-51E7-47D8-A4BD-958715E318C1}</a:tableStyleId>
              </a:tblPr>
              <a:tblGrid>
                <a:gridCol w="149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1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1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Confusion Matrix</a:t>
                      </a:r>
                      <a:endParaRPr/>
                    </a:p>
                  </a:txBody>
                  <a:tcPr marL="91450" marR="91450" marT="45725" marB="45725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FF0000"/>
                          </a:solidFill>
                        </a:rPr>
                        <a:t>Target (Actual)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Positive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Negative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Model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(Predicted)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Positive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 (TP)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b (FP)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Positive Predicted value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a/(a+b)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Negative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c (FN)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d (TN)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Negative Predicted Value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d/(c+d)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2"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Sensitivity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Specificity</a:t>
                      </a:r>
                      <a:endParaRPr/>
                    </a:p>
                  </a:txBody>
                  <a:tcPr marL="91450" marR="91450" marT="45725" marB="45725"/>
                </a:tc>
                <a:tc rowSpan="2"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Accuracy = (</a:t>
                      </a:r>
                      <a:r>
                        <a:rPr lang="en-US" sz="1800" dirty="0" err="1"/>
                        <a:t>a+d</a:t>
                      </a:r>
                      <a:r>
                        <a:rPr lang="en-US" sz="1800" dirty="0"/>
                        <a:t>)/(</a:t>
                      </a:r>
                      <a:r>
                        <a:rPr lang="en-US" sz="1800" dirty="0" err="1"/>
                        <a:t>a+b+c+d</a:t>
                      </a:r>
                      <a:r>
                        <a:rPr lang="en-US" sz="1800" dirty="0"/>
                        <a:t>)</a:t>
                      </a:r>
                      <a:endParaRPr dirty="0"/>
                    </a:p>
                  </a:txBody>
                  <a:tcPr marL="91450" marR="91450" marT="45725" marB="45725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a/(a+c)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d/(</a:t>
                      </a:r>
                      <a:r>
                        <a:rPr lang="en-US" sz="1800" dirty="0" err="1"/>
                        <a:t>b+d</a:t>
                      </a:r>
                      <a:r>
                        <a:rPr lang="en-US" sz="1800" dirty="0"/>
                        <a:t>)</a:t>
                      </a:r>
                      <a:endParaRPr dirty="0"/>
                    </a:p>
                  </a:txBody>
                  <a:tcPr marL="91450" marR="91450" marT="45725" marB="45725"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2" name="Google Shape;232;p12"/>
          <p:cNvSpPr txBox="1"/>
          <p:nvPr/>
        </p:nvSpPr>
        <p:spPr>
          <a:xfrm>
            <a:off x="7778839" y="5692462"/>
            <a:ext cx="316820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= True Positive (TP)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 = False Positive (FP)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 = False Negative (FN)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 = True Negative (TN)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371663-45FF-275D-B9A7-E8B8C39DEF8E}"/>
                  </a:ext>
                </a:extLst>
              </p:cNvPr>
              <p:cNvSpPr txBox="1"/>
              <p:nvPr/>
            </p:nvSpPr>
            <p:spPr>
              <a:xfrm>
                <a:off x="2792692" y="5364322"/>
                <a:ext cx="6094428" cy="1581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891" lvl="1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𝑃𝑟𝑒𝑐𝑖𝑠𝑖𝑜𝑛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		</a:t>
                </a:r>
              </a:p>
              <a:p>
                <a:pPr marL="342891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𝑆𝑒𝑛𝑠𝑖𝑡𝑖𝑣𝑖𝑡𝑦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𝑇𝑃𝑅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342891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=2×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𝑟𝑒𝑐𝑎𝑙𝑙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𝑟𝑒𝑐𝑎𝑙𝑙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371663-45FF-275D-B9A7-E8B8C39DE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2692" y="5364322"/>
                <a:ext cx="6094428" cy="1581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>
            <a:spLocks noGrp="1"/>
          </p:cNvSpPr>
          <p:nvPr>
            <p:ph type="title"/>
          </p:nvPr>
        </p:nvSpPr>
        <p:spPr>
          <a:xfrm>
            <a:off x="602530" y="-10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 dirty="0"/>
              <a:t>Precision-recall trade-Terminologies (Related to Confusion Matrix)off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Google Shape;223;p11"/>
              <p:cNvSpPr txBox="1">
                <a:spLocks noGrp="1"/>
              </p:cNvSpPr>
              <p:nvPr>
                <p:ph idx="1"/>
              </p:nvPr>
            </p:nvSpPr>
            <p:spPr>
              <a:xfrm>
                <a:off x="0" y="1442301"/>
                <a:ext cx="12192000" cy="54156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SzPts val="1600"/>
                  <a:buChar char="►"/>
                </a:pPr>
                <a:r>
                  <a:rPr lang="en-US" dirty="0"/>
                  <a:t>Precision and recall: Important for imbalanced/skewed dataset</a:t>
                </a: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SzPts val="1600"/>
                  <a:buChar char="►"/>
                </a:pPr>
                <a:r>
                  <a:rPr lang="en-US" dirty="0"/>
                  <a:t>Cancer prediction, spam email prediction</a:t>
                </a: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SzPts val="1600"/>
                  <a:buChar char="►"/>
                </a:pPr>
                <a:r>
                  <a:rPr lang="en-US" dirty="0"/>
                  <a:t>TPR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ar-A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𝑜𝑡𝑎𝑙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𝐴𝑐𝑡𝑢𝑎𝑙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𝑝𝑜𝑠𝑖𝑡𝑖𝑣𝑒</m:t>
                        </m:r>
                      </m:den>
                    </m:f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pPr marL="342900" indent="-342900">
                  <a:spcBef>
                    <a:spcPts val="0"/>
                  </a:spcBef>
                  <a:buSzPts val="1600"/>
                  <a:buFont typeface="Arial" panose="020B0604020202020204" pitchFamily="34" charset="0"/>
                  <a:buChar char="►"/>
                </a:pPr>
                <a:r>
                  <a:rPr lang="en-US" dirty="0"/>
                  <a:t>FPR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num>
                      <m:den>
                        <m:r>
                          <a:rPr lang="ar-A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lang="ar-A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𝐴𝑐𝑡𝑢𝑎𝑙</m:t>
                        </m:r>
                        <m:r>
                          <a:rPr lang="ar-A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𝑛𝑒𝑔𝑎</m:t>
                        </m:r>
                        <m:r>
                          <a:rPr lang="ar-A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𝑡𝑖𝑣𝑒</m:t>
                        </m:r>
                      </m:den>
                    </m:f>
                    <m:r>
                      <a:rPr lang="ar-A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ar-A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ar-A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ar-A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ar-AE" dirty="0"/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SzPts val="1600"/>
                  <a:buChar char="►"/>
                </a:pPr>
                <a:r>
                  <a:rPr lang="en-US" dirty="0"/>
                  <a:t>ROC curve: TPR vs. FPR</a:t>
                </a: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SzPts val="1600"/>
                  <a:buChar char="►"/>
                </a:pPr>
                <a:r>
                  <a:rPr lang="en-US" dirty="0"/>
                  <a:t>AUC: Area under the ROC Curve</a:t>
                </a: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SzPts val="1600"/>
                  <a:buChar char="►"/>
                </a:pPr>
                <a:r>
                  <a:rPr lang="en-US" dirty="0"/>
                  <a:t>closer ROC AUC is to 1, the </a:t>
                </a:r>
                <a:r>
                  <a:rPr lang="en-US"/>
                  <a:t>better.</a:t>
                </a:r>
                <a:endParaRPr lang="en-US" dirty="0"/>
              </a:p>
            </p:txBody>
          </p:sp>
        </mc:Choice>
        <mc:Fallback xmlns="">
          <p:sp>
            <p:nvSpPr>
              <p:cNvPr id="223" name="Google Shape;223;p1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42301"/>
                <a:ext cx="12192000" cy="5415698"/>
              </a:xfrm>
              <a:prstGeom prst="rect">
                <a:avLst/>
              </a:prstGeom>
              <a:blipFill>
                <a:blip r:embed="rId3"/>
                <a:stretch>
                  <a:fillRect l="-200" t="-19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4" name="Google Shape;224;p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3" name="Picture 2" descr="A picture containing chart&#10;&#10;Description automatically generated">
            <a:extLst>
              <a:ext uri="{FF2B5EF4-FFF2-40B4-BE49-F238E27FC236}">
                <a16:creationId xmlns:a16="http://schemas.microsoft.com/office/drawing/2014/main" id="{39E86968-A80D-C0A8-3EB6-DCB7100C6D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801"/>
          <a:stretch/>
        </p:blipFill>
        <p:spPr>
          <a:xfrm>
            <a:off x="7393760" y="1971774"/>
            <a:ext cx="4798240" cy="488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39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 dirty="0"/>
              <a:t>Confusion Matrix of the </a:t>
            </a:r>
            <a:r>
              <a:rPr lang="en-US" dirty="0" err="1"/>
              <a:t>ZeroR</a:t>
            </a:r>
            <a:r>
              <a:rPr lang="en-US" dirty="0"/>
              <a:t> Classifier for the “play golf” dataset</a:t>
            </a:r>
            <a:endParaRPr dirty="0"/>
          </a:p>
        </p:txBody>
      </p:sp>
      <p:pic>
        <p:nvPicPr>
          <p:cNvPr id="239" name="Google Shape;239;p13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 l="5275" t="6529" r="4342" b="23364"/>
          <a:stretch/>
        </p:blipFill>
        <p:spPr>
          <a:xfrm>
            <a:off x="1206630" y="2269503"/>
            <a:ext cx="7249214" cy="199848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 dirty="0"/>
              <a:t>Confusion Matrix for multiclassification problem</a:t>
            </a:r>
            <a:endParaRPr dirty="0"/>
          </a:p>
        </p:txBody>
      </p:sp>
      <p:pic>
        <p:nvPicPr>
          <p:cNvPr id="239" name="Google Shape;239;p13"/>
          <p:cNvPicPr preferRelativeResize="0">
            <a:picLocks noGrp="1"/>
          </p:cNvPicPr>
          <p:nvPr>
            <p:ph idx="1"/>
          </p:nvPr>
        </p:nvPicPr>
        <p:blipFill>
          <a:blip r:embed="rId3"/>
          <a:srcRect t="21764" b="21764"/>
          <a:stretch/>
        </p:blipFill>
        <p:spPr>
          <a:xfrm>
            <a:off x="1029650" y="1581245"/>
            <a:ext cx="7249214" cy="199848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D39FB4-FA97-D437-22E7-9CCE9C9BAA1C}"/>
              </a:ext>
            </a:extLst>
          </p:cNvPr>
          <p:cNvSpPr txBox="1"/>
          <p:nvPr/>
        </p:nvSpPr>
        <p:spPr>
          <a:xfrm>
            <a:off x="0" y="4092367"/>
            <a:ext cx="1219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Precision and recall for EACH class/category is calculated</a:t>
            </a:r>
          </a:p>
          <a:p>
            <a:r>
              <a:rPr lang="en-US" sz="2800" dirty="0"/>
              <a:t>Arithmetic/Macro average is calculated</a:t>
            </a:r>
          </a:p>
          <a:p>
            <a:r>
              <a:rPr lang="en-US" sz="2800" dirty="0"/>
              <a:t>Weighted average considers how many samples/instances of each class there were in its calculation, so fewer of one class means that it’s precision/recall/F1 score has less of an impact </a:t>
            </a:r>
            <a:r>
              <a:rPr lang="en-US" sz="2800"/>
              <a:t>on their </a:t>
            </a:r>
            <a:r>
              <a:rPr lang="en-US" sz="2800" dirty="0"/>
              <a:t>weighted average</a:t>
            </a:r>
          </a:p>
        </p:txBody>
      </p:sp>
    </p:spTree>
    <p:extLst>
      <p:ext uri="{BB962C8B-B14F-4D97-AF65-F5344CB8AC3E}">
        <p14:creationId xmlns:p14="http://schemas.microsoft.com/office/powerpoint/2010/main" val="1277002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 dirty="0"/>
              <a:t>Confusion Matrix for multiclassification problem</a:t>
            </a:r>
            <a:endParaRPr dirty="0"/>
          </a:p>
        </p:txBody>
      </p:sp>
      <p:sp>
        <p:nvSpPr>
          <p:cNvPr id="238" name="Google Shape;238;p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D39FB4-FA97-D437-22E7-9CCE9C9BAA1C}"/>
              </a:ext>
            </a:extLst>
          </p:cNvPr>
          <p:cNvSpPr txBox="1"/>
          <p:nvPr/>
        </p:nvSpPr>
        <p:spPr>
          <a:xfrm>
            <a:off x="0" y="4578147"/>
            <a:ext cx="1219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Precision and recall for EACH class/category is calculated</a:t>
            </a:r>
          </a:p>
          <a:p>
            <a:r>
              <a:rPr lang="en-US" sz="2800" dirty="0"/>
              <a:t>Arithmetic/Macro average is calculated</a:t>
            </a:r>
          </a:p>
          <a:p>
            <a:r>
              <a:rPr lang="en-US" sz="2800" dirty="0"/>
              <a:t>Weighted average considers how many samples/instances of each class there were in its calculation, so fewer of one class means that it’s precision/recall/F1 score has less of an impact on their weighted average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2778029-0772-4598-B838-20DA4761AC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14688" y="787400"/>
            <a:ext cx="4905472" cy="3790747"/>
          </a:xfrm>
        </p:spPr>
      </p:pic>
    </p:spTree>
    <p:extLst>
      <p:ext uri="{BB962C8B-B14F-4D97-AF65-F5344CB8AC3E}">
        <p14:creationId xmlns:p14="http://schemas.microsoft.com/office/powerpoint/2010/main" val="2482729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>
            <a:spLocks noGrp="1"/>
          </p:cNvSpPr>
          <p:nvPr>
            <p:ph type="title"/>
          </p:nvPr>
        </p:nvSpPr>
        <p:spPr>
          <a:xfrm>
            <a:off x="72507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ML problem steps</a:t>
            </a:r>
            <a:endParaRPr lang="en-US" dirty="0"/>
          </a:p>
        </p:txBody>
      </p:sp>
      <p:sp>
        <p:nvSpPr>
          <p:cNvPr id="223" name="Google Shape;223;p11"/>
          <p:cNvSpPr txBox="1">
            <a:spLocks noGrp="1"/>
          </p:cNvSpPr>
          <p:nvPr>
            <p:ph idx="1"/>
          </p:nvPr>
        </p:nvSpPr>
        <p:spPr>
          <a:xfrm>
            <a:off x="0" y="707010"/>
            <a:ext cx="12192000" cy="6150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>
                <a:solidFill>
                  <a:srgbClr val="FF0000"/>
                </a:solidFill>
              </a:rPr>
              <a:t>EDA: Exploratory Data Analysis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>
                <a:solidFill>
                  <a:srgbClr val="FF0000"/>
                </a:solidFill>
              </a:rPr>
              <a:t>Data Preprocessing: </a:t>
            </a:r>
            <a:r>
              <a:rPr lang="en-US" dirty="0"/>
              <a:t>Remove duplicate and missing entries and incorrect data; outlier and noise detection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Outlier: data point that differs significantly from other observations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Label and One-hot </a:t>
            </a:r>
            <a:r>
              <a:rPr lang="en-US" dirty="0"/>
              <a:t>encoding: Convert categorical values to numerical data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Feature scaling: standardize the independent features present in the data in a fixed range [0,1]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Hyperparameter optimization/tuning: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dirty="0"/>
              <a:t>choosing a set of optimal hyperparameters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dirty="0"/>
              <a:t>for a learning algorithm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lang="en-US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endParaRPr lang="en-US" dirty="0"/>
          </a:p>
        </p:txBody>
      </p:sp>
      <p:sp>
        <p:nvSpPr>
          <p:cNvPr id="224" name="Google Shape;224;p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536A85EF-0544-A83B-7FC3-5F6CBA42A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868" y="3155450"/>
            <a:ext cx="4510132" cy="37025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68DC26-6A38-814F-A682-B11E5207B2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01183"/>
            <a:ext cx="4308759" cy="223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381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 dirty="0"/>
              <a:t>ML library</a:t>
            </a:r>
            <a:endParaRPr dirty="0"/>
          </a:p>
        </p:txBody>
      </p:sp>
      <p:sp>
        <p:nvSpPr>
          <p:cNvPr id="223" name="Google Shape;223;p11"/>
          <p:cNvSpPr txBox="1">
            <a:spLocks noGrp="1"/>
          </p:cNvSpPr>
          <p:nvPr>
            <p:ph idx="1"/>
          </p:nvPr>
        </p:nvSpPr>
        <p:spPr>
          <a:xfrm>
            <a:off x="0" y="1291472"/>
            <a:ext cx="12192000" cy="5566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>
                <a:solidFill>
                  <a:srgbClr val="FF0000"/>
                </a:solidFill>
              </a:rPr>
              <a:t>WEKA</a:t>
            </a:r>
            <a:r>
              <a:rPr lang="en-US" dirty="0"/>
              <a:t>: Machine Learning Software in </a:t>
            </a:r>
            <a:r>
              <a:rPr lang="en-US" dirty="0">
                <a:solidFill>
                  <a:srgbClr val="FF0000"/>
                </a:solidFill>
              </a:rPr>
              <a:t>Java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Contains tools for data preparation, classification, regression, clustering, association rules mining, and visualization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Developed at the University of Waikato, New Zealand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>
                <a:solidFill>
                  <a:srgbClr val="FF0000"/>
                </a:solidFill>
              </a:rPr>
              <a:t>Anaconda</a:t>
            </a:r>
            <a:r>
              <a:rPr lang="en-US" dirty="0"/>
              <a:t>: Anaconda is a distribution of the </a:t>
            </a:r>
            <a:r>
              <a:rPr lang="en-US" dirty="0">
                <a:solidFill>
                  <a:srgbClr val="FF0000"/>
                </a:solidFill>
              </a:rPr>
              <a:t>Python</a:t>
            </a:r>
            <a:r>
              <a:rPr lang="en-US" dirty="0"/>
              <a:t> and R programming languages for scientific computing (data science, </a:t>
            </a:r>
            <a:r>
              <a:rPr lang="en-US" dirty="0">
                <a:solidFill>
                  <a:srgbClr val="FF0000"/>
                </a:solidFill>
              </a:rPr>
              <a:t>machine learning</a:t>
            </a:r>
            <a:r>
              <a:rPr lang="en-US" dirty="0"/>
              <a:t> applications, large-scale data processing, predictive analytics, etc.), that aims to simplify package management and deployment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Anaconda Navigator is a desktop graphical user interface (GUI) included in Anaconda distribution that allows users to launch applications and manage </a:t>
            </a:r>
            <a:r>
              <a:rPr lang="en-US" dirty="0" err="1"/>
              <a:t>conda</a:t>
            </a:r>
            <a:r>
              <a:rPr lang="en-US" dirty="0"/>
              <a:t> packages, environments and channels without using command-line commands</a:t>
            </a:r>
            <a:endParaRPr dirty="0"/>
          </a:p>
        </p:txBody>
      </p:sp>
      <p:sp>
        <p:nvSpPr>
          <p:cNvPr id="224" name="Google Shape;224;p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5852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WEKA</a:t>
            </a:r>
            <a:endParaRPr/>
          </a:p>
        </p:txBody>
      </p:sp>
      <p:sp>
        <p:nvSpPr>
          <p:cNvPr id="278" name="Google Shape;278;p1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Weka is a collection of machine learning algorithms for data mining tasks.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It contains tools for data preparation, classification, regression, clustering, association rules mining, and visualization.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Weka supports </a:t>
            </a:r>
            <a:r>
              <a:rPr lang="en-US" b="1" u="sng">
                <a:solidFill>
                  <a:schemeClr val="hlink"/>
                </a:solidFill>
                <a:hlinkClick r:id="rId3"/>
              </a:rPr>
              <a:t>deep learning</a:t>
            </a:r>
            <a:r>
              <a:rPr lang="en-US"/>
              <a:t>!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Built in Java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Link: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https://www.cs.waikato.ac.nz/ml/weka/</a:t>
            </a:r>
            <a:endParaRPr/>
          </a:p>
        </p:txBody>
      </p:sp>
      <p:sp>
        <p:nvSpPr>
          <p:cNvPr id="279" name="Google Shape;279;p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1123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Weka Explorer</a:t>
            </a:r>
            <a:endParaRPr/>
          </a:p>
        </p:txBody>
      </p:sp>
      <p:pic>
        <p:nvPicPr>
          <p:cNvPr id="285" name="Google Shape;285;p19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65913" y="1348356"/>
            <a:ext cx="3665538" cy="256816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87" name="Google Shape;287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55592" y="1032099"/>
            <a:ext cx="7666384" cy="57688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5700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Weka File Selection </a:t>
            </a:r>
            <a:endParaRPr/>
          </a:p>
        </p:txBody>
      </p:sp>
      <p:pic>
        <p:nvPicPr>
          <p:cNvPr id="293" name="Google Shape;293;p20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44405" y="1464855"/>
            <a:ext cx="5607367" cy="4195762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95" name="Google Shape;29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402711"/>
            <a:ext cx="5891766" cy="4448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236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Weka</a:t>
            </a:r>
            <a:endParaRPr/>
          </a:p>
        </p:txBody>
      </p:sp>
      <p:pic>
        <p:nvPicPr>
          <p:cNvPr id="301" name="Google Shape;301;p21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46111" y="1537733"/>
            <a:ext cx="5548343" cy="4195762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5365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Weka Results</a:t>
            </a:r>
            <a:endParaRPr/>
          </a:p>
        </p:txBody>
      </p:sp>
      <p:pic>
        <p:nvPicPr>
          <p:cNvPr id="308" name="Google Shape;308;p22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tretch/>
        </p:blipFill>
        <p:spPr>
          <a:xfrm>
            <a:off x="967442" y="1825625"/>
            <a:ext cx="10257116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3376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Weka Results</a:t>
            </a:r>
            <a:endParaRPr/>
          </a:p>
        </p:txBody>
      </p:sp>
      <p:pic>
        <p:nvPicPr>
          <p:cNvPr id="315" name="Google Shape;315;p23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tretch/>
        </p:blipFill>
        <p:spPr>
          <a:xfrm>
            <a:off x="1006780" y="1825625"/>
            <a:ext cx="10178440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9224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>
            <a:spLocks noGrp="1"/>
          </p:cNvSpPr>
          <p:nvPr>
            <p:ph type="title"/>
          </p:nvPr>
        </p:nvSpPr>
        <p:spPr>
          <a:xfrm>
            <a:off x="72507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 dirty="0"/>
              <a:t>Anaconda libraries</a:t>
            </a:r>
            <a:endParaRPr dirty="0"/>
          </a:p>
        </p:txBody>
      </p:sp>
      <p:sp>
        <p:nvSpPr>
          <p:cNvPr id="223" name="Google Shape;223;p11"/>
          <p:cNvSpPr txBox="1">
            <a:spLocks noGrp="1"/>
          </p:cNvSpPr>
          <p:nvPr>
            <p:ph idx="1"/>
          </p:nvPr>
        </p:nvSpPr>
        <p:spPr>
          <a:xfrm>
            <a:off x="0" y="707010"/>
            <a:ext cx="12192000" cy="6150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 err="1">
                <a:solidFill>
                  <a:srgbClr val="FF0000"/>
                </a:solidFill>
              </a:rPr>
              <a:t>Jupyter</a:t>
            </a:r>
            <a:r>
              <a:rPr lang="en-US" dirty="0">
                <a:solidFill>
                  <a:srgbClr val="FF0000"/>
                </a:solidFill>
              </a:rPr>
              <a:t> Notebook: </a:t>
            </a:r>
            <a:r>
              <a:rPr lang="en-US" dirty="0" err="1"/>
              <a:t>Jupyter</a:t>
            </a:r>
            <a:r>
              <a:rPr lang="en-US" dirty="0"/>
              <a:t> Notebook App is a server-client application that allows editing and running notebook documents via a web browser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>
                <a:solidFill>
                  <a:srgbClr val="FF0000"/>
                </a:solidFill>
              </a:rPr>
              <a:t>Pandas: </a:t>
            </a:r>
            <a:r>
              <a:rPr lang="en-US" dirty="0"/>
              <a:t>read, write data, data preprocessing – data handling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Matplotlib, seaborn: data visualization libraries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 err="1"/>
              <a:t>Sklearn</a:t>
            </a:r>
            <a:r>
              <a:rPr lang="en-US" dirty="0"/>
              <a:t> (Scikit-learn): ML libraries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TensorFlow: library for machine learning and </a:t>
            </a:r>
            <a:r>
              <a:rPr lang="en-US" dirty="0">
                <a:solidFill>
                  <a:srgbClr val="FF0000"/>
                </a:solidFill>
              </a:rPr>
              <a:t>deep neural networks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 err="1">
                <a:solidFill>
                  <a:srgbClr val="FF0000"/>
                </a:solidFill>
              </a:rPr>
              <a:t>Numpy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/>
              <a:t>numerical Python. large, multi-dimensional arrays and matrices, along with a large collection of high-level mathematical functions to operate on these arrays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Change directory from Anaconda Prompt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Green: edit mode; Blue: </a:t>
            </a:r>
            <a:r>
              <a:rPr lang="en-US"/>
              <a:t>Command mode</a:t>
            </a:r>
            <a:endParaRPr dirty="0"/>
          </a:p>
        </p:txBody>
      </p:sp>
      <p:sp>
        <p:nvSpPr>
          <p:cNvPr id="224" name="Google Shape;224;p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1106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>
            <a:spLocks noGrp="1"/>
          </p:cNvSpPr>
          <p:nvPr>
            <p:ph type="title"/>
          </p:nvPr>
        </p:nvSpPr>
        <p:spPr>
          <a:xfrm>
            <a:off x="72507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 dirty="0"/>
              <a:t>Google </a:t>
            </a:r>
            <a:r>
              <a:rPr lang="en-US" dirty="0" err="1"/>
              <a:t>Colab</a:t>
            </a:r>
            <a:endParaRPr dirty="0"/>
          </a:p>
        </p:txBody>
      </p:sp>
      <p:sp>
        <p:nvSpPr>
          <p:cNvPr id="223" name="Google Shape;223;p11"/>
          <p:cNvSpPr txBox="1">
            <a:spLocks noGrp="1"/>
          </p:cNvSpPr>
          <p:nvPr>
            <p:ph idx="1"/>
          </p:nvPr>
        </p:nvSpPr>
        <p:spPr>
          <a:xfrm>
            <a:off x="0" y="707010"/>
            <a:ext cx="12192000" cy="6150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free cloud service hosted by Google that runs on cloud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Provides free GPU support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Kaggle: a subsidiary of Google LLC - online community of data scientists and machine learning practitioners</a:t>
            </a:r>
            <a:r>
              <a:rPr lang="en-US"/>
              <a:t>.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Kaggle </a:t>
            </a:r>
            <a:r>
              <a:rPr lang="en-US" dirty="0"/>
              <a:t>allows users to find and publish data sets, explore and build models in a web-based data-science environment, work with other data scientists and machine learning engineers, and enter competitions to solve data science challenges</a:t>
            </a:r>
            <a:endParaRPr dirty="0"/>
          </a:p>
        </p:txBody>
      </p:sp>
      <p:sp>
        <p:nvSpPr>
          <p:cNvPr id="224" name="Google Shape;224;p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0531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OneR Classifier</a:t>
            </a:r>
            <a:endParaRPr/>
          </a:p>
        </p:txBody>
      </p:sp>
      <p:sp>
        <p:nvSpPr>
          <p:cNvPr id="245" name="Google Shape;245;p14"/>
          <p:cNvSpPr txBox="1">
            <a:spLocks noGrp="1"/>
          </p:cNvSpPr>
          <p:nvPr>
            <p:ph idx="1"/>
          </p:nvPr>
        </p:nvSpPr>
        <p:spPr>
          <a:xfrm>
            <a:off x="0" y="1206630"/>
            <a:ext cx="12192000" cy="5651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 dirty="0" err="1"/>
              <a:t>OneR</a:t>
            </a:r>
            <a:r>
              <a:rPr lang="en-US" dirty="0"/>
              <a:t> stands for “One Rule”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 dirty="0"/>
              <a:t>A simple, yet accurate, classification algorithm that generates one rule for each predictor in the data, then selects the rule with the smallest total error as its “one rule”.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b="1" dirty="0" err="1"/>
              <a:t>OneR</a:t>
            </a:r>
            <a:r>
              <a:rPr lang="en-US" b="1" dirty="0"/>
              <a:t> Algorithm: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dirty="0"/>
              <a:t>For each predictor,</a:t>
            </a:r>
            <a:br>
              <a:rPr lang="en-US" dirty="0"/>
            </a:br>
            <a:r>
              <a:rPr lang="en-US" dirty="0"/>
              <a:t>     For each value of that predictor, make a rule as follows;</a:t>
            </a:r>
            <a:br>
              <a:rPr lang="en-US" dirty="0"/>
            </a:br>
            <a:r>
              <a:rPr lang="en-US" dirty="0"/>
              <a:t>           Count how often each value of target (class) appears</a:t>
            </a:r>
            <a:br>
              <a:rPr lang="en-US" dirty="0"/>
            </a:br>
            <a:r>
              <a:rPr lang="en-US" dirty="0"/>
              <a:t>           Find the most frequent class</a:t>
            </a:r>
            <a:br>
              <a:rPr lang="en-US" dirty="0"/>
            </a:br>
            <a:r>
              <a:rPr lang="en-US" dirty="0"/>
              <a:t>           Make the rule assign that class to this value of the predictor</a:t>
            </a:r>
            <a:br>
              <a:rPr lang="en-US" dirty="0"/>
            </a:br>
            <a:r>
              <a:rPr lang="en-US" dirty="0"/>
              <a:t>     Calculate the total error of the rules of each predictor</a:t>
            </a:r>
            <a:br>
              <a:rPr lang="en-US" dirty="0"/>
            </a:br>
            <a:r>
              <a:rPr lang="en-US" dirty="0"/>
              <a:t>Choose the predictor with the smallest total error.</a:t>
            </a:r>
            <a:endParaRPr dirty="0"/>
          </a:p>
        </p:txBody>
      </p:sp>
      <p:sp>
        <p:nvSpPr>
          <p:cNvPr id="246" name="Google Shape;246;p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OneR classifier</a:t>
            </a:r>
            <a:endParaRPr/>
          </a:p>
        </p:txBody>
      </p:sp>
      <p:sp>
        <p:nvSpPr>
          <p:cNvPr id="252" name="Google Shape;252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</p:txBody>
      </p:sp>
      <p:sp>
        <p:nvSpPr>
          <p:cNvPr id="253" name="Google Shape;253;p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254" name="Google Shape;254;p15" descr="https://www.saedsayad.com/images/OneR_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3312" y="1102936"/>
            <a:ext cx="5636853" cy="5120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"/>
          <p:cNvSpPr txBox="1">
            <a:spLocks noGrp="1"/>
          </p:cNvSpPr>
          <p:nvPr>
            <p:ph type="title"/>
          </p:nvPr>
        </p:nvSpPr>
        <p:spPr>
          <a:xfrm>
            <a:off x="721419" y="-12015"/>
            <a:ext cx="10515600" cy="577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 dirty="0" err="1"/>
              <a:t>OneR</a:t>
            </a:r>
            <a:r>
              <a:rPr lang="en-US" dirty="0"/>
              <a:t> classifier</a:t>
            </a:r>
            <a:endParaRPr dirty="0"/>
          </a:p>
        </p:txBody>
      </p:sp>
      <p:pic>
        <p:nvPicPr>
          <p:cNvPr id="261" name="Google Shape;261;p16" descr="https://www.saedsayad.com/images/OneR_2.png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21419" y="1983406"/>
            <a:ext cx="3762900" cy="250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262" name="Google Shape;262;p16" descr="https://www.saedsayad.com/images/OneR_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86511" y="1919753"/>
            <a:ext cx="5164323" cy="4170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6" descr="https://www.saedsayad.com/images/OneR_3.png"/>
          <p:cNvPicPr preferRelativeResize="0"/>
          <p:nvPr/>
        </p:nvPicPr>
        <p:blipFill rotWithShape="1">
          <a:blip r:embed="rId5">
            <a:alphaModFix/>
          </a:blip>
          <a:srcRect b="11441"/>
          <a:stretch/>
        </p:blipFill>
        <p:spPr>
          <a:xfrm>
            <a:off x="1452655" y="5095037"/>
            <a:ext cx="2752725" cy="17629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" name="Google Shape;264;p16"/>
          <p:cNvCxnSpPr>
            <a:stCxn id="261" idx="2"/>
          </p:cNvCxnSpPr>
          <p:nvPr/>
        </p:nvCxnSpPr>
        <p:spPr>
          <a:xfrm>
            <a:off x="2602869" y="4488831"/>
            <a:ext cx="0" cy="606300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5" name="Google Shape;265;p16"/>
          <p:cNvCxnSpPr>
            <a:stCxn id="263" idx="3"/>
          </p:cNvCxnSpPr>
          <p:nvPr/>
        </p:nvCxnSpPr>
        <p:spPr>
          <a:xfrm flipV="1">
            <a:off x="4205380" y="5424398"/>
            <a:ext cx="681000" cy="552121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D72889E-1FE1-358E-B3D6-A3B891B286B2}"/>
              </a:ext>
            </a:extLst>
          </p:cNvPr>
          <p:cNvSpPr txBox="1"/>
          <p:nvPr/>
        </p:nvSpPr>
        <p:spPr>
          <a:xfrm>
            <a:off x="1572" y="536751"/>
            <a:ext cx="12190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Outlook_error</a:t>
            </a:r>
            <a:r>
              <a:rPr lang="en-US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= 2+0+2 =4; smallest error; Winning Predictor</a:t>
            </a:r>
          </a:p>
          <a:p>
            <a:r>
              <a:rPr lang="en-US" dirty="0" err="1">
                <a:solidFill>
                  <a:srgbClr val="202124"/>
                </a:solidFill>
                <a:latin typeface="arial" panose="020B0604020202020204" pitchFamily="34" charset="0"/>
              </a:rPr>
              <a:t>Temp_error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 = 2+2+1 = 5</a:t>
            </a:r>
          </a:p>
          <a:p>
            <a:r>
              <a:rPr lang="en-US" dirty="0" err="1">
                <a:solidFill>
                  <a:srgbClr val="202124"/>
                </a:solidFill>
                <a:latin typeface="arial" panose="020B0604020202020204" pitchFamily="34" charset="0"/>
              </a:rPr>
              <a:t>Humidity_error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 = 3 + 1 =4</a:t>
            </a:r>
          </a:p>
          <a:p>
            <a:r>
              <a:rPr lang="en-US" dirty="0" err="1">
                <a:solidFill>
                  <a:srgbClr val="202124"/>
                </a:solidFill>
                <a:latin typeface="arial" panose="020B0604020202020204" pitchFamily="34" charset="0"/>
              </a:rPr>
              <a:t>Windy_error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 = 2+3=5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Model Evaluation (OneR classifier)</a:t>
            </a:r>
            <a:endParaRPr/>
          </a:p>
        </p:txBody>
      </p:sp>
      <p:pic>
        <p:nvPicPr>
          <p:cNvPr id="271" name="Google Shape;271;p17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210989" y="1853247"/>
            <a:ext cx="9347210" cy="2265991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F18F92-811B-EE97-41D9-B02D9F8CFFE0}"/>
              </a:ext>
            </a:extLst>
          </p:cNvPr>
          <p:cNvSpPr txBox="1"/>
          <p:nvPr/>
        </p:nvSpPr>
        <p:spPr>
          <a:xfrm>
            <a:off x="1572" y="4281797"/>
            <a:ext cx="12190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TP = 7</a:t>
            </a: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FP = 2</a:t>
            </a: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FN = 2</a:t>
            </a:r>
          </a:p>
          <a:p>
            <a:r>
              <a:rPr lang="en-US">
                <a:solidFill>
                  <a:srgbClr val="FF0000"/>
                </a:solidFill>
                <a:latin typeface="arial" panose="020B0604020202020204" pitchFamily="34" charset="0"/>
              </a:rPr>
              <a:t>TN = 3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bf933092c6_0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Machine learning in Python</a:t>
            </a:r>
            <a:endParaRPr/>
          </a:p>
        </p:txBody>
      </p:sp>
      <p:sp>
        <p:nvSpPr>
          <p:cNvPr id="331" name="Google Shape;331;gbf933092c6_0_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Scikit-learn: Free, software machine learning library for Python programming language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Pandas: Software library written for Python programming language for data manipulation and analysis.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Matplotlib: A plotting library for Python programming language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Numpy: LIbrary for Python programming language which is used for working with arrays and matrices</a:t>
            </a:r>
            <a:endParaRPr/>
          </a:p>
        </p:txBody>
      </p:sp>
      <p:sp>
        <p:nvSpPr>
          <p:cNvPr id="332" name="Google Shape;332;gbf933092c6_0_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bf933092c6_0_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ZeroR classifier using Python</a:t>
            </a:r>
            <a:endParaRPr/>
          </a:p>
        </p:txBody>
      </p:sp>
      <p:sp>
        <p:nvSpPr>
          <p:cNvPr id="339" name="Google Shape;339;gbf933092c6_0_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ln w="9525" cap="flat" cmpd="sng">
            <a:solidFill>
              <a:srgbClr val="CC41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>
                <a:highlight>
                  <a:srgbClr val="FF0000"/>
                </a:highlight>
              </a:rPr>
              <a:t>imports</a:t>
            </a:r>
            <a:endParaRPr b="1">
              <a:highlight>
                <a:srgbClr val="FF0000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from sklearn.dummy import DummyClassifier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from sklearn.metrics import accuracy_score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from sklearn.metrics import confusion_matrix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from sklearn.metrics import classification_report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import pandas as pd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bf933092c6_0_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bf933092c6_0_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ZeroR classifier using Python</a:t>
            </a:r>
            <a:endParaRPr/>
          </a:p>
        </p:txBody>
      </p:sp>
      <p:sp>
        <p:nvSpPr>
          <p:cNvPr id="347" name="Google Shape;347;gbf933092c6_0_1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ln w="9525" cap="flat" cmpd="sng">
            <a:solidFill>
              <a:srgbClr val="CC41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>
                <a:highlight>
                  <a:srgbClr val="FF0000"/>
                </a:highlight>
              </a:rPr>
              <a:t>Reading dataset</a:t>
            </a:r>
            <a:endParaRPr b="1">
              <a:highlight>
                <a:srgbClr val="FF0000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df = pd.read_csv('E:\ML-teaching\Sample Datasets\weather.csv')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Try the following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print(df)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print(df.shape)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print(df.head())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print(df.describe())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bf933092c6_0_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bf933092c6_0_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ZeroR classifier using Python</a:t>
            </a:r>
            <a:endParaRPr/>
          </a:p>
        </p:txBody>
      </p:sp>
      <p:sp>
        <p:nvSpPr>
          <p:cNvPr id="355" name="Google Shape;355;gbf933092c6_0_2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ln w="9525" cap="flat" cmpd="sng">
            <a:solidFill>
              <a:srgbClr val="CC41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>
                <a:highlight>
                  <a:srgbClr val="FF0000"/>
                </a:highlight>
              </a:rPr>
              <a:t>Separate X and y</a:t>
            </a:r>
            <a:endParaRPr b="1">
              <a:highlight>
                <a:srgbClr val="FF0000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X = df.drop(columns = ['Play'])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y = df['Play']</a:t>
            </a:r>
            <a:endParaRPr/>
          </a:p>
        </p:txBody>
      </p:sp>
      <p:sp>
        <p:nvSpPr>
          <p:cNvPr id="356" name="Google Shape;356;gbf933092c6_0_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bf933092c6_0_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ZeroR classifier using Python</a:t>
            </a:r>
            <a:endParaRPr/>
          </a:p>
        </p:txBody>
      </p:sp>
      <p:sp>
        <p:nvSpPr>
          <p:cNvPr id="363" name="Google Shape;363;gbf933092c6_0_3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>
                <a:highlight>
                  <a:srgbClr val="FF0000"/>
                </a:highlight>
              </a:rPr>
              <a:t>Train and Test</a:t>
            </a:r>
            <a:endParaRPr b="1">
              <a:highlight>
                <a:srgbClr val="FF0000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model = DummyClassifier(strategy = 'most_frequent', random_state = 0)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model.fit(X,y)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predictions = model.predict(X)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score = accuracy_score(y, predictions)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print(score)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print(confusion_matrix(y, predictions))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print(classification_report(y, predictions))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bf933092c6_0_3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bf933092c6_0_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</a:t>
            </a:r>
            <a:endParaRPr/>
          </a:p>
        </p:txBody>
      </p:sp>
      <p:sp>
        <p:nvSpPr>
          <p:cNvPr id="371" name="Google Shape;371;gbf933092c6_0_4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We should ideally divide the dataset into train set and test set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	Train set should be used to create the model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	Test set should be used to test how well the model is predicting unlabel cases.</a:t>
            </a:r>
            <a:endParaRPr/>
          </a:p>
        </p:txBody>
      </p:sp>
      <p:sp>
        <p:nvSpPr>
          <p:cNvPr id="372" name="Google Shape;372;gbf933092c6_0_4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</TotalTime>
  <Words>1741</Words>
  <Application>Microsoft Office PowerPoint</Application>
  <PresentationFormat>Widescreen</PresentationFormat>
  <Paragraphs>230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Cambria Math</vt:lpstr>
      <vt:lpstr>Century Gothic</vt:lpstr>
      <vt:lpstr>Calibri Light</vt:lpstr>
      <vt:lpstr>Arial</vt:lpstr>
      <vt:lpstr>Calibri</vt:lpstr>
      <vt:lpstr>Office Theme</vt:lpstr>
      <vt:lpstr>ZeroR and OneR  Classifier</vt:lpstr>
      <vt:lpstr>Classifier (Recall)</vt:lpstr>
      <vt:lpstr>Categorical/Discrete variables</vt:lpstr>
      <vt:lpstr>ZeroR classifier</vt:lpstr>
      <vt:lpstr>ZeroR classifier</vt:lpstr>
      <vt:lpstr>Classification Model Evaluation</vt:lpstr>
      <vt:lpstr>Terminologies (Related to Confusion Matrix)</vt:lpstr>
      <vt:lpstr>2 × 2 Confusion Matrix for two classes (Positive and Negative)</vt:lpstr>
      <vt:lpstr>Precision-recall trade-Terminologies (Related to Confusion Matrix)off</vt:lpstr>
      <vt:lpstr>Confusion Matrix of the ZeroR Classifier for the “play golf” dataset</vt:lpstr>
      <vt:lpstr>Confusion Matrix for multiclassification problem</vt:lpstr>
      <vt:lpstr>Confusion Matrix for multiclassification problem</vt:lpstr>
      <vt:lpstr>ML problem steps</vt:lpstr>
      <vt:lpstr>ML library</vt:lpstr>
      <vt:lpstr>WEKA</vt:lpstr>
      <vt:lpstr>Weka Explorer</vt:lpstr>
      <vt:lpstr>Weka File Selection </vt:lpstr>
      <vt:lpstr>Weka</vt:lpstr>
      <vt:lpstr>Weka Results</vt:lpstr>
      <vt:lpstr>Weka Results</vt:lpstr>
      <vt:lpstr>Anaconda libraries</vt:lpstr>
      <vt:lpstr>Google Colab</vt:lpstr>
      <vt:lpstr>OneR Classifier</vt:lpstr>
      <vt:lpstr>OneR classifier</vt:lpstr>
      <vt:lpstr>OneR classifier</vt:lpstr>
      <vt:lpstr>Model Evaluation (OneR classifier)</vt:lpstr>
      <vt:lpstr>Machine learning in Python</vt:lpstr>
      <vt:lpstr>ZeroR classifier using Python</vt:lpstr>
      <vt:lpstr>ZeroR classifier using Python</vt:lpstr>
      <vt:lpstr>ZeroR classifier using Python</vt:lpstr>
      <vt:lpstr>ZeroR classifier using Python</vt:lpstr>
      <vt:lpstr>Future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ZeroR and OneR  Classifier</dc:title>
  <dc:creator>ASUS</dc:creator>
  <cp:lastModifiedBy>Riasat Khan</cp:lastModifiedBy>
  <cp:revision>2</cp:revision>
  <dcterms:created xsi:type="dcterms:W3CDTF">2019-06-08T05:13:05Z</dcterms:created>
  <dcterms:modified xsi:type="dcterms:W3CDTF">2025-01-28T03:17:51Z</dcterms:modified>
</cp:coreProperties>
</file>