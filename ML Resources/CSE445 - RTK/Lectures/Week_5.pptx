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1" r:id="rId14"/>
    <p:sldId id="272" r:id="rId15"/>
    <p:sldId id="273" r:id="rId16"/>
    <p:sldId id="274" r:id="rId17"/>
    <p:sldId id="275" r:id="rId18"/>
    <p:sldId id="276" r:id="rId19"/>
    <p:sldId id="283" r:id="rId20"/>
    <p:sldId id="285" r:id="rId21"/>
    <p:sldId id="277" r:id="rId22"/>
    <p:sldId id="282" r:id="rId23"/>
    <p:sldId id="278" r:id="rId24"/>
    <p:sldId id="284" r:id="rId25"/>
    <p:sldId id="279" r:id="rId26"/>
    <p:sldId id="280" r:id="rId27"/>
    <p:sldId id="28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874D68-2E34-4247-ACF9-C58728F97060}" v="1" dt="2024-03-02T12:36:55.6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2" d="100"/>
          <a:sy n="112" d="100"/>
        </p:scale>
        <p:origin x="55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asat Khan" userId="826ac62dfbb52e43" providerId="LiveId" clId="{A6874D68-2E34-4247-ACF9-C58728F97060}"/>
    <pc:docChg chg="undo custSel addSld modSld">
      <pc:chgData name="Riasat Khan" userId="826ac62dfbb52e43" providerId="LiveId" clId="{A6874D68-2E34-4247-ACF9-C58728F97060}" dt="2024-03-02T12:57:24.340" v="21" actId="207"/>
      <pc:docMkLst>
        <pc:docMk/>
      </pc:docMkLst>
      <pc:sldChg chg="modSp mod">
        <pc:chgData name="Riasat Khan" userId="826ac62dfbb52e43" providerId="LiveId" clId="{A6874D68-2E34-4247-ACF9-C58728F97060}" dt="2024-03-02T12:32:00.088" v="1" actId="14100"/>
        <pc:sldMkLst>
          <pc:docMk/>
          <pc:sldMk cId="0" sldId="260"/>
        </pc:sldMkLst>
        <pc:spChg chg="mod">
          <ac:chgData name="Riasat Khan" userId="826ac62dfbb52e43" providerId="LiveId" clId="{A6874D68-2E34-4247-ACF9-C58728F97060}" dt="2024-03-02T12:32:00.088" v="1" actId="14100"/>
          <ac:spMkLst>
            <pc:docMk/>
            <pc:sldMk cId="0" sldId="260"/>
            <ac:spMk id="109" creationId="{00000000-0000-0000-0000-000000000000}"/>
          </ac:spMkLst>
        </pc:spChg>
      </pc:sldChg>
      <pc:sldChg chg="modSp">
        <pc:chgData name="Riasat Khan" userId="826ac62dfbb52e43" providerId="LiveId" clId="{A6874D68-2E34-4247-ACF9-C58728F97060}" dt="2024-03-02T12:36:55.644" v="2" actId="14100"/>
        <pc:sldMkLst>
          <pc:docMk/>
          <pc:sldMk cId="0" sldId="266"/>
        </pc:sldMkLst>
        <pc:spChg chg="mod">
          <ac:chgData name="Riasat Khan" userId="826ac62dfbb52e43" providerId="LiveId" clId="{A6874D68-2E34-4247-ACF9-C58728F97060}" dt="2024-03-02T12:36:55.644" v="2" actId="14100"/>
          <ac:spMkLst>
            <pc:docMk/>
            <pc:sldMk cId="0" sldId="266"/>
            <ac:spMk id="10246" creationId="{00000000-0000-0000-0000-000000000000}"/>
          </ac:spMkLst>
        </pc:spChg>
      </pc:sldChg>
      <pc:sldChg chg="modSp mod">
        <pc:chgData name="Riasat Khan" userId="826ac62dfbb52e43" providerId="LiveId" clId="{A6874D68-2E34-4247-ACF9-C58728F97060}" dt="2024-03-02T12:38:01.297" v="6" actId="20577"/>
        <pc:sldMkLst>
          <pc:docMk/>
          <pc:sldMk cId="0" sldId="275"/>
        </pc:sldMkLst>
        <pc:spChg chg="mod">
          <ac:chgData name="Riasat Khan" userId="826ac62dfbb52e43" providerId="LiveId" clId="{A6874D68-2E34-4247-ACF9-C58728F97060}" dt="2024-03-02T12:38:01.297" v="6" actId="20577"/>
          <ac:spMkLst>
            <pc:docMk/>
            <pc:sldMk cId="0" sldId="275"/>
            <ac:spMk id="127" creationId="{00000000-0000-0000-0000-000000000000}"/>
          </ac:spMkLst>
        </pc:spChg>
      </pc:sldChg>
      <pc:sldChg chg="modSp mod">
        <pc:chgData name="Riasat Khan" userId="826ac62dfbb52e43" providerId="LiveId" clId="{A6874D68-2E34-4247-ACF9-C58728F97060}" dt="2024-03-02T12:56:48.124" v="14" actId="1076"/>
        <pc:sldMkLst>
          <pc:docMk/>
          <pc:sldMk cId="0" sldId="283"/>
        </pc:sldMkLst>
        <pc:spChg chg="mod">
          <ac:chgData name="Riasat Khan" userId="826ac62dfbb52e43" providerId="LiveId" clId="{A6874D68-2E34-4247-ACF9-C58728F97060}" dt="2024-03-02T12:55:29.149" v="8"/>
          <ac:spMkLst>
            <pc:docMk/>
            <pc:sldMk cId="0" sldId="283"/>
            <ac:spMk id="133" creationId="{00000000-0000-0000-0000-000000000000}"/>
          </ac:spMkLst>
        </pc:spChg>
        <pc:picChg chg="mod">
          <ac:chgData name="Riasat Khan" userId="826ac62dfbb52e43" providerId="LiveId" clId="{A6874D68-2E34-4247-ACF9-C58728F97060}" dt="2024-03-02T12:55:32.676" v="9" actId="1076"/>
          <ac:picMkLst>
            <pc:docMk/>
            <pc:sldMk cId="0" sldId="283"/>
            <ac:picMk id="3" creationId="{00000000-0000-0000-0000-000000000000}"/>
          </ac:picMkLst>
        </pc:picChg>
        <pc:picChg chg="mod">
          <ac:chgData name="Riasat Khan" userId="826ac62dfbb52e43" providerId="LiveId" clId="{A6874D68-2E34-4247-ACF9-C58728F97060}" dt="2024-03-02T12:56:48.124" v="14" actId="1076"/>
          <ac:picMkLst>
            <pc:docMk/>
            <pc:sldMk cId="0" sldId="283"/>
            <ac:picMk id="5" creationId="{00000000-0000-0000-0000-000000000000}"/>
          </ac:picMkLst>
        </pc:picChg>
      </pc:sldChg>
      <pc:sldChg chg="delSp modSp add mod">
        <pc:chgData name="Riasat Khan" userId="826ac62dfbb52e43" providerId="LiveId" clId="{A6874D68-2E34-4247-ACF9-C58728F97060}" dt="2024-03-02T12:57:24.340" v="21" actId="207"/>
        <pc:sldMkLst>
          <pc:docMk/>
          <pc:sldMk cId="644674029" sldId="285"/>
        </pc:sldMkLst>
        <pc:spChg chg="mod">
          <ac:chgData name="Riasat Khan" userId="826ac62dfbb52e43" providerId="LiveId" clId="{A6874D68-2E34-4247-ACF9-C58728F97060}" dt="2024-03-02T12:57:24.340" v="21" actId="207"/>
          <ac:spMkLst>
            <pc:docMk/>
            <pc:sldMk cId="644674029" sldId="285"/>
            <ac:spMk id="133" creationId="{83856DE8-C470-CFB4-6AFB-C911A2393D03}"/>
          </ac:spMkLst>
        </pc:spChg>
        <pc:picChg chg="del">
          <ac:chgData name="Riasat Khan" userId="826ac62dfbb52e43" providerId="LiveId" clId="{A6874D68-2E34-4247-ACF9-C58728F97060}" dt="2024-03-02T12:56:33.241" v="11" actId="478"/>
          <ac:picMkLst>
            <pc:docMk/>
            <pc:sldMk cId="644674029" sldId="285"/>
            <ac:picMk id="3" creationId="{D01F7FC3-D2AC-EE51-BB97-45FA0CC88791}"/>
          </ac:picMkLst>
        </pc:picChg>
        <pc:picChg chg="del">
          <ac:chgData name="Riasat Khan" userId="826ac62dfbb52e43" providerId="LiveId" clId="{A6874D68-2E34-4247-ACF9-C58728F97060}" dt="2024-03-02T12:56:33.958" v="12" actId="478"/>
          <ac:picMkLst>
            <pc:docMk/>
            <pc:sldMk cId="644674029" sldId="285"/>
            <ac:picMk id="5" creationId="{15C6CC9F-CB06-8071-392D-D755400A4050}"/>
          </ac:picMkLst>
        </pc:picChg>
      </pc:sldChg>
    </pc:docChg>
  </pc:docChgLst>
  <pc:docChgLst>
    <pc:chgData name="Riasat Khan" userId="826ac62dfbb52e43" providerId="LiveId" clId="{C1E39ECC-B24A-41C5-B081-EAFF14137579}"/>
    <pc:docChg chg="modSld">
      <pc:chgData name="Riasat Khan" userId="826ac62dfbb52e43" providerId="LiveId" clId="{C1E39ECC-B24A-41C5-B081-EAFF14137579}" dt="2023-05-03T06:46:50.423" v="0" actId="207"/>
      <pc:docMkLst>
        <pc:docMk/>
      </pc:docMkLst>
      <pc:sldChg chg="modSp">
        <pc:chgData name="Riasat Khan" userId="826ac62dfbb52e43" providerId="LiveId" clId="{C1E39ECC-B24A-41C5-B081-EAFF14137579}" dt="2023-05-03T06:46:50.423" v="0" actId="207"/>
        <pc:sldMkLst>
          <pc:docMk/>
          <pc:sldMk cId="0" sldId="277"/>
        </pc:sldMkLst>
        <pc:spChg chg="mod">
          <ac:chgData name="Riasat Khan" userId="826ac62dfbb52e43" providerId="LiveId" clId="{C1E39ECC-B24A-41C5-B081-EAFF14137579}" dt="2023-05-03T06:46:50.423" v="0" actId="207"/>
          <ac:spMkLst>
            <pc:docMk/>
            <pc:sldMk cId="0" sldId="277"/>
            <ac:spMk id="16" creationId="{00000000-0000-0000-0000-000000000000}"/>
          </ac:spMkLst>
        </pc:spChg>
      </pc:sldChg>
    </pc:docChg>
  </pc:docChgLst>
</pc:chgInfo>
</file>

<file path=ppt/ink/ink1.xml><?xml version="1.0" encoding="utf-8"?>
<inkml:ink xmlns:inkml="http://www.w3.org/2003/InkML">
  <inkml:definitions>
    <inkml:context xml:id="ctx0">
      <inkml:inkSource xml:id="inkSrc0">
        <inkml:traceFormat>
          <inkml:channel name="X" type="integer" min="-2" max="2" units="cm"/>
          <inkml:channel name="Y" type="integer" min="-2" max="2"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8T05:59:50"/>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 max="2" units="cm"/>
          <inkml:channel name="Y" type="integer" min="-2" max="2"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8T05:59:51"/>
    </inkml:context>
    <inkml:brush xml:id="br0">
      <inkml:brushProperty name="width" value="0.05" units="cm"/>
      <inkml:brushProperty name="height" value="0.05" units="cm"/>
      <inkml:brushProperty name="color" value="#E71224"/>
    </inkml:brush>
  </inkml:definitions>
  <inkml:trace contextRef="#ctx0" brushRef="#br0">1 1 24575,'0'4'0,"4"2"0</inkml:trace>
</inkml:ink>
</file>

<file path=ppt/ink/ink3.xml><?xml version="1.0" encoding="utf-8"?>
<inkml:ink xmlns:inkml="http://www.w3.org/2003/InkML">
  <inkml:definitions>
    <inkml:context xml:id="ctx0">
      <inkml:inkSource xml:id="inkSrc0">
        <inkml:traceFormat>
          <inkml:channel name="X" type="integer" min="-2" max="2" units="cm"/>
          <inkml:channel name="Y" type="integer" min="-2" max="2"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8T05:59:51"/>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4.xml><?xml version="1.0" encoding="utf-8"?>
<inkml:ink xmlns:inkml="http://www.w3.org/2003/InkML">
  <inkml:definitions>
    <inkml:context xml:id="ctx0">
      <inkml:inkSource xml:id="inkSrc0">
        <inkml:traceFormat>
          <inkml:channel name="X" type="integer" min="-2" max="2" units="cm"/>
          <inkml:channel name="Y" type="integer" min="-2" max="2"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8T05:58:53"/>
    </inkml:context>
    <inkml:brush xml:id="br0">
      <inkml:brushProperty name="width" value="0.05" units="cm"/>
      <inkml:brushProperty name="height" value="0.05" units="cm"/>
      <inkml:brushProperty name="color" value="#E71224"/>
    </inkml:brush>
  </inkml:definitions>
  <inkml:trace contextRef="#ctx0" brushRef="#br0">0 1 24575</inkml:trace>
</inkml:ink>
</file>

<file path=ppt/ink/ink5.xml><?xml version="1.0" encoding="utf-8"?>
<inkml:ink xmlns:inkml="http://www.w3.org/2003/InkML">
  <inkml:definitions>
    <inkml:context xml:id="ctx0">
      <inkml:inkSource xml:id="inkSrc0">
        <inkml:traceFormat>
          <inkml:channel name="X" type="integer" min="-2" max="2" units="cm"/>
          <inkml:channel name="Y" type="integer" min="-2" max="2"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8T06:00:09"/>
    </inkml:context>
    <inkml:brush xml:id="br0">
      <inkml:brushProperty name="width" value="0.05" units="cm"/>
      <inkml:brushProperty name="height" value="0.05" units="cm"/>
      <inkml:brushProperty name="color" value="#E71224"/>
    </inkml:brush>
  </inkml:definitions>
  <inkml:trace contextRef="#ctx0" brushRef="#br0">1 1 24575,'0'4'0,"0"5"0,0 6 0,0 0-8191</inkml:trace>
</inkml:ink>
</file>

<file path=ppt/ink/ink6.xml><?xml version="1.0" encoding="utf-8"?>
<inkml:ink xmlns:inkml="http://www.w3.org/2003/InkML">
  <inkml:definitions>
    <inkml:context xml:id="ctx0">
      <inkml:inkSource xml:id="inkSrc0">
        <inkml:traceFormat>
          <inkml:channel name="X" type="integer" min="-2" max="2" units="cm"/>
          <inkml:channel name="Y" type="integer" min="-2" max="2"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8T06:00:11"/>
    </inkml:context>
    <inkml:brush xml:id="br0">
      <inkml:brushProperty name="width" value="0.05" units="cm"/>
      <inkml:brushProperty name="height" value="0.05" units="cm"/>
      <inkml:brushProperty name="color" value="#E71224"/>
    </inkml:brush>
  </inkml:definitions>
  <inkml:trace contextRef="#ctx0" brushRef="#br0">1 0 24575,'0'4'0</inkml:trace>
</inkml:ink>
</file>

<file path=ppt/ink/ink7.xml><?xml version="1.0" encoding="utf-8"?>
<inkml:ink xmlns:inkml="http://www.w3.org/2003/InkML">
  <inkml:definitions>
    <inkml:context xml:id="ctx0">
      <inkml:inkSource xml:id="inkSrc0">
        <inkml:traceFormat>
          <inkml:channel name="X" type="integer" min="-2" max="2" units="cm"/>
          <inkml:channel name="Y" type="integer" min="-2" max="2"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8T06:00:11"/>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8.xml><?xml version="1.0" encoding="utf-8"?>
<inkml:ink xmlns:inkml="http://www.w3.org/2003/InkML">
  <inkml:definitions>
    <inkml:context xml:id="ctx0">
      <inkml:inkSource xml:id="inkSrc0">
        <inkml:traceFormat>
          <inkml:channel name="X" type="integer" min="-2" max="2" units="cm"/>
          <inkml:channel name="Y" type="integer" min="-2" max="2"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8T06:00:12"/>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9.xml><?xml version="1.0" encoding="utf-8"?>
<inkml:ink xmlns:inkml="http://www.w3.org/2003/InkML">
  <inkml:definitions>
    <inkml:context xml:id="ctx0">
      <inkml:inkSource xml:id="inkSrc0">
        <inkml:traceFormat>
          <inkml:channel name="X" type="integer" min="-2" max="2" units="cm"/>
          <inkml:channel name="Y" type="integer" min="-2" max="2"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8T06:00:12"/>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10.xml><?xml version="1.0" encoding="utf-8"?>
<inkml:ink xmlns:inkml="http://www.w3.org/2003/InkML">
  <inkml:definitions>
    <inkml:context xml:id="ctx0">
      <inkml:inkSource xml:id="inkSrc0">
        <inkml:traceFormat>
          <inkml:channel name="X" type="integer" min="-2" max="2" units="cm"/>
          <inkml:channel name="Y" type="integer" min="-2" max="2"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8T06:00:13"/>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11.xml><?xml version="1.0" encoding="utf-8"?>
<inkml:ink xmlns:inkml="http://www.w3.org/2003/InkML">
  <inkml:definitions>
    <inkml:context xml:id="ctx0">
      <inkml:inkSource xml:id="inkSrc0">
        <inkml:traceFormat>
          <inkml:channel name="X" type="integer" min="-2" max="2" units="cm"/>
          <inkml:channel name="Y" type="integer" min="-2" max="2"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8T05:58:53"/>
    </inkml:context>
    <inkml:brush xml:id="br0">
      <inkml:brushProperty name="width" value="0.05" units="cm"/>
      <inkml:brushProperty name="height" value="0.05" units="cm"/>
      <inkml:brushProperty name="color" value="#E71224"/>
    </inkml:brush>
  </inkml:definitions>
  <inkml:trace contextRef="#ctx0" brushRef="#br0">0 1 24575</inkml:trace>
</inkml:ink>
</file>

<file path=ppt/ink/ink12.xml><?xml version="1.0" encoding="utf-8"?>
<inkml:ink xmlns:inkml="http://www.w3.org/2003/InkML">
  <inkml:definitions>
    <inkml:context xml:id="ctx0">
      <inkml:inkSource xml:id="inkSrc0">
        <inkml:traceFormat>
          <inkml:channel name="X" type="integer" min="-2" max="2" units="cm"/>
          <inkml:channel name="Y" type="integer" min="-2" max="2"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8T05:58:56"/>
    </inkml:context>
    <inkml:brush xml:id="br0">
      <inkml:brushProperty name="width" value="0.05" units="cm"/>
      <inkml:brushProperty name="height" value="0.05" units="cm"/>
      <inkml:brushProperty name="color" value="#E71224"/>
    </inkml:brush>
  </inkml:definitions>
  <inkml:trace contextRef="#ctx0" brushRef="#br0">127 150 24575,'2'0'0,"-1"0"0,1 1 0,-1-1 0,1 0 0,-1 0 0,1 1 0,-1-1 0,1 1 0,-1 0 0,1-1 0,-1 1 0,0 0 0,0 0 0,1-1 0,-1 1 0,0 0 0,0 0 0,0 1 0,2 1 0,-1 0 0,0 0 0,0 1 0,0-1 0,-1 1 0,1-1 0,-1 1 0,2 6 0,-1 2 0,0 1 0,-1-1 0,-1 0 0,0 13 0,-1-17 0,0-1 0,0 1 0,-1-1 0,0 1 0,0-1 0,0 0 0,-1 0 0,-1 0 0,1 0 0,-9 11 0,9-14 0,0 0 0,0 0 0,0 0 0,-1-1 0,0 1 0,0-1 0,0 0 0,0 0 0,0 0 0,0-1 0,-1 1 0,0-1 0,1 0 0,-1 0 0,0-1 0,0 0 0,-6 2 0,9-3 0,0 0 0,0 0 0,0 0 0,0 0 0,1 0 0,-1 0 0,0-1 0,0 1 0,0 0 0,0-1 0,1 0 0,-1 1 0,0-1 0,0 0 0,1 0 0,-1 0 0,1 0 0,-1 0 0,1 0 0,-3-3 0,2 1 0,0 0 0,-1 0 0,2-1 0,-1 1 0,0 0 0,1-1 0,-1 0 0,1 1 0,-1-8 0,-1-6 0,1-1 0,1 0 0,2-27 0,0 34 0,-1-1 0,1 0 0,1 0 0,0 0 0,0 0 0,2 0 0,4-12 0,-6 19 0,0 0 0,0 1 0,0-1 0,1 1 0,0 0 0,0 0 0,0 0 0,0 0 0,1 0 0,-1 1 0,1-1 0,0 1 0,0 0 0,0 0 0,1 0 0,-1 1 0,7-3 0,-10 4 0,1 1 0,-1 0 0,0-1 0,0 1 0,0 0 0,0 0 0,1 0 0,-1 0 0,0 0 0,0 0 0,0 0 0,0 0 0,1 1 0,-1-1 0,0 0 0,0 1 0,0-1 0,0 0 0,0 1 0,0 0 0,0-1 0,0 1 0,0 0 0,0-1 0,0 1 0,0 0 0,0 0 0,0 0 0,-1 0 0,1 0 0,0 0 0,-1 0 0,1 0 0,-1 0 0,1 0 0,-1 0 0,1 0 0,-1 0 0,0 0 0,1 1 0,-1-1 0,0 0 0,0 0 0,0 3 0,0-2 0,0 0 0,0 0 0,1 0 0,-2 0 0,1 1 0,0-1 0,0 0 0,-1 0 0,1 0 0,-1 0 0,0 1 0,1-1 0,-1 0 0,0 0 0,0-1 0,0 1 0,-1 0 0,1 0 0,0 0 0,-1-1 0,1 1 0,-1-1 0,0 1 0,1-1 0,-3 2 0,-14 1 0,21-10 0,-2 6 0,-1-1 0,1 1 0,0 0 0,-1 0 0,1-1 0,-1 1 0,1 0 0,0 0 0,-1 0 0,1 0 0,-1 0 0,1 0 0,0 0 0,-1 0 0,1 0 0,0 0 0,-1 0 0,1 0 0,-1 0 0,2 1 0,-1-1 0,-1 1 0,1 0 0,0-1 0,0 1 0,-1 0 0,1 0 0,0 0 0,-1-1 0,1 1 0,-1 0 0,1 0 0,-1 0 0,1 0 0,-1 0 0,1 0 0,-1 0 0,0 0 0,0 0 0,0 0 0,1 1 0,-1 2 0,0 0 0,-1-1 0,1 1 0,0-1 0,-1 1 0,0 0 0,0-1 0,0 1 0,-1-1 0,1 0 0,-1 1 0,1-1 0,-5 5 0,6-7 0,-1 1 0,0-1 0,0 1 0,0-1 0,0 1 0,0-1 0,-1 0 0,1 0 0,0 0 0,-1 0 0,1 0 0,0 0 0,-1 0 0,1 0 0,-1 0 0,0 0 0,1-1 0,-1 1 0,1-1 0,-1 1 0,0-1 0,0 0 0,1 0 0,-1 0 0,0 1 0,1-2 0,-1 1 0,0 0 0,0 0 0,-1-1 0,3 1 0,-1-1 0,1 1 0,-1 0 0,1-1 0,0 1 0,-1 0 0,1-1 0,0 1 0,0 0 0,-1-1 0,1 1 0,0-1 0,0 1 0,-1-1 0,1 1 0,0-1 0,0 1 0,0-1 0,0 1 0,0-1 0,0 1 0,0-1 0,0 1 0,0-1 0,0 1 0,0-1 0,0 1 0,0-1 0,0 1 0,1-1 0,-1 1 0,0-1 0,0 1 0,0 0 0,1-1 0,-1 1 0,0-1 0,1 1 0,-1 0 0,0-1 0,1 0 0,18-21 0,-16 19 0,24-29 0,-16 18 0,0 0 0,0 1 0,2 1 0,0 0 0,26-19 0,-38 30 0,0 0 0,0 1 0,0-1 0,0 1 0,0-1 0,0 1 0,1-1 0,-1 1 0,0-1 0,0 1 0,0 0 0,1 0 0,-1 0 0,0 0 0,0 0 0,1 0 0,-1 0 0,0 0 0,0 0 0,1 1 0,-1-1 0,0 0 0,0 1 0,0-1 0,0 1 0,1-1 0,-1 1 0,0 0 0,0-1 0,0 1 0,0 0 0,0 0 0,-1 0 0,1 0 0,0-1 0,0 1 0,-1 0 0,1 1 0,0-1 0,-1 0 0,1 0 0,-1 0 0,1 0 0,-1 0 0,0 1 0,1-1 0,-1 0 0,0 2 0,1 1 0,0 1 0,-1-1 0,1 0 0,-1 1 0,0-1 0,0 1 0,0-1 0,-1 0 0,0 1 0,0-1 0,0 0 0,0 1 0,-3 4 0,1-5 0,0-1 0,0 1 0,0-1 0,0 1 0,-1-1 0,0 0 0,1 0 0,-1 0 0,0-1 0,-1 1 0,1-1 0,0 0 0,-1 0 0,1-1 0,-1 1 0,1-1 0,-1 0 0,-6 0 0,-32 12 0,42-12 0,-1 0 0,1 0 0,-1-1 0,0 1 0,1-1 0,-1 1 0,0-1 0,1 0 0,-1 1 0,0-1 0,1 0 0,-1 0 0,0 0 0,0 0 0,1 0 0,-1-1 0,0 1 0,0-1 0,1 1 0,-1-1 0,1 1 0,-1-1 0,0 0 0,1 0 0,-1 0 0,-1-1 0,2 0 0,-1 0 0,1 0 0,0 0 0,0-1 0,0 1 0,0 0 0,0-1 0,0 1 0,1 0 0,-1-1 0,1 1 0,0-1 0,0 1 0,0-1 0,0 1 0,0-1 0,0 1 0,1-4 0,1-5 0,1 0 0,0 1 0,0 0 0,0-1 0,2 1 0,-1 1 0,1-1 0,1 1 0,-1-1 0,11-10 0,-12 15 0,0 0 0,1 0 0,0 1 0,0-1 0,0 1 0,0 0 0,1 1 0,0 0 0,-1-1 0,1 2 0,0-1 0,1 1 0,-1 0 0,0 0 0,0 1 0,1-1 0,-1 1 0,9 0 0,-14 1 3,1 0 1,-1 0-1,1 0 0,-1 0 0,1 0 1,-1 0-1,1 0 0,-1 1 0,1-1 1,-1 0-1,0 1 0,1-1 0,-1 1 1,0-1-1,1 1 0,-1 0 0,0 0 1,0 0-1,1-1 0,-1 1 0,0 0 0,0 1 1,0-1-1,0 0 0,0 0 0,0 0 1,-1 0-1,1 1 0,0-1 0,-1 0 1,1 1-1,-1-1 0,1 1 0,-1-1 1,1 0-1,-1 3 0,0 1-138,0-1 0,-1 1 0,1 0 0,-1-1 0,0 1 0,0 0 0,-1-1 0,1 1 0,-1-1 0,-3 5 0,-4 8-6691</inkml:trace>
</inkml:ink>
</file>

<file path=ppt/ink/ink13.xml><?xml version="1.0" encoding="utf-8"?>
<inkml:ink xmlns:inkml="http://www.w3.org/2003/InkML">
  <inkml:definitions>
    <inkml:context xml:id="ctx0">
      <inkml:inkSource xml:id="inkSrc0">
        <inkml:traceFormat>
          <inkml:channel name="X" type="integer" min="-2" max="2" units="cm"/>
          <inkml:channel name="Y" type="integer" min="-2" max="2"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8T05:59:33"/>
    </inkml:context>
    <inkml:brush xml:id="br0">
      <inkml:brushProperty name="width" value="0.05" units="cm"/>
      <inkml:brushProperty name="height" value="0.05" units="cm"/>
      <inkml:brushProperty name="color" value="#E71224"/>
    </inkml:brush>
  </inkml:definitions>
  <inkml:trace contextRef="#ctx0" brushRef="#br0">136 55 24575,'1'54'0,"-3"63"0,2-116 0,0 0 0,0 0 0,0 0 0,0 0 0,0 0 0,0 0 0,0 0 0,0 0 0,-1 0 0,1 0 0,0 0 0,-1 0 0,1 0 0,-1 0 0,1 0 0,-1 0 0,1 0 0,-1-1 0,0 1 0,0 0 0,1 0 0,-1-1 0,0 1 0,0 0 0,0-1 0,0 1 0,1-1 0,-1 1 0,0-1 0,0 0 0,-1 1 0,0-1 0,1 0 0,0-1 0,0 1 0,0 0 0,0-1 0,0 1 0,0-1 0,0 1 0,0-1 0,0 0 0,0 1 0,0-1 0,0 0 0,0 0 0,0 0 0,1 0 0,-1 0 0,0 0 0,1 0 0,-1 0 0,0 0 0,1 0 0,-1 0 0,1 0 0,0 0 0,-1-2 0,-3-13 0,1 1 0,0-1 0,2 0 0,0 0 0,0 0 0,1 1 0,1-1 0,1 0 0,0 0 0,7-23 0,-8 37 0,-1 0 0,1 0 0,0 1 0,0-1 0,0 0 0,0 0 0,0 0 0,0 1 0,0-1 0,1 1 0,-1-1 0,1 1 0,-1-1 0,1 1 0,-1 0 0,1 0 0,0 0 0,-1 0 0,1 0 0,3-1 0,-4 1 0,0 1 0,-1 0 0,1 0 0,0 0 0,0 0 0,-1 0 0,1 0 0,0 0 0,0 0 0,-1 1 0,1-1 0,0 0 0,-1 0 0,1 0 0,0 1 0,-1-1 0,1 0 0,0 1 0,-1-1 0,1 1 0,1 0 0,-1 1 0,0-1 0,0 0 0,0 1 0,-1-1 0,1 1 0,0 0 0,-1-1 0,1 1 0,0 0 0,-1-1 0,0 1 0,1 0 0,-1 2 0,0 2 0,0 0 0,-1 0 0,0 0 0,0 0 0,0 0 0,-1 0 0,0 0 0,0 0 0,0-1 0,-1 1 0,0-1 0,0 1 0,-5 6 0,2-4 0,0 0 0,0-1 0,0 0 0,-1 0 0,0-1 0,-1 0 0,1 0 0,-11 5 0,17-10 0,0 0 0,0 0 0,0 0 0,-1-1 0,1 1 0,0-1 0,-1 1 0,1-1 0,-1 1 0,1-1 0,-1 0 0,1 0 0,-1 1 0,1-1 0,0 0 0,-1 0 0,1-1 0,-1 1 0,1 0 0,-1 0 0,1-1 0,-1 1 0,1-1 0,0 1 0,-1-1 0,1 0 0,0 1 0,0-1 0,-1 0 0,1 0 0,0 0 0,0 0 0,0 0 0,0 0 0,0 0 0,0 0 0,-1-3 0,2 3 0,-1-1 0,1 1 0,0 0 0,0 0 0,0-1 0,-1 1 0,2 0 0,-1-1 0,0 1 0,0 0 0,0 0 0,0-1 0,1 1 0,-1 0 0,1 0 0,-1-1 0,1 1 0,-1 0 0,1 0 0,0 0 0,-1 0 0,1 0 0,0 0 0,0 0 0,0 0 0,0 0 0,0 0 0,0 1 0,0-1 0,0 0 0,0 0 0,0 1 0,1-1 0,-1 1 0,0-1 0,0 1 0,0 0 0,1-1 0,-1 1 0,0 0 0,1 0 0,1 0 0,1-1 0,1 1 0,-1 0 0,0 0 0,1 0 0,-1 1 0,0-1 0,0 1 0,1 0 0,-1 0 0,0 1 0,0-1 0,0 1 0,0 0 0,0 0 0,6 5 0,-7-6 0,-1 1 0,0 0 0,0-1 0,0 1 0,0 0 0,0 0 0,0 0 0,-1 1 0,1-1 0,-1 0 0,1 1 0,-1-1 0,0 1 0,0-1 0,0 1 0,0-1 0,-1 1 0,1 0 0,-1 0 0,1-1 0,-1 1 0,0 0 0,0 0 0,0-1 0,-1 6 0,0-7 0,1 0 0,0 0 0,0 0 0,-1 1 0,1-1 0,-1 0 0,1 0 0,-1 0 0,0 0 0,1 0 0,-1 0 0,0 0 0,0 0 0,-1 1 0,2-1 0,-1-1 0,1 0 0,-1 0 0,1 0 0,-1 1 0,1-1 0,-1 0 0,1 0 0,-1 0 0,1 0 0,-1 0 0,1 0 0,-1 0 0,1 0 0,-1 0 0,1 0 0,-1 0 0,1 0 0,-1 0 0,1-1 0,-1 1 0,1 0 0,-1 0 0,0-1 0,0 0 0,-1 0 0,1-1 0,-1 1 0,1-1 0,-1 1 0,1-1 0,0 1 0,-1-1 0,1 0 0,0 0 0,0 0 0,1 0 0,-1 0 0,0 1 0,0-4 0,-2-14-279,1 1-1,0 0 1,2-23 0,0 37 31,0-19-6578</inkml:trace>
</inkml:ink>
</file>

<file path=ppt/ink/ink14.xml><?xml version="1.0" encoding="utf-8"?>
<inkml:ink xmlns:inkml="http://www.w3.org/2003/InkML">
  <inkml:definitions>
    <inkml:context xml:id="ctx0">
      <inkml:inkSource xml:id="inkSrc0">
        <inkml:traceFormat>
          <inkml:channel name="X" type="integer" min="-2" max="2" units="cm"/>
          <inkml:channel name="Y" type="integer" min="-2" max="2"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8T06:00:05"/>
    </inkml:context>
    <inkml:brush xml:id="br0">
      <inkml:brushProperty name="width" value="0.05" units="cm"/>
      <inkml:brushProperty name="height" value="0.05" units="cm"/>
      <inkml:brushProperty name="color" value="#E71224"/>
    </inkml:brush>
  </inkml:definitions>
  <inkml:trace contextRef="#ctx0" brushRef="#br0">90 0 24575,'1'1'0,"0"-1"0,1 1 0,-1 0 0,0-1 0,0 1 0,0 0 0,0 0 0,0 0 0,0 0 0,0 0 0,0 0 0,0 0 0,0 0 0,0 0 0,-1 0 0,1 0 0,0 1 0,-1-1 0,1 0 0,-1 1 0,0-1 0,1 0 0,-1 1 0,0-1 0,0 0 0,0 1 0,0 1 0,3 40 0,-3-38 0,-1 1 0,0-1 0,0 1 0,0-1 0,-1 0 0,0 0 0,0 0 0,0 0 0,-1 0 0,0 0 0,-5 7 0,6-9 0,1-1 0,-1 0 0,0 0 0,0 0 0,1-1 0,-1 1 0,0 0 0,-1-1 0,1 1 0,0-1 0,0 0 0,-1 0 0,1 0 0,0 0 0,-1 0 0,1 0 0,-1 0 0,1-1 0,-1 0 0,0 1 0,1-1 0,-1 0 0,1 0 0,-1 0 0,0-1 0,-3 0 0,5 1 0,0 0 0,1 0 0,-1-1 0,0 1 0,0 0 0,0-1 0,0 1 0,1 0 0,-1-1 0,0 1 0,0-1 0,1 1 0,-1-1 0,0 0 0,1 1 0,-1-1 0,1 0 0,-1 1 0,1-1 0,-1 0 0,1 0 0,-1 1 0,1-1 0,0 0 0,-1 0 0,1 0 0,0 1 0,0-1 0,0-1 0,0 0 0,0 0 0,0 1 0,1-1 0,-1 1 0,1-1 0,-1 0 0,1 1 0,0-1 0,-1 1 0,1 0 0,0-1 0,0 1 0,0 0 0,0-1 0,2 0 0,-2 0 0,0 1 0,1 0 0,-1-1 0,0 1 0,1 0 0,-1 0 0,1-1 0,0 1 0,-1 0 0,1 1 0,0-1 0,0 0 0,0 0 0,-1 1 0,1-1 0,0 1 0,0 0 0,0-1 0,0 1 0,0 0 0,0 0 0,0 0 0,0 0 0,0 1 0,0-1 0,-1 1 0,1-1 0,0 1 0,3 1 0,-5-2 0,1 0 0,-1 0 0,0 0 0,1 1 0,-1-1 0,0 0 0,0 0 0,1 0 0,-1 1 0,0-1 0,0 0 0,1 0 0,-1 1 0,0-1 0,0 0 0,0 1 0,1-1 0,-1 0 0,0 1 0,0-1 0,0 0 0,0 1 0,0-1 0,0 0 0,0 1 0,0-1 0,0 0 0,0 1 0,0-1 0,0 0 0,0 1 0,0-1 0,0 1 0,-12 4 0,10-4 0,-1-1 0,0 1 0,0-1 0,0 0 0,0 0 0,0 0 0,1-1 0,-6 0 0,5-1 0,1 1 0,0-1 0,-1 0 0,1 0 0,0 1 0,0-1 0,0-1 0,0 1 0,1 0 0,-1 0 0,1-1 0,-1 1 0,1-1 0,0 1 0,0-1 0,0 0 0,0 1 0,0-1 0,1 0 0,-1-4 0,0 5 0,1 1 0,0-1 0,0 0 0,0 1 0,0-1 0,0 1 0,0-1 0,1 0 0,-1 1 0,0-1 0,1 1 0,-1-1 0,1 1 0,0-1 0,-1 1 0,1 0 0,0-1 0,0 1 0,0 0 0,0 0 0,0-1 0,0 1 0,0 0 0,1 0 0,-1 0 0,0 0 0,0 0 0,1 1 0,-1-1 0,1 0 0,-1 1 0,1-1 0,-1 1 0,1-1 0,-1 1 0,1 0 0,2-1 0,-2 1 0,0 1 0,1-1 0,-1 1 0,0-1 0,0 1 0,1 0 0,-1 0 0,0 0 0,0 0 0,0 0 0,0 0 0,0 1 0,-1-1 0,1 0 0,0 1 0,-1 0 0,1-1 0,-1 1 0,1 0 0,-1 0 0,0 0 0,0 0 0,0 0 0,0 0 0,0 0 0,0 0 0,0 1 0,-1-1 0,1 4 0,1-2 0,-1 0 0,0 0 0,-1 0 0,1 0 0,-1 0 0,0 0 0,1 0 0,-2 0 0,1 0 0,0-1 0,-1 1 0,0 0 0,0 0 0,0 0 0,0 0 0,-4 6 0,5-9 0,-1-1 0,1 1 0,0-1 0,0 1 0,-1-1 0,1 1 0,0-1 0,-1 0 0,1 1 0,0-1 0,-1 0 0,1 1 0,-1-1 0,1 0 0,-1 1 0,1-1 0,-1 0 0,1 0 0,-1 1 0,1-1 0,-1 0 0,1 0 0,-1 0 0,1 0 0,-1 0 0,1 0 0,-1 0 0,1 0 0,-1 0 0,0 0 0,1 0 0,-1 0 0,1 0 0,-1 0 0,1-1 0,-1 1 0,1 0 0,-1 0 0,1-1 0,-1 1 0,1 0 0,0-1 0,-1 1 0,1 0 0,-1-1 0,1 1 0,-1-1 0,0-1 0,0 1 0,0-1 0,1 1 0,-1-1 0,0 1 0,1-1 0,-1 0 0,1 1 0,0-1 0,-1 0 0,1 1 0,0-1 0,0 0 0,0-1 0,2-2 0,-1 1 0,1 0 0,1-1 0,-1 1 0,1 0 0,-1 1 0,1-1 0,0 0 0,0 1 0,1 0 0,-1-1 0,1 1 0,0 1 0,-1-1 0,1 0 0,0 1 0,1 0 0,-1 0 0,0 0 0,1 1 0,-1-1 0,1 1 0,-1 0 0,1 0 0,0 1 0,-1-1 0,6 1 0,-8 1 0,-1-1 0,1 0 0,0 1 0,-1 0 0,1-1 0,-1 1 0,1 0 0,-1 0 0,0 0 0,1 0 0,-1 0 0,0 0 0,0 0 0,1 0 0,-1 1 0,0-1 0,0 0 0,0 1 0,-1-1 0,1 1 0,0-1 0,0 1 0,-1-1 0,1 1 0,-1-1 0,0 1 0,1 0 0,-1-1 0,0 1 0,0 0 0,0-1 0,0 1 0,0 0 0,0-1 0,0 1 0,-1 0 0,1-1 0,-1 3 0,0-1 0,0 1 0,-1-1 0,1 1 0,0-1 0,-1 0 0,0 1 0,0-1 0,0 0 0,0 0 0,0 0 0,-1 0 0,1-1 0,-1 1 0,0-1 0,0 1 0,-5 2 0,4-3 0,0 0 0,0-1 0,-1 1 0,1-1 0,0 0 0,-1-1 0,1 1 0,-1-1 0,1 1 0,-1-1 0,0 0 0,1-1 0,-7-1 0,8 2 0,0-1 0,0 0 0,0 0 0,1-1 0,-1 1 0,0 0 0,1-1 0,-1 0 0,1 1 0,0-1 0,-1 0 0,1 0 0,0-1 0,0 1 0,0 0 0,1-1 0,-1 1 0,0-1 0,1 1 0,0-1 0,-2-3 0,3 5 0,-1 0 0,1 0 0,-1 0 0,1 0 0,0 0 0,-1 0 0,1 0 0,0 0 0,0 0 0,0 0 0,0 0 0,0 0 0,0-1 0,0 1 0,0 0 0,0 0 0,1 0 0,-1 0 0,0 0 0,1 0 0,-1 0 0,1 0 0,-1 0 0,1 0 0,-1 0 0,1 0 0,0 0 0,0 0 0,-1 1 0,1-1 0,0 0 0,0 0 0,0 1 0,0-1 0,0 1 0,0-1 0,0 1 0,1-1 0,0 0 0,0 1 0,-1-1 0,1 1 0,0 0 0,0 0 0,0 0 0,0 0 0,-1 0 0,1 0 0,0 1 0,0-1 0,-1 0 0,1 1 0,0 0 0,0-1 0,-1 1 0,1 0 0,0 0 0,-1 0 0,1 0 0,-1 0 0,0 0 0,3 2 0,-1 2 0,0-1 0,0 1 0,-1-1 0,0 1 0,1 0 0,-2 0 0,1 0 0,0 0 0,-1 0 0,0 0 0,0 1 0,-1-1 0,1 0 0,-1 0 0,0 1 0,-2 5 0,2-8 0,0 0 0,0 0 0,0 0 0,-1 0 0,0 0 0,1 0 0,-1 0 0,0 0 0,-1-1 0,1 1 0,0 0 0,-1-1 0,1 1 0,-1-1 0,0 1 0,0-1 0,0 0 0,0 0 0,0 0 0,-1 0 0,1 0 0,-1 0 0,1-1 0,-1 1 0,0-1 0,1 1 0,-1-1 0,0 0 0,-4 1 0,5-2 0,1 0 0,0 0 0,-1 0 0,1-1 0,0 1 0,-1 0 0,1-1 0,0 1 0,-1-1 0,1 1 0,0-1 0,0 1 0,0-1 0,0 0 0,-1 0 0,1 0 0,0 1 0,0-1 0,0 0 0,0 0 0,1 0 0,-1-1 0,0 1 0,0 0 0,1 0 0,-1 0 0,1-1 0,-1 1 0,1 0 0,-1 0 0,1-1 0,0 1 0,-1-2 0,-5-48 0,6 49 0,1-7 0,-1 1 0,2-1 0,-1 1 0,1 0 0,1-1 0,-1 1 0,1 0 0,1 0 0,-1 0 0,2 1 0,-1-1 0,1 1 0,0 0 0,0 1 0,1-1 0,-1 1 0,2 0 0,-1 0 0,1 1 0,0-1 0,0 2 0,8-6 0,-16 11 0,0 0 0,0-1 0,1 1 0,-1 0 0,0 0 0,0-1 0,0 1 0,0 0 0,1 0 0,-1 0 0,0 0 0,1 0 0,-1 0 0,1 0 0,-1 0 0,1 0 0,-1 1 0,1-1 0,0 0 0,-1 0 0,1 0 0,0 0 0,0 1 0,0-1 0,0 0 0,0 0 0,0 0 0,1 1 0,-1-1 0,0 0 0,1 0 0,-1 0 0,0 0 0,1 0 0,-1 0 0,1 0 0,0 0 0,-1 0 0,1 0 0,0 0 0,0 0 0,-1 0 0,1 0 0,0 0 0,0-1 0,0 1 0,0 0 0,0-1 0,0 1 0,0-1 0,0 1 0,0-1 0,1 1 0,-1-1 0,0 0 0,0 0 0,0 0 0,0 1 0,1-1 0,-1 0 0,0 0 0,0 0 0,0-1 0,2 1 0,-8 2 0,1 0 0,-1-1 0,0 1 0,0-1 0,-9 1 0,12-1 0,1-1 0,-1 0 0,0 0 0,1 0 0,-1 0 0,1 0 0,-1 0 0,0 0 0,1-1 0,-1 1 0,1 0 0,-1-1 0,1 0 0,-1 1 0,1-1 0,0 0 0,-1 1 0,1-1 0,0 0 0,-1 0 0,1 0 0,-1-2 0,2 3-40,-1-1 0,1 0 0,0 1 0,0-1-1,-1 1 1,1-1 0,0 0 0,0 1 0,0-1 0,0 0 0,0 1-1,0-1 1,0 0 0,0 1 0,0-1 0,0 0 0,1 1-1,-1-1 1,0 0 0,0 1 0,0-1 0,1 1 0,-1-1 0,0 1-1,1-1 1,-1 0 0,1 1 0,-1-1 0,1 1 0,-1 0-1,1-1 1,-1 1 0,1-1 0,10-7-6786</inkml:trace>
</inkml:ink>
</file>

<file path=ppt/ink/ink15.xml><?xml version="1.0" encoding="utf-8"?>
<inkml:ink xmlns:inkml="http://www.w3.org/2003/InkML">
  <inkml:definitions>
    <inkml:context xml:id="ctx0">
      <inkml:inkSource xml:id="inkSrc0">
        <inkml:traceFormat>
          <inkml:channel name="X" type="integer" min="-2" max="2" units="cm"/>
          <inkml:channel name="Y" type="integer" min="-2" max="2"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8T06:00:09"/>
    </inkml:context>
    <inkml:brush xml:id="br0">
      <inkml:brushProperty name="width" value="0.05" units="cm"/>
      <inkml:brushProperty name="height" value="0.05" units="cm"/>
      <inkml:brushProperty name="color" value="#E71224"/>
    </inkml:brush>
  </inkml:definitions>
  <inkml:trace contextRef="#ctx0" brushRef="#br0">1 1 24575,'0'4'0,"0"5"0,0 6 0,0 0-8191</inkml:trace>
</inkml:ink>
</file>

<file path=ppt/ink/ink16.xml><?xml version="1.0" encoding="utf-8"?>
<inkml:ink xmlns:inkml="http://www.w3.org/2003/InkML">
  <inkml:definitions>
    <inkml:context xml:id="ctx0">
      <inkml:inkSource xml:id="inkSrc0">
        <inkml:traceFormat>
          <inkml:channel name="X" type="integer" min="-2" max="2" units="cm"/>
          <inkml:channel name="Y" type="integer" min="-2" max="2"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8T06:00:11"/>
    </inkml:context>
    <inkml:brush xml:id="br0">
      <inkml:brushProperty name="width" value="0.05" units="cm"/>
      <inkml:brushProperty name="height" value="0.05" units="cm"/>
      <inkml:brushProperty name="color" value="#E71224"/>
    </inkml:brush>
  </inkml:definitions>
  <inkml:trace contextRef="#ctx0" brushRef="#br0">1 0 24575,'0'4'0</inkml:trace>
</inkml:ink>
</file>

<file path=ppt/ink/ink17.xml><?xml version="1.0" encoding="utf-8"?>
<inkml:ink xmlns:inkml="http://www.w3.org/2003/InkML">
  <inkml:definitions>
    <inkml:context xml:id="ctx0">
      <inkml:inkSource xml:id="inkSrc0">
        <inkml:traceFormat>
          <inkml:channel name="X" type="integer" min="-2" max="2" units="cm"/>
          <inkml:channel name="Y" type="integer" min="-2" max="2"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8T06:00:11"/>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18.xml><?xml version="1.0" encoding="utf-8"?>
<inkml:ink xmlns:inkml="http://www.w3.org/2003/InkML">
  <inkml:definitions>
    <inkml:context xml:id="ctx0">
      <inkml:inkSource xml:id="inkSrc0">
        <inkml:traceFormat>
          <inkml:channel name="X" type="integer" min="-2" max="2" units="cm"/>
          <inkml:channel name="Y" type="integer" min="-2" max="2"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8T06:00:12"/>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19.xml><?xml version="1.0" encoding="utf-8"?>
<inkml:ink xmlns:inkml="http://www.w3.org/2003/InkML">
  <inkml:definitions>
    <inkml:context xml:id="ctx0">
      <inkml:inkSource xml:id="inkSrc0">
        <inkml:traceFormat>
          <inkml:channel name="X" type="integer" min="-2" max="2" units="cm"/>
          <inkml:channel name="Y" type="integer" min="-2" max="2"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8T06:00:12"/>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20.xml><?xml version="1.0" encoding="utf-8"?>
<inkml:ink xmlns:inkml="http://www.w3.org/2003/InkML">
  <inkml:definitions>
    <inkml:context xml:id="ctx0">
      <inkml:inkSource xml:id="inkSrc0">
        <inkml:traceFormat>
          <inkml:channel name="X" type="integer" min="-2" max="2" units="cm"/>
          <inkml:channel name="Y" type="integer" min="-2" max="2"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8T06:00:13"/>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A0C918-0AFE-406D-831D-366DE84FA600}" type="datetimeFigureOut">
              <a:rPr lang="en-US" smtClean="0"/>
              <a:t>3/2/2024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0079C1-6F46-48A5-9446-D98D1E3FAB9C}"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txBox="1">
            <a:spLocks noGrp="1"/>
          </p:cNvSpPr>
          <p:nvPr>
            <p:ph type="body" idx="1"/>
          </p:nvPr>
        </p:nvSpPr>
        <p:spPr>
          <a:xfrm>
            <a:off x="932591" y="4416098"/>
            <a:ext cx="5143698" cy="4180921"/>
          </a:xfrm>
          <a:prstGeom prst="rect">
            <a:avLst/>
          </a:prstGeom>
        </p:spPr>
        <p:txBody>
          <a:bodyPr spcFirstLastPara="1" wrap="square" lIns="96800" tIns="48400" rIns="96800" bIns="48400" anchor="t" anchorCtr="0">
            <a:noAutofit/>
          </a:bodyPr>
          <a:lstStyle/>
          <a:p>
            <a:pPr marL="0" lvl="0" indent="0" algn="l" rtl="0">
              <a:spcBef>
                <a:spcPts val="360"/>
              </a:spcBef>
              <a:spcAft>
                <a:spcPts val="0"/>
              </a:spcAft>
              <a:buNone/>
            </a:pPr>
            <a:endParaRPr/>
          </a:p>
        </p:txBody>
      </p:sp>
      <p:sp>
        <p:nvSpPr>
          <p:cNvPr id="70" name="Google Shape;70;p2:notes"/>
          <p:cNvSpPr>
            <a:spLocks noGrp="1" noRot="1" noChangeAspect="1"/>
          </p:cNvSpPr>
          <p:nvPr>
            <p:ph type="sldImg" idx="2"/>
          </p:nvPr>
        </p:nvSpPr>
        <p:spPr>
          <a:xfrm>
            <a:off x="420688" y="704850"/>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932591" y="4416098"/>
            <a:ext cx="5143698" cy="4180921"/>
          </a:xfrm>
          <a:prstGeom prst="rect">
            <a:avLst/>
          </a:prstGeom>
        </p:spPr>
        <p:txBody>
          <a:bodyPr spcFirstLastPara="1" wrap="square" lIns="96800" tIns="48400" rIns="96800" bIns="48400" anchor="t" anchorCtr="0">
            <a:noAutofit/>
          </a:bodyPr>
          <a:lstStyle/>
          <a:p>
            <a:pPr marL="0" lvl="0" indent="0" algn="l" rtl="0">
              <a:spcBef>
                <a:spcPts val="360"/>
              </a:spcBef>
              <a:spcAft>
                <a:spcPts val="0"/>
              </a:spcAft>
              <a:buNone/>
            </a:pPr>
            <a:endParaRPr/>
          </a:p>
        </p:txBody>
      </p:sp>
      <p:sp>
        <p:nvSpPr>
          <p:cNvPr id="99" name="Google Shape;99;p3:notes"/>
          <p:cNvSpPr>
            <a:spLocks noGrp="1" noRot="1" noChangeAspect="1"/>
          </p:cNvSpPr>
          <p:nvPr>
            <p:ph type="sldImg" idx="2"/>
          </p:nvPr>
        </p:nvSpPr>
        <p:spPr>
          <a:xfrm>
            <a:off x="420688" y="704850"/>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4:notes"/>
          <p:cNvSpPr txBox="1">
            <a:spLocks noGrp="1"/>
          </p:cNvSpPr>
          <p:nvPr>
            <p:ph type="body" idx="1"/>
          </p:nvPr>
        </p:nvSpPr>
        <p:spPr>
          <a:xfrm>
            <a:off x="932591" y="4416098"/>
            <a:ext cx="5143698" cy="4180921"/>
          </a:xfrm>
          <a:prstGeom prst="rect">
            <a:avLst/>
          </a:prstGeom>
        </p:spPr>
        <p:txBody>
          <a:bodyPr spcFirstLastPara="1" wrap="square" lIns="96800" tIns="48400" rIns="96800" bIns="48400" anchor="t" anchorCtr="0">
            <a:noAutofit/>
          </a:bodyPr>
          <a:lstStyle/>
          <a:p>
            <a:pPr marL="0" lvl="0" indent="0" algn="l" rtl="0">
              <a:spcBef>
                <a:spcPts val="360"/>
              </a:spcBef>
              <a:spcAft>
                <a:spcPts val="0"/>
              </a:spcAft>
              <a:buNone/>
            </a:pPr>
            <a:endParaRPr/>
          </a:p>
        </p:txBody>
      </p:sp>
      <p:sp>
        <p:nvSpPr>
          <p:cNvPr id="106" name="Google Shape;106;p4:notes"/>
          <p:cNvSpPr>
            <a:spLocks noGrp="1" noRot="1" noChangeAspect="1"/>
          </p:cNvSpPr>
          <p:nvPr>
            <p:ph type="sldImg" idx="2"/>
          </p:nvPr>
        </p:nvSpPr>
        <p:spPr>
          <a:xfrm>
            <a:off x="420688" y="704850"/>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xfrm>
            <a:off x="460375" y="720725"/>
            <a:ext cx="6397625" cy="3598863"/>
          </a:xfrm>
        </p:spPr>
      </p:sp>
      <p:sp>
        <p:nvSpPr>
          <p:cNvPr id="1280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Rot="1" noChangeAspect="1" noChangeArrowheads="1" noTextEdit="1"/>
          </p:cNvSpPr>
          <p:nvPr>
            <p:ph type="sldImg"/>
          </p:nvPr>
        </p:nvSpPr>
        <p:spPr>
          <a:xfrm>
            <a:off x="460375" y="720725"/>
            <a:ext cx="6397625" cy="3598863"/>
          </a:xfrm>
        </p:spPr>
      </p:sp>
      <p:sp>
        <p:nvSpPr>
          <p:cNvPr id="1290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xfrm>
            <a:off x="460375" y="720725"/>
            <a:ext cx="6397625" cy="3598863"/>
          </a:xfrm>
        </p:spPr>
      </p:sp>
      <p:sp>
        <p:nvSpPr>
          <p:cNvPr id="1300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spect="1" noChangeArrowheads="1" noTextEdit="1"/>
          </p:cNvSpPr>
          <p:nvPr>
            <p:ph type="sldImg"/>
          </p:nvPr>
        </p:nvSpPr>
        <p:spPr>
          <a:xfrm>
            <a:off x="460375" y="720725"/>
            <a:ext cx="6397625" cy="3598863"/>
          </a:xfrm>
        </p:spPr>
      </p:sp>
      <p:sp>
        <p:nvSpPr>
          <p:cNvPr id="1310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ChangeArrowheads="1" noTextEdit="1"/>
          </p:cNvSpPr>
          <p:nvPr>
            <p:ph type="sldImg"/>
          </p:nvPr>
        </p:nvSpPr>
        <p:spPr>
          <a:xfrm>
            <a:off x="460375" y="720725"/>
            <a:ext cx="6397625" cy="3598863"/>
          </a:xfrm>
        </p:spPr>
      </p:sp>
      <p:sp>
        <p:nvSpPr>
          <p:cNvPr id="13209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a:xfrm>
            <a:off x="460375" y="720725"/>
            <a:ext cx="6397625" cy="3598863"/>
          </a:xfrm>
        </p:spPr>
      </p:sp>
      <p:sp>
        <p:nvSpPr>
          <p:cNvPr id="1331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ChangeArrowheads="1" noTextEdit="1"/>
          </p:cNvSpPr>
          <p:nvPr>
            <p:ph type="sldImg"/>
          </p:nvPr>
        </p:nvSpPr>
        <p:spPr>
          <a:xfrm>
            <a:off x="460375" y="720725"/>
            <a:ext cx="6397625" cy="3598863"/>
          </a:xfrm>
        </p:spPr>
      </p:sp>
      <p:sp>
        <p:nvSpPr>
          <p:cNvPr id="1341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a:xfrm>
            <a:off x="460375" y="720725"/>
            <a:ext cx="6397625" cy="3598863"/>
          </a:xfrm>
        </p:spPr>
      </p:sp>
      <p:sp>
        <p:nvSpPr>
          <p:cNvPr id="1351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Rot="1" noChangeAspect="1" noChangeArrowheads="1" noTextEdit="1"/>
          </p:cNvSpPr>
          <p:nvPr>
            <p:ph type="sldImg"/>
          </p:nvPr>
        </p:nvSpPr>
        <p:spPr>
          <a:xfrm>
            <a:off x="460375" y="720725"/>
            <a:ext cx="6397625" cy="3598863"/>
          </a:xfrm>
        </p:spPr>
      </p:sp>
      <p:sp>
        <p:nvSpPr>
          <p:cNvPr id="1361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Rot="1" noChangeAspect="1" noChangeArrowheads="1" noTextEdit="1"/>
          </p:cNvSpPr>
          <p:nvPr>
            <p:ph type="sldImg"/>
          </p:nvPr>
        </p:nvSpPr>
        <p:spPr>
          <a:xfrm>
            <a:off x="460375" y="720725"/>
            <a:ext cx="6397625" cy="3598863"/>
          </a:xfrm>
        </p:spPr>
      </p:sp>
      <p:sp>
        <p:nvSpPr>
          <p:cNvPr id="1372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spect="1" noChangeArrowheads="1" noTextEdit="1"/>
          </p:cNvSpPr>
          <p:nvPr>
            <p:ph type="sldImg"/>
          </p:nvPr>
        </p:nvSpPr>
        <p:spPr>
          <a:xfrm>
            <a:off x="460375" y="720725"/>
            <a:ext cx="6397625" cy="3598863"/>
          </a:xfrm>
        </p:spPr>
      </p:sp>
      <p:sp>
        <p:nvSpPr>
          <p:cNvPr id="1382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Rot="1" noChangeAspect="1" noChangeArrowheads="1" noTextEdit="1"/>
          </p:cNvSpPr>
          <p:nvPr>
            <p:ph type="sldImg"/>
          </p:nvPr>
        </p:nvSpPr>
        <p:spPr>
          <a:xfrm>
            <a:off x="460375" y="720725"/>
            <a:ext cx="6397625" cy="3598863"/>
          </a:xfrm>
        </p:spPr>
      </p:sp>
      <p:sp>
        <p:nvSpPr>
          <p:cNvPr id="1392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932591" y="4416098"/>
            <a:ext cx="5143698" cy="4180921"/>
          </a:xfrm>
          <a:prstGeom prst="rect">
            <a:avLst/>
          </a:prstGeom>
        </p:spPr>
        <p:txBody>
          <a:bodyPr spcFirstLastPara="1" wrap="square" lIns="96800" tIns="48400" rIns="96800" bIns="48400" anchor="t" anchorCtr="0">
            <a:noAutofit/>
          </a:bodyPr>
          <a:lstStyle/>
          <a:p>
            <a:pPr marL="0" lvl="0" indent="0" algn="l" rtl="0">
              <a:spcBef>
                <a:spcPts val="360"/>
              </a:spcBef>
              <a:spcAft>
                <a:spcPts val="0"/>
              </a:spcAft>
              <a:buNone/>
            </a:pPr>
            <a:endParaRPr/>
          </a:p>
        </p:txBody>
      </p:sp>
      <p:sp>
        <p:nvSpPr>
          <p:cNvPr id="124" name="Google Shape;124;p6:notes"/>
          <p:cNvSpPr>
            <a:spLocks noGrp="1" noRot="1" noChangeAspect="1"/>
          </p:cNvSpPr>
          <p:nvPr>
            <p:ph type="sldImg" idx="2"/>
          </p:nvPr>
        </p:nvSpPr>
        <p:spPr>
          <a:xfrm>
            <a:off x="420688" y="704850"/>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txBox="1">
            <a:spLocks noGrp="1"/>
          </p:cNvSpPr>
          <p:nvPr>
            <p:ph type="body" idx="1"/>
          </p:nvPr>
        </p:nvSpPr>
        <p:spPr>
          <a:xfrm>
            <a:off x="932591" y="4416098"/>
            <a:ext cx="5143698" cy="4180921"/>
          </a:xfrm>
          <a:prstGeom prst="rect">
            <a:avLst/>
          </a:prstGeom>
        </p:spPr>
        <p:txBody>
          <a:bodyPr spcFirstLastPara="1" wrap="square" lIns="96800" tIns="48400" rIns="96800" bIns="48400" anchor="t" anchorCtr="0">
            <a:noAutofit/>
          </a:bodyPr>
          <a:lstStyle/>
          <a:p>
            <a:pPr marL="0" lvl="0" indent="0" algn="l" rtl="0">
              <a:spcBef>
                <a:spcPts val="360"/>
              </a:spcBef>
              <a:spcAft>
                <a:spcPts val="0"/>
              </a:spcAft>
              <a:buNone/>
            </a:pPr>
            <a:endParaRPr/>
          </a:p>
        </p:txBody>
      </p:sp>
      <p:sp>
        <p:nvSpPr>
          <p:cNvPr id="130" name="Google Shape;130;p7:notes"/>
          <p:cNvSpPr>
            <a:spLocks noGrp="1" noRot="1" noChangeAspect="1"/>
          </p:cNvSpPr>
          <p:nvPr>
            <p:ph type="sldImg" idx="2"/>
          </p:nvPr>
        </p:nvSpPr>
        <p:spPr>
          <a:xfrm>
            <a:off x="420688" y="704850"/>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3D796A74-5B4E-578D-90ED-8AD34C95C629}"/>
            </a:ext>
          </a:extLst>
        </p:cNvPr>
        <p:cNvGrpSpPr/>
        <p:nvPr/>
      </p:nvGrpSpPr>
      <p:grpSpPr>
        <a:xfrm>
          <a:off x="0" y="0"/>
          <a:ext cx="0" cy="0"/>
          <a:chOff x="0" y="0"/>
          <a:chExt cx="0" cy="0"/>
        </a:xfrm>
      </p:grpSpPr>
      <p:sp>
        <p:nvSpPr>
          <p:cNvPr id="129" name="Google Shape;129;p7:notes">
            <a:extLst>
              <a:ext uri="{FF2B5EF4-FFF2-40B4-BE49-F238E27FC236}">
                <a16:creationId xmlns:a16="http://schemas.microsoft.com/office/drawing/2014/main" id="{08B480AD-A2F7-7CCD-E28E-F86F9D5A9F38}"/>
              </a:ext>
            </a:extLst>
          </p:cNvPr>
          <p:cNvSpPr txBox="1">
            <a:spLocks noGrp="1"/>
          </p:cNvSpPr>
          <p:nvPr>
            <p:ph type="body" idx="1"/>
          </p:nvPr>
        </p:nvSpPr>
        <p:spPr>
          <a:xfrm>
            <a:off x="932591" y="4416098"/>
            <a:ext cx="5143698" cy="4180921"/>
          </a:xfrm>
          <a:prstGeom prst="rect">
            <a:avLst/>
          </a:prstGeom>
        </p:spPr>
        <p:txBody>
          <a:bodyPr spcFirstLastPara="1" wrap="square" lIns="96800" tIns="48400" rIns="96800" bIns="48400" anchor="t" anchorCtr="0">
            <a:noAutofit/>
          </a:bodyPr>
          <a:lstStyle/>
          <a:p>
            <a:pPr marL="0" lvl="0" indent="0" algn="l" rtl="0">
              <a:spcBef>
                <a:spcPts val="360"/>
              </a:spcBef>
              <a:spcAft>
                <a:spcPts val="0"/>
              </a:spcAft>
              <a:buNone/>
            </a:pPr>
            <a:endParaRPr/>
          </a:p>
        </p:txBody>
      </p:sp>
      <p:sp>
        <p:nvSpPr>
          <p:cNvPr id="130" name="Google Shape;130;p7:notes">
            <a:extLst>
              <a:ext uri="{FF2B5EF4-FFF2-40B4-BE49-F238E27FC236}">
                <a16:creationId xmlns:a16="http://schemas.microsoft.com/office/drawing/2014/main" id="{9B8C23BC-9EC1-3BB0-836C-A24E113E9035}"/>
              </a:ext>
            </a:extLst>
          </p:cNvPr>
          <p:cNvSpPr>
            <a:spLocks noGrp="1" noRot="1" noChangeAspect="1"/>
          </p:cNvSpPr>
          <p:nvPr>
            <p:ph type="sldImg" idx="2"/>
          </p:nvPr>
        </p:nvSpPr>
        <p:spPr>
          <a:xfrm>
            <a:off x="420688" y="704850"/>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04839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txBox="1">
            <a:spLocks noGrp="1"/>
          </p:cNvSpPr>
          <p:nvPr>
            <p:ph type="body" idx="1"/>
          </p:nvPr>
        </p:nvSpPr>
        <p:spPr>
          <a:xfrm>
            <a:off x="932591" y="4416098"/>
            <a:ext cx="5143698" cy="4180921"/>
          </a:xfrm>
          <a:prstGeom prst="rect">
            <a:avLst/>
          </a:prstGeom>
        </p:spPr>
        <p:txBody>
          <a:bodyPr spcFirstLastPara="1" wrap="square" lIns="96800" tIns="48400" rIns="96800" bIns="48400" anchor="t" anchorCtr="0">
            <a:noAutofit/>
          </a:bodyPr>
          <a:lstStyle/>
          <a:p>
            <a:pPr marL="0" lvl="0" indent="0" algn="l" rtl="0">
              <a:spcBef>
                <a:spcPts val="360"/>
              </a:spcBef>
              <a:spcAft>
                <a:spcPts val="0"/>
              </a:spcAft>
              <a:buNone/>
            </a:pPr>
            <a:endParaRPr/>
          </a:p>
        </p:txBody>
      </p:sp>
      <p:sp>
        <p:nvSpPr>
          <p:cNvPr id="130" name="Google Shape;130;p7:notes"/>
          <p:cNvSpPr>
            <a:spLocks noGrp="1" noRot="1" noChangeAspect="1"/>
          </p:cNvSpPr>
          <p:nvPr>
            <p:ph type="sldImg" idx="2"/>
          </p:nvPr>
        </p:nvSpPr>
        <p:spPr>
          <a:xfrm>
            <a:off x="420688" y="704850"/>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txBox="1">
            <a:spLocks noGrp="1"/>
          </p:cNvSpPr>
          <p:nvPr>
            <p:ph type="body" idx="1"/>
          </p:nvPr>
        </p:nvSpPr>
        <p:spPr>
          <a:xfrm>
            <a:off x="932591" y="4416098"/>
            <a:ext cx="5143698" cy="4180921"/>
          </a:xfrm>
          <a:prstGeom prst="rect">
            <a:avLst/>
          </a:prstGeom>
        </p:spPr>
        <p:txBody>
          <a:bodyPr spcFirstLastPara="1" wrap="square" lIns="96800" tIns="48400" rIns="96800" bIns="48400" anchor="t" anchorCtr="0">
            <a:noAutofit/>
          </a:bodyPr>
          <a:lstStyle/>
          <a:p>
            <a:pPr marL="0" lvl="0" indent="0" algn="l" rtl="0">
              <a:spcBef>
                <a:spcPts val="360"/>
              </a:spcBef>
              <a:spcAft>
                <a:spcPts val="0"/>
              </a:spcAft>
              <a:buNone/>
            </a:pPr>
            <a:endParaRPr/>
          </a:p>
        </p:txBody>
      </p:sp>
      <p:sp>
        <p:nvSpPr>
          <p:cNvPr id="130" name="Google Shape;130;p7:notes"/>
          <p:cNvSpPr>
            <a:spLocks noGrp="1" noRot="1" noChangeAspect="1"/>
          </p:cNvSpPr>
          <p:nvPr>
            <p:ph type="sldImg" idx="2"/>
          </p:nvPr>
        </p:nvSpPr>
        <p:spPr>
          <a:xfrm>
            <a:off x="420688" y="704850"/>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932591" y="4416098"/>
            <a:ext cx="5143698" cy="4180921"/>
          </a:xfrm>
          <a:prstGeom prst="rect">
            <a:avLst/>
          </a:prstGeom>
        </p:spPr>
        <p:txBody>
          <a:bodyPr spcFirstLastPara="1" wrap="square" lIns="96800" tIns="48400" rIns="96800" bIns="48400" anchor="t" anchorCtr="0">
            <a:noAutofit/>
          </a:bodyPr>
          <a:lstStyle/>
          <a:p>
            <a:pPr marL="0" lvl="0" indent="0" algn="l" rtl="0">
              <a:spcBef>
                <a:spcPts val="360"/>
              </a:spcBef>
              <a:spcAft>
                <a:spcPts val="0"/>
              </a:spcAft>
              <a:buNone/>
            </a:pPr>
            <a:endParaRPr/>
          </a:p>
        </p:txBody>
      </p:sp>
      <p:sp>
        <p:nvSpPr>
          <p:cNvPr id="137" name="Google Shape;137;p9:notes"/>
          <p:cNvSpPr>
            <a:spLocks noGrp="1" noRot="1" noChangeAspect="1"/>
          </p:cNvSpPr>
          <p:nvPr>
            <p:ph type="sldImg" idx="2"/>
          </p:nvPr>
        </p:nvSpPr>
        <p:spPr>
          <a:xfrm>
            <a:off x="420688" y="704850"/>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0:notes"/>
          <p:cNvSpPr txBox="1">
            <a:spLocks noGrp="1"/>
          </p:cNvSpPr>
          <p:nvPr>
            <p:ph type="body" idx="1"/>
          </p:nvPr>
        </p:nvSpPr>
        <p:spPr>
          <a:xfrm>
            <a:off x="932591" y="4416098"/>
            <a:ext cx="5143698" cy="4180921"/>
          </a:xfrm>
          <a:prstGeom prst="rect">
            <a:avLst/>
          </a:prstGeom>
        </p:spPr>
        <p:txBody>
          <a:bodyPr spcFirstLastPara="1" wrap="square" lIns="96800" tIns="48400" rIns="96800" bIns="48400" anchor="t" anchorCtr="0">
            <a:noAutofit/>
          </a:bodyPr>
          <a:lstStyle/>
          <a:p>
            <a:pPr marL="0" lvl="0" indent="0" algn="l" rtl="0">
              <a:spcBef>
                <a:spcPts val="360"/>
              </a:spcBef>
              <a:spcAft>
                <a:spcPts val="0"/>
              </a:spcAft>
              <a:buNone/>
            </a:pPr>
            <a:endParaRPr/>
          </a:p>
        </p:txBody>
      </p:sp>
      <p:sp>
        <p:nvSpPr>
          <p:cNvPr id="143" name="Google Shape;143;p10:notes"/>
          <p:cNvSpPr>
            <a:spLocks noGrp="1" noRot="1" noChangeAspect="1"/>
          </p:cNvSpPr>
          <p:nvPr>
            <p:ph type="sldImg" idx="2"/>
          </p:nvPr>
        </p:nvSpPr>
        <p:spPr>
          <a:xfrm>
            <a:off x="420688" y="704850"/>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3:notes"/>
          <p:cNvSpPr txBox="1">
            <a:spLocks noGrp="1"/>
          </p:cNvSpPr>
          <p:nvPr>
            <p:ph type="body" idx="1"/>
          </p:nvPr>
        </p:nvSpPr>
        <p:spPr>
          <a:xfrm>
            <a:off x="932591" y="4416098"/>
            <a:ext cx="5143698" cy="4180921"/>
          </a:xfrm>
          <a:prstGeom prst="rect">
            <a:avLst/>
          </a:prstGeom>
        </p:spPr>
        <p:txBody>
          <a:bodyPr spcFirstLastPara="1" wrap="square" lIns="96800" tIns="48400" rIns="96800" bIns="48400" anchor="t" anchorCtr="0">
            <a:noAutofit/>
          </a:bodyPr>
          <a:lstStyle/>
          <a:p>
            <a:pPr marL="0" lvl="0" indent="0" algn="l" rtl="0">
              <a:spcBef>
                <a:spcPts val="360"/>
              </a:spcBef>
              <a:spcAft>
                <a:spcPts val="0"/>
              </a:spcAft>
              <a:buNone/>
            </a:pPr>
            <a:endParaRPr/>
          </a:p>
        </p:txBody>
      </p:sp>
      <p:sp>
        <p:nvSpPr>
          <p:cNvPr id="150" name="Google Shape;150;p13:notes"/>
          <p:cNvSpPr>
            <a:spLocks noGrp="1" noRot="1" noChangeAspect="1"/>
          </p:cNvSpPr>
          <p:nvPr>
            <p:ph type="sldImg" idx="2"/>
          </p:nvPr>
        </p:nvSpPr>
        <p:spPr>
          <a:xfrm>
            <a:off x="420688" y="704850"/>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25EB7DE-CC78-41E0-99A5-AC38B04251DF}" type="datetimeFigureOut">
              <a:rPr lang="en-US" smtClean="0"/>
              <a:t>3/2/2024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85B37C-8DD7-4C6A-9831-A6194EE3953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5EB7DE-CC78-41E0-99A5-AC38B04251DF}" type="datetimeFigureOut">
              <a:rPr lang="en-US" smtClean="0"/>
              <a:t>3/2/2024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85B37C-8DD7-4C6A-9831-A6194EE3953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5EB7DE-CC78-41E0-99A5-AC38B04251DF}" type="datetimeFigureOut">
              <a:rPr lang="en-US" smtClean="0"/>
              <a:t>3/2/2024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85B37C-8DD7-4C6A-9831-A6194EE3953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5EB7DE-CC78-41E0-99A5-AC38B04251DF}" type="datetimeFigureOut">
              <a:rPr lang="en-US" smtClean="0"/>
              <a:t>3/2/2024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85B37C-8DD7-4C6A-9831-A6194EE3953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25EB7DE-CC78-41E0-99A5-AC38B04251DF}" type="datetimeFigureOut">
              <a:rPr lang="en-US" smtClean="0"/>
              <a:t>3/2/2024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85B37C-8DD7-4C6A-9831-A6194EE3953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25EB7DE-CC78-41E0-99A5-AC38B04251DF}" type="datetimeFigureOut">
              <a:rPr lang="en-US" smtClean="0"/>
              <a:t>3/2/2024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85B37C-8DD7-4C6A-9831-A6194EE3953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5EB7DE-CC78-41E0-99A5-AC38B04251DF}" type="datetimeFigureOut">
              <a:rPr lang="en-US" smtClean="0"/>
              <a:t>3/2/2024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C85B37C-8DD7-4C6A-9831-A6194EE3953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5EB7DE-CC78-41E0-99A5-AC38B04251DF}" type="datetimeFigureOut">
              <a:rPr lang="en-US" smtClean="0"/>
              <a:t>3/2/2024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85B37C-8DD7-4C6A-9831-A6194EE3953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5EB7DE-CC78-41E0-99A5-AC38B04251DF}" type="datetimeFigureOut">
              <a:rPr lang="en-US" smtClean="0"/>
              <a:t>3/2/2024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85B37C-8DD7-4C6A-9831-A6194EE3953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5EB7DE-CC78-41E0-99A5-AC38B04251DF}" type="datetimeFigureOut">
              <a:rPr lang="en-US" smtClean="0"/>
              <a:t>3/2/2024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85B37C-8DD7-4C6A-9831-A6194EE3953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5EB7DE-CC78-41E0-99A5-AC38B04251DF}" type="datetimeFigureOut">
              <a:rPr lang="en-US" smtClean="0"/>
              <a:t>3/2/2024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85B37C-8DD7-4C6A-9831-A6194EE3953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5EB7DE-CC78-41E0-99A5-AC38B04251DF}" type="datetimeFigureOut">
              <a:rPr lang="en-US" smtClean="0"/>
              <a:t>3/2/2024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85B37C-8DD7-4C6A-9831-A6194EE3953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customXml" Target="../ink/ink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customXml" Target="../ink/ink7.xml"/><Relationship Id="rId13" Type="http://schemas.openxmlformats.org/officeDocument/2006/relationships/image" Target="../media/image24.png"/><Relationship Id="rId3" Type="http://schemas.openxmlformats.org/officeDocument/2006/relationships/image" Target="../media/image21.png"/><Relationship Id="rId7" Type="http://schemas.openxmlformats.org/officeDocument/2006/relationships/image" Target="../media/image23.png"/><Relationship Id="rId12" Type="http://schemas.openxmlformats.org/officeDocument/2006/relationships/customXml" Target="../ink/ink10.xml"/><Relationship Id="rId2" Type="http://schemas.openxmlformats.org/officeDocument/2006/relationships/customXml" Target="../ink/ink4.xml"/><Relationship Id="rId1" Type="http://schemas.openxmlformats.org/officeDocument/2006/relationships/slideLayout" Target="../slideLayouts/slideLayout7.xml"/><Relationship Id="rId6" Type="http://schemas.openxmlformats.org/officeDocument/2006/relationships/customXml" Target="../ink/ink6.xml"/><Relationship Id="rId11" Type="http://schemas.openxmlformats.org/officeDocument/2006/relationships/customXml" Target="../ink/ink9.xml"/><Relationship Id="rId5" Type="http://schemas.openxmlformats.org/officeDocument/2006/relationships/image" Target="../media/image22.png"/><Relationship Id="rId10" Type="http://schemas.openxmlformats.org/officeDocument/2006/relationships/customXml" Target="../ink/ink8.xml"/><Relationship Id="rId4" Type="http://schemas.openxmlformats.org/officeDocument/2006/relationships/customXml" Target="../ink/ink5.xml"/><Relationship Id="rId9" Type="http://schemas.openxmlformats.org/officeDocument/2006/relationships/image" Target="../media/image17.png"/></Relationships>
</file>

<file path=ppt/slides/_rels/slide22.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customXml" Target="../ink/ink16.xml"/><Relationship Id="rId18" Type="http://schemas.openxmlformats.org/officeDocument/2006/relationships/customXml" Target="../ink/ink19.xml"/><Relationship Id="rId3" Type="http://schemas.openxmlformats.org/officeDocument/2006/relationships/customXml" Target="../ink/ink11.xml"/><Relationship Id="rId7" Type="http://schemas.openxmlformats.org/officeDocument/2006/relationships/customXml" Target="../ink/ink13.xml"/><Relationship Id="rId12" Type="http://schemas.openxmlformats.org/officeDocument/2006/relationships/image" Target="../media/image22.png"/><Relationship Id="rId17" Type="http://schemas.openxmlformats.org/officeDocument/2006/relationships/customXml" Target="../ink/ink18.xml"/><Relationship Id="rId2" Type="http://schemas.openxmlformats.org/officeDocument/2006/relationships/image" Target="../media/image25.png"/><Relationship Id="rId16"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customXml" Target="../ink/ink15.xml"/><Relationship Id="rId5" Type="http://schemas.openxmlformats.org/officeDocument/2006/relationships/customXml" Target="../ink/ink12.xml"/><Relationship Id="rId15" Type="http://schemas.openxmlformats.org/officeDocument/2006/relationships/customXml" Target="../ink/ink17.xml"/><Relationship Id="rId10" Type="http://schemas.openxmlformats.org/officeDocument/2006/relationships/image" Target="../media/image28.png"/><Relationship Id="rId19" Type="http://schemas.openxmlformats.org/officeDocument/2006/relationships/customXml" Target="../ink/ink20.xml"/><Relationship Id="rId4" Type="http://schemas.openxmlformats.org/officeDocument/2006/relationships/image" Target="../media/image21.png"/><Relationship Id="rId9" Type="http://schemas.openxmlformats.org/officeDocument/2006/relationships/customXml" Target="../ink/ink14.xml"/><Relationship Id="rId1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2"/>
          <p:cNvSpPr txBox="1">
            <a:spLocks noGrp="1"/>
          </p:cNvSpPr>
          <p:nvPr>
            <p:ph type="title"/>
          </p:nvPr>
        </p:nvSpPr>
        <p:spPr>
          <a:xfrm>
            <a:off x="1905000" y="152400"/>
            <a:ext cx="8280400" cy="533400"/>
          </a:xfrm>
          <a:prstGeom prst="rect">
            <a:avLst/>
          </a:prstGeom>
          <a:noFill/>
          <a:ln>
            <a:noFill/>
          </a:ln>
        </p:spPr>
        <p:txBody>
          <a:bodyPr spcFirstLastPara="1" vert="horz" wrap="square" lIns="90475" tIns="44450" rIns="90475" bIns="44450" rtlCol="0" anchor="b" anchorCtr="0">
            <a:noAutofit/>
          </a:bodyPr>
          <a:lstStyle/>
          <a:p>
            <a:pPr>
              <a:lnSpc>
                <a:spcPct val="113000"/>
              </a:lnSpc>
              <a:spcBef>
                <a:spcPts val="0"/>
              </a:spcBef>
            </a:pPr>
            <a:r>
              <a:rPr lang="en-US"/>
              <a:t>Nearest Neighbor Classifiers</a:t>
            </a:r>
          </a:p>
        </p:txBody>
      </p:sp>
      <p:sp>
        <p:nvSpPr>
          <p:cNvPr id="73" name="Google Shape;73;p2"/>
          <p:cNvSpPr txBox="1">
            <a:spLocks noGrp="1"/>
          </p:cNvSpPr>
          <p:nvPr>
            <p:ph idx="1"/>
          </p:nvPr>
        </p:nvSpPr>
        <p:spPr>
          <a:xfrm>
            <a:off x="1935163" y="1143000"/>
            <a:ext cx="8318500" cy="5181600"/>
          </a:xfrm>
          <a:prstGeom prst="rect">
            <a:avLst/>
          </a:prstGeom>
          <a:noFill/>
          <a:ln>
            <a:noFill/>
          </a:ln>
        </p:spPr>
        <p:txBody>
          <a:bodyPr spcFirstLastPara="1" vert="horz" wrap="square" lIns="90475" tIns="44450" rIns="90475" bIns="44450" rtlCol="0" anchor="t" anchorCtr="0">
            <a:noAutofit/>
          </a:bodyPr>
          <a:lstStyle/>
          <a:p>
            <a:pPr marL="292100" indent="-292100">
              <a:spcBef>
                <a:spcPts val="0"/>
              </a:spcBef>
              <a:buSzPts val="2100"/>
              <a:buChar char="●"/>
            </a:pPr>
            <a:r>
              <a:rPr lang="en-US"/>
              <a:t>Basic idea:</a:t>
            </a:r>
          </a:p>
          <a:p>
            <a:pPr marL="800100" lvl="1" indent="-342900">
              <a:spcBef>
                <a:spcPts val="680"/>
              </a:spcBef>
              <a:buSzPts val="2800"/>
              <a:buChar char="–"/>
            </a:pPr>
            <a:r>
              <a:rPr lang="en-US"/>
              <a:t>If it walks like a duck, quacks like a duck, then it’s probably a duck</a:t>
            </a:r>
          </a:p>
        </p:txBody>
      </p:sp>
      <p:grpSp>
        <p:nvGrpSpPr>
          <p:cNvPr id="74" name="Google Shape;74;p2"/>
          <p:cNvGrpSpPr/>
          <p:nvPr/>
        </p:nvGrpSpPr>
        <p:grpSpPr>
          <a:xfrm>
            <a:off x="1828800" y="2819400"/>
            <a:ext cx="8229600" cy="3429000"/>
            <a:chOff x="192" y="1776"/>
            <a:chExt cx="5184" cy="2160"/>
          </a:xfrm>
        </p:grpSpPr>
        <p:pic>
          <p:nvPicPr>
            <p:cNvPr id="75" name="Google Shape;75;p2" descr="j0345807"/>
            <p:cNvPicPr preferRelativeResize="0"/>
            <p:nvPr/>
          </p:nvPicPr>
          <p:blipFill rotWithShape="1">
            <a:blip r:embed="rId3"/>
            <a:srcRect/>
            <a:stretch>
              <a:fillRect/>
            </a:stretch>
          </p:blipFill>
          <p:spPr>
            <a:xfrm>
              <a:off x="1296" y="2160"/>
              <a:ext cx="528" cy="409"/>
            </a:xfrm>
            <a:prstGeom prst="rect">
              <a:avLst/>
            </a:prstGeom>
            <a:noFill/>
            <a:ln>
              <a:noFill/>
            </a:ln>
          </p:spPr>
        </p:pic>
        <p:pic>
          <p:nvPicPr>
            <p:cNvPr id="76" name="Google Shape;76;p2" descr="j0239589"/>
            <p:cNvPicPr preferRelativeResize="0"/>
            <p:nvPr/>
          </p:nvPicPr>
          <p:blipFill rotWithShape="1">
            <a:blip r:embed="rId4"/>
            <a:srcRect/>
            <a:stretch>
              <a:fillRect/>
            </a:stretch>
          </p:blipFill>
          <p:spPr>
            <a:xfrm>
              <a:off x="4656" y="2640"/>
              <a:ext cx="720" cy="474"/>
            </a:xfrm>
            <a:prstGeom prst="rect">
              <a:avLst/>
            </a:prstGeom>
            <a:noFill/>
            <a:ln>
              <a:noFill/>
            </a:ln>
          </p:spPr>
        </p:pic>
        <p:pic>
          <p:nvPicPr>
            <p:cNvPr id="77" name="Google Shape;77;p2" descr="j0350383"/>
            <p:cNvPicPr preferRelativeResize="0"/>
            <p:nvPr/>
          </p:nvPicPr>
          <p:blipFill rotWithShape="1">
            <a:blip r:embed="rId5"/>
            <a:srcRect/>
            <a:stretch>
              <a:fillRect/>
            </a:stretch>
          </p:blipFill>
          <p:spPr>
            <a:xfrm>
              <a:off x="2256" y="1968"/>
              <a:ext cx="444" cy="480"/>
            </a:xfrm>
            <a:prstGeom prst="rect">
              <a:avLst/>
            </a:prstGeom>
            <a:noFill/>
            <a:ln>
              <a:noFill/>
            </a:ln>
          </p:spPr>
        </p:pic>
        <p:pic>
          <p:nvPicPr>
            <p:cNvPr id="78" name="Google Shape;78;p2" descr="j0330631"/>
            <p:cNvPicPr preferRelativeResize="0"/>
            <p:nvPr/>
          </p:nvPicPr>
          <p:blipFill rotWithShape="1">
            <a:blip r:embed="rId6"/>
            <a:srcRect/>
            <a:stretch>
              <a:fillRect/>
            </a:stretch>
          </p:blipFill>
          <p:spPr>
            <a:xfrm>
              <a:off x="1152" y="2976"/>
              <a:ext cx="373" cy="424"/>
            </a:xfrm>
            <a:prstGeom prst="rect">
              <a:avLst/>
            </a:prstGeom>
            <a:noFill/>
            <a:ln>
              <a:noFill/>
            </a:ln>
          </p:spPr>
        </p:pic>
        <p:pic>
          <p:nvPicPr>
            <p:cNvPr id="79" name="Google Shape;79;p2" descr="j0350389"/>
            <p:cNvPicPr preferRelativeResize="0"/>
            <p:nvPr/>
          </p:nvPicPr>
          <p:blipFill rotWithShape="1">
            <a:blip r:embed="rId7"/>
            <a:srcRect/>
            <a:stretch>
              <a:fillRect/>
            </a:stretch>
          </p:blipFill>
          <p:spPr>
            <a:xfrm>
              <a:off x="2208" y="3168"/>
              <a:ext cx="624" cy="440"/>
            </a:xfrm>
            <a:prstGeom prst="rect">
              <a:avLst/>
            </a:prstGeom>
            <a:noFill/>
            <a:ln>
              <a:noFill/>
            </a:ln>
          </p:spPr>
        </p:pic>
        <p:pic>
          <p:nvPicPr>
            <p:cNvPr id="80" name="Google Shape;80;p2" descr="j0350356"/>
            <p:cNvPicPr preferRelativeResize="0"/>
            <p:nvPr/>
          </p:nvPicPr>
          <p:blipFill rotWithShape="1">
            <a:blip r:embed="rId8"/>
            <a:srcRect/>
            <a:stretch>
              <a:fillRect/>
            </a:stretch>
          </p:blipFill>
          <p:spPr>
            <a:xfrm>
              <a:off x="1776" y="2448"/>
              <a:ext cx="720" cy="658"/>
            </a:xfrm>
            <a:prstGeom prst="rect">
              <a:avLst/>
            </a:prstGeom>
            <a:noFill/>
            <a:ln>
              <a:noFill/>
            </a:ln>
          </p:spPr>
        </p:pic>
        <p:sp>
          <p:nvSpPr>
            <p:cNvPr id="81" name="Google Shape;81;p2"/>
            <p:cNvSpPr/>
            <p:nvPr/>
          </p:nvSpPr>
          <p:spPr>
            <a:xfrm>
              <a:off x="816" y="1776"/>
              <a:ext cx="2544" cy="2160"/>
            </a:xfrm>
            <a:prstGeom prst="ellipse">
              <a:avLst/>
            </a:prstGeom>
            <a:noFill/>
            <a:ln w="12700" cap="flat" cmpd="sng">
              <a:solidFill>
                <a:srgbClr val="FF0000"/>
              </a:solidFill>
              <a:prstDash val="dash"/>
              <a:round/>
              <a:headEnd type="none" w="sm" len="sm"/>
              <a:tailEnd type="none" w="sm" len="sm"/>
            </a:ln>
          </p:spPr>
          <p:txBody>
            <a:bodyPr spcFirstLastPara="1" wrap="square" lIns="91425" tIns="45700" rIns="91425" bIns="45700" anchor="ctr" anchorCtr="0">
              <a:noAutofit/>
            </a:bodyPr>
            <a:lstStyle/>
            <a:p>
              <a:endParaRPr sz="1400" b="1">
                <a:solidFill>
                  <a:schemeClr val="dk1"/>
                </a:solidFill>
                <a:latin typeface="Arial" panose="020B0604020202020204"/>
                <a:ea typeface="Arial" panose="020B0604020202020204"/>
                <a:cs typeface="Arial" panose="020B0604020202020204"/>
                <a:sym typeface="Arial" panose="020B0604020202020204"/>
              </a:endParaRPr>
            </a:p>
          </p:txBody>
        </p:sp>
        <p:sp>
          <p:nvSpPr>
            <p:cNvPr id="82" name="Google Shape;82;p2"/>
            <p:cNvSpPr txBox="1"/>
            <p:nvPr/>
          </p:nvSpPr>
          <p:spPr>
            <a:xfrm>
              <a:off x="192" y="3312"/>
              <a:ext cx="864" cy="404"/>
            </a:xfrm>
            <a:prstGeom prst="rect">
              <a:avLst/>
            </a:prstGeom>
            <a:noFill/>
            <a:ln>
              <a:noFill/>
            </a:ln>
          </p:spPr>
          <p:txBody>
            <a:bodyPr spcFirstLastPara="1" wrap="square" lIns="91425" tIns="45700" rIns="91425" bIns="45700" anchor="t" anchorCtr="0">
              <a:spAutoFit/>
            </a:bodyPr>
            <a:lstStyle/>
            <a:p>
              <a:r>
                <a:rPr lang="en-US" b="1">
                  <a:solidFill>
                    <a:schemeClr val="dk1"/>
                  </a:solidFill>
                  <a:latin typeface="Arial" panose="020B0604020202020204"/>
                  <a:ea typeface="Arial" panose="020B0604020202020204"/>
                  <a:cs typeface="Arial" panose="020B0604020202020204"/>
                  <a:sym typeface="Arial" panose="020B0604020202020204"/>
                </a:rPr>
                <a:t>Training Records</a:t>
              </a:r>
            </a:p>
          </p:txBody>
        </p:sp>
        <p:sp>
          <p:nvSpPr>
            <p:cNvPr id="83" name="Google Shape;83;p2"/>
            <p:cNvSpPr txBox="1"/>
            <p:nvPr/>
          </p:nvSpPr>
          <p:spPr>
            <a:xfrm>
              <a:off x="4512" y="2064"/>
              <a:ext cx="864" cy="404"/>
            </a:xfrm>
            <a:prstGeom prst="rect">
              <a:avLst/>
            </a:prstGeom>
            <a:noFill/>
            <a:ln>
              <a:noFill/>
            </a:ln>
          </p:spPr>
          <p:txBody>
            <a:bodyPr spcFirstLastPara="1" wrap="square" lIns="91425" tIns="45700" rIns="91425" bIns="45700" anchor="t" anchorCtr="0">
              <a:spAutoFit/>
            </a:bodyPr>
            <a:lstStyle/>
            <a:p>
              <a:pPr algn="ctr"/>
              <a:r>
                <a:rPr lang="en-US" b="1">
                  <a:solidFill>
                    <a:schemeClr val="dk1"/>
                  </a:solidFill>
                  <a:latin typeface="Arial" panose="020B0604020202020204"/>
                  <a:ea typeface="Arial" panose="020B0604020202020204"/>
                  <a:cs typeface="Arial" panose="020B0604020202020204"/>
                  <a:sym typeface="Arial" panose="020B0604020202020204"/>
                </a:rPr>
                <a:t>Test Record</a:t>
              </a:r>
            </a:p>
          </p:txBody>
        </p:sp>
      </p:grpSp>
      <p:grpSp>
        <p:nvGrpSpPr>
          <p:cNvPr id="84" name="Google Shape;84;p2"/>
          <p:cNvGrpSpPr/>
          <p:nvPr/>
        </p:nvGrpSpPr>
        <p:grpSpPr>
          <a:xfrm>
            <a:off x="4191000" y="3048000"/>
            <a:ext cx="4572000" cy="2286000"/>
            <a:chOff x="1680" y="1920"/>
            <a:chExt cx="2880" cy="1440"/>
          </a:xfrm>
        </p:grpSpPr>
        <p:sp>
          <p:nvSpPr>
            <p:cNvPr id="85" name="Google Shape;85;p2"/>
            <p:cNvSpPr txBox="1"/>
            <p:nvPr/>
          </p:nvSpPr>
          <p:spPr>
            <a:xfrm>
              <a:off x="3312" y="1920"/>
              <a:ext cx="864" cy="404"/>
            </a:xfrm>
            <a:prstGeom prst="rect">
              <a:avLst/>
            </a:prstGeom>
            <a:noFill/>
            <a:ln>
              <a:noFill/>
            </a:ln>
          </p:spPr>
          <p:txBody>
            <a:bodyPr spcFirstLastPara="1" wrap="square" lIns="91425" tIns="45700" rIns="91425" bIns="45700" anchor="t" anchorCtr="0">
              <a:spAutoFit/>
            </a:bodyPr>
            <a:lstStyle/>
            <a:p>
              <a:r>
                <a:rPr lang="en-US" b="1">
                  <a:solidFill>
                    <a:schemeClr val="dk1"/>
                  </a:solidFill>
                  <a:latin typeface="Arial" panose="020B0604020202020204"/>
                  <a:ea typeface="Arial" panose="020B0604020202020204"/>
                  <a:cs typeface="Arial" panose="020B0604020202020204"/>
                  <a:sym typeface="Arial" panose="020B0604020202020204"/>
                </a:rPr>
                <a:t>Compute Distance</a:t>
              </a:r>
            </a:p>
          </p:txBody>
        </p:sp>
        <p:grpSp>
          <p:nvGrpSpPr>
            <p:cNvPr id="86" name="Google Shape;86;p2"/>
            <p:cNvGrpSpPr/>
            <p:nvPr/>
          </p:nvGrpSpPr>
          <p:grpSpPr>
            <a:xfrm>
              <a:off x="1680" y="2256"/>
              <a:ext cx="2880" cy="1104"/>
              <a:chOff x="1680" y="2256"/>
              <a:chExt cx="2880" cy="1104"/>
            </a:xfrm>
          </p:grpSpPr>
          <p:cxnSp>
            <p:nvCxnSpPr>
              <p:cNvPr id="87" name="Google Shape;87;p2"/>
              <p:cNvCxnSpPr/>
              <p:nvPr/>
            </p:nvCxnSpPr>
            <p:spPr>
              <a:xfrm>
                <a:off x="2832" y="2256"/>
                <a:ext cx="1680" cy="576"/>
              </a:xfrm>
              <a:prstGeom prst="straightConnector1">
                <a:avLst/>
              </a:prstGeom>
              <a:noFill/>
              <a:ln w="38100" cap="flat" cmpd="sng">
                <a:solidFill>
                  <a:srgbClr val="FF0000"/>
                </a:solidFill>
                <a:prstDash val="solid"/>
                <a:round/>
                <a:headEnd type="none" w="med" len="med"/>
                <a:tailEnd type="triangle" w="med" len="med"/>
              </a:ln>
            </p:spPr>
          </p:cxnSp>
          <p:cxnSp>
            <p:nvCxnSpPr>
              <p:cNvPr id="88" name="Google Shape;88;p2"/>
              <p:cNvCxnSpPr/>
              <p:nvPr/>
            </p:nvCxnSpPr>
            <p:spPr>
              <a:xfrm>
                <a:off x="2544" y="2880"/>
                <a:ext cx="2016" cy="48"/>
              </a:xfrm>
              <a:prstGeom prst="straightConnector1">
                <a:avLst/>
              </a:prstGeom>
              <a:noFill/>
              <a:ln w="38100" cap="flat" cmpd="sng">
                <a:solidFill>
                  <a:srgbClr val="FF0000"/>
                </a:solidFill>
                <a:prstDash val="solid"/>
                <a:round/>
                <a:headEnd type="none" w="med" len="med"/>
                <a:tailEnd type="triangle" w="med" len="med"/>
              </a:ln>
            </p:spPr>
          </p:cxnSp>
          <p:cxnSp>
            <p:nvCxnSpPr>
              <p:cNvPr id="89" name="Google Shape;89;p2"/>
              <p:cNvCxnSpPr/>
              <p:nvPr/>
            </p:nvCxnSpPr>
            <p:spPr>
              <a:xfrm rot="10800000" flipH="1">
                <a:off x="2928" y="3072"/>
                <a:ext cx="1584" cy="288"/>
              </a:xfrm>
              <a:prstGeom prst="straightConnector1">
                <a:avLst/>
              </a:prstGeom>
              <a:noFill/>
              <a:ln w="38100" cap="flat" cmpd="sng">
                <a:solidFill>
                  <a:srgbClr val="FF0000"/>
                </a:solidFill>
                <a:prstDash val="solid"/>
                <a:round/>
                <a:headEnd type="none" w="med" len="med"/>
                <a:tailEnd type="triangle" w="med" len="med"/>
              </a:ln>
            </p:spPr>
          </p:cxnSp>
          <p:cxnSp>
            <p:nvCxnSpPr>
              <p:cNvPr id="90" name="Google Shape;90;p2"/>
              <p:cNvCxnSpPr/>
              <p:nvPr/>
            </p:nvCxnSpPr>
            <p:spPr>
              <a:xfrm rot="10800000" flipH="1">
                <a:off x="1680" y="3024"/>
                <a:ext cx="2832" cy="192"/>
              </a:xfrm>
              <a:prstGeom prst="straightConnector1">
                <a:avLst/>
              </a:prstGeom>
              <a:noFill/>
              <a:ln w="38100" cap="flat" cmpd="sng">
                <a:solidFill>
                  <a:srgbClr val="FF0000"/>
                </a:solidFill>
                <a:prstDash val="solid"/>
                <a:round/>
                <a:headEnd type="none" w="med" len="med"/>
                <a:tailEnd type="triangle" w="med" len="med"/>
              </a:ln>
            </p:spPr>
          </p:cxnSp>
          <p:cxnSp>
            <p:nvCxnSpPr>
              <p:cNvPr id="91" name="Google Shape;91;p2"/>
              <p:cNvCxnSpPr/>
              <p:nvPr/>
            </p:nvCxnSpPr>
            <p:spPr>
              <a:xfrm>
                <a:off x="1920" y="2352"/>
                <a:ext cx="2544" cy="528"/>
              </a:xfrm>
              <a:prstGeom prst="straightConnector1">
                <a:avLst/>
              </a:prstGeom>
              <a:noFill/>
              <a:ln w="38100" cap="flat" cmpd="sng">
                <a:solidFill>
                  <a:srgbClr val="FF0000"/>
                </a:solidFill>
                <a:prstDash val="solid"/>
                <a:round/>
                <a:headEnd type="none" w="med" len="med"/>
                <a:tailEnd type="triangle" w="med" len="med"/>
              </a:ln>
            </p:spPr>
          </p:cxnSp>
        </p:grpSp>
      </p:grpSp>
      <p:grpSp>
        <p:nvGrpSpPr>
          <p:cNvPr id="92" name="Google Shape;92;p2"/>
          <p:cNvGrpSpPr/>
          <p:nvPr/>
        </p:nvGrpSpPr>
        <p:grpSpPr>
          <a:xfrm>
            <a:off x="5562600" y="4572000"/>
            <a:ext cx="3352800" cy="1327150"/>
            <a:chOff x="2544" y="2880"/>
            <a:chExt cx="2112" cy="836"/>
          </a:xfrm>
        </p:grpSpPr>
        <p:sp>
          <p:nvSpPr>
            <p:cNvPr id="93" name="Google Shape;93;p2"/>
            <p:cNvSpPr txBox="1"/>
            <p:nvPr/>
          </p:nvSpPr>
          <p:spPr>
            <a:xfrm>
              <a:off x="3264" y="3312"/>
              <a:ext cx="1392" cy="404"/>
            </a:xfrm>
            <a:prstGeom prst="rect">
              <a:avLst/>
            </a:prstGeom>
            <a:noFill/>
            <a:ln>
              <a:noFill/>
            </a:ln>
          </p:spPr>
          <p:txBody>
            <a:bodyPr spcFirstLastPara="1" wrap="square" lIns="91425" tIns="45700" rIns="91425" bIns="45700" anchor="t" anchorCtr="0">
              <a:spAutoFit/>
            </a:bodyPr>
            <a:lstStyle/>
            <a:p>
              <a:r>
                <a:rPr lang="en-US" b="1">
                  <a:solidFill>
                    <a:schemeClr val="dk1"/>
                  </a:solidFill>
                  <a:latin typeface="Arial" panose="020B0604020202020204"/>
                  <a:ea typeface="Arial" panose="020B0604020202020204"/>
                  <a:cs typeface="Arial" panose="020B0604020202020204"/>
                  <a:sym typeface="Arial" panose="020B0604020202020204"/>
                </a:rPr>
                <a:t>Choose k of the “nearest” records</a:t>
              </a:r>
            </a:p>
          </p:txBody>
        </p:sp>
        <p:grpSp>
          <p:nvGrpSpPr>
            <p:cNvPr id="94" name="Google Shape;94;p2"/>
            <p:cNvGrpSpPr/>
            <p:nvPr/>
          </p:nvGrpSpPr>
          <p:grpSpPr>
            <a:xfrm>
              <a:off x="2544" y="2880"/>
              <a:ext cx="2016" cy="480"/>
              <a:chOff x="2544" y="2880"/>
              <a:chExt cx="2016" cy="480"/>
            </a:xfrm>
          </p:grpSpPr>
          <p:cxnSp>
            <p:nvCxnSpPr>
              <p:cNvPr id="95" name="Google Shape;95;p2"/>
              <p:cNvCxnSpPr/>
              <p:nvPr/>
            </p:nvCxnSpPr>
            <p:spPr>
              <a:xfrm>
                <a:off x="2544" y="2880"/>
                <a:ext cx="2016" cy="48"/>
              </a:xfrm>
              <a:prstGeom prst="straightConnector1">
                <a:avLst/>
              </a:prstGeom>
              <a:noFill/>
              <a:ln w="44450" cap="flat" cmpd="sng">
                <a:solidFill>
                  <a:srgbClr val="0000FF"/>
                </a:solidFill>
                <a:prstDash val="solid"/>
                <a:round/>
                <a:headEnd type="none" w="med" len="med"/>
                <a:tailEnd type="triangle" w="med" len="med"/>
              </a:ln>
            </p:spPr>
          </p:cxnSp>
          <p:cxnSp>
            <p:nvCxnSpPr>
              <p:cNvPr id="96" name="Google Shape;96;p2"/>
              <p:cNvCxnSpPr/>
              <p:nvPr/>
            </p:nvCxnSpPr>
            <p:spPr>
              <a:xfrm rot="10800000" flipH="1">
                <a:off x="2928" y="3072"/>
                <a:ext cx="1584" cy="288"/>
              </a:xfrm>
              <a:prstGeom prst="straightConnector1">
                <a:avLst/>
              </a:prstGeom>
              <a:noFill/>
              <a:ln w="44450" cap="flat" cmpd="sng">
                <a:solidFill>
                  <a:srgbClr val="0000FF"/>
                </a:solidFill>
                <a:prstDash val="solid"/>
                <a:round/>
                <a:headEnd type="none" w="med" len="med"/>
                <a:tailEnd type="triangle" w="med" len="med"/>
              </a:ln>
            </p:spPr>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
          <p:cNvSpPr txBox="1">
            <a:spLocks noGrp="1"/>
          </p:cNvSpPr>
          <p:nvPr>
            <p:ph type="title"/>
          </p:nvPr>
        </p:nvSpPr>
        <p:spPr>
          <a:xfrm>
            <a:off x="1905000" y="152400"/>
            <a:ext cx="8280400" cy="533400"/>
          </a:xfrm>
          <a:prstGeom prst="rect">
            <a:avLst/>
          </a:prstGeom>
          <a:noFill/>
          <a:ln>
            <a:noFill/>
          </a:ln>
        </p:spPr>
        <p:txBody>
          <a:bodyPr spcFirstLastPara="1" vert="horz" wrap="square" lIns="90475" tIns="44450" rIns="90475" bIns="44450" rtlCol="0" anchor="b" anchorCtr="0">
            <a:noAutofit/>
          </a:bodyPr>
          <a:lstStyle/>
          <a:p>
            <a:pPr>
              <a:lnSpc>
                <a:spcPct val="113000"/>
              </a:lnSpc>
              <a:spcBef>
                <a:spcPts val="0"/>
              </a:spcBef>
            </a:pPr>
            <a:r>
              <a:rPr lang="en-US"/>
              <a:t>Nearest-Neighbor Classifiers</a:t>
            </a:r>
          </a:p>
        </p:txBody>
      </p:sp>
      <p:sp>
        <p:nvSpPr>
          <p:cNvPr id="102" name="Google Shape;102;p3"/>
          <p:cNvSpPr/>
          <p:nvPr/>
        </p:nvSpPr>
        <p:spPr>
          <a:xfrm>
            <a:off x="6297613" y="1143000"/>
            <a:ext cx="5894387" cy="5029200"/>
          </a:xfrm>
          <a:prstGeom prst="rect">
            <a:avLst/>
          </a:prstGeom>
          <a:noFill/>
          <a:ln>
            <a:noFill/>
          </a:ln>
        </p:spPr>
        <p:txBody>
          <a:bodyPr spcFirstLastPara="1" wrap="square" lIns="91425" tIns="45700" rIns="91425" bIns="45700" anchor="t" anchorCtr="0">
            <a:noAutofit/>
          </a:bodyPr>
          <a:lstStyle/>
          <a:p>
            <a:pPr marL="342900" indent="-342900">
              <a:buClr>
                <a:srgbClr val="0C7B9C"/>
              </a:buClr>
              <a:buSzPts val="1350"/>
              <a:buFont typeface="Arial" panose="020B0604020202020204"/>
              <a:buChar char="●"/>
            </a:pPr>
            <a:r>
              <a:rPr lang="en-US" dirty="0">
                <a:solidFill>
                  <a:schemeClr val="dk1"/>
                </a:solidFill>
                <a:latin typeface="Arial" panose="020B0604020202020204"/>
                <a:ea typeface="Arial" panose="020B0604020202020204"/>
                <a:cs typeface="Arial" panose="020B0604020202020204"/>
                <a:sym typeface="Arial" panose="020B0604020202020204"/>
              </a:rPr>
              <a:t>Requires the following:</a:t>
            </a:r>
            <a:endParaRPr dirty="0">
              <a:solidFill>
                <a:schemeClr val="dk1"/>
              </a:solidFill>
              <a:latin typeface="Arial" panose="020B0604020202020204"/>
              <a:ea typeface="Arial" panose="020B0604020202020204"/>
              <a:cs typeface="Arial" panose="020B0604020202020204"/>
              <a:sym typeface="Arial" panose="020B0604020202020204"/>
            </a:endParaRPr>
          </a:p>
          <a:p>
            <a:pPr marL="742950" lvl="1" indent="-285750">
              <a:spcBef>
                <a:spcPts val="580"/>
              </a:spcBef>
              <a:buClr>
                <a:srgbClr val="0C7B9C"/>
              </a:buClr>
              <a:buSzPts val="1800"/>
              <a:buFont typeface="Arial" panose="020B0604020202020204"/>
              <a:buChar char="–"/>
            </a:pPr>
            <a:r>
              <a:rPr lang="en-US" dirty="0">
                <a:solidFill>
                  <a:schemeClr val="dk1"/>
                </a:solidFill>
                <a:latin typeface="Arial" panose="020B0604020202020204"/>
                <a:ea typeface="Arial" panose="020B0604020202020204"/>
                <a:cs typeface="Arial" panose="020B0604020202020204"/>
                <a:sym typeface="Arial" panose="020B0604020202020204"/>
              </a:rPr>
              <a:t>A set of labeled records (supervised learning)</a:t>
            </a:r>
            <a:endParaRPr dirty="0"/>
          </a:p>
          <a:p>
            <a:pPr marL="742950" lvl="1" indent="-285750">
              <a:spcBef>
                <a:spcPts val="580"/>
              </a:spcBef>
              <a:buClr>
                <a:srgbClr val="0C7B9C"/>
              </a:buClr>
              <a:buSzPts val="1800"/>
              <a:buFont typeface="Arial" panose="020B0604020202020204"/>
              <a:buChar char="–"/>
            </a:pPr>
            <a:r>
              <a:rPr lang="en-US" dirty="0">
                <a:solidFill>
                  <a:schemeClr val="dk1"/>
                </a:solidFill>
                <a:latin typeface="Arial" panose="020B0604020202020204"/>
                <a:ea typeface="Arial" panose="020B0604020202020204"/>
                <a:cs typeface="Arial" panose="020B0604020202020204"/>
                <a:sym typeface="Arial" panose="020B0604020202020204"/>
              </a:rPr>
              <a:t>Proximity metric to compute distance/similarity between a pair of records </a:t>
            </a:r>
            <a:endParaRPr dirty="0">
              <a:solidFill>
                <a:schemeClr val="dk1"/>
              </a:solidFill>
              <a:latin typeface="Arial" panose="020B0604020202020204"/>
              <a:ea typeface="Arial" panose="020B0604020202020204"/>
              <a:cs typeface="Arial" panose="020B0604020202020204"/>
              <a:sym typeface="Arial" panose="020B0604020202020204"/>
            </a:endParaRPr>
          </a:p>
          <a:p>
            <a:pPr marL="1143000" lvl="2" indent="-228600">
              <a:spcBef>
                <a:spcPts val="540"/>
              </a:spcBef>
              <a:buClr>
                <a:srgbClr val="0C7B9C"/>
              </a:buClr>
              <a:buSzPts val="1400"/>
              <a:buFont typeface="Arial" panose="020B0604020202020204"/>
              <a:buChar char="–"/>
            </a:pPr>
            <a:r>
              <a:rPr lang="en-US" sz="1400" dirty="0">
                <a:solidFill>
                  <a:schemeClr val="dk1"/>
                </a:solidFill>
                <a:latin typeface="Arial" panose="020B0604020202020204"/>
                <a:ea typeface="Arial" panose="020B0604020202020204"/>
                <a:cs typeface="Arial" panose="020B0604020202020204"/>
                <a:sym typeface="Arial" panose="020B0604020202020204"/>
              </a:rPr>
              <a:t>e.g., Euclidean distance, Manhattan distance</a:t>
            </a:r>
            <a:endParaRPr sz="1400" dirty="0">
              <a:solidFill>
                <a:schemeClr val="dk1"/>
              </a:solidFill>
              <a:latin typeface="Arial" panose="020B0604020202020204"/>
              <a:ea typeface="Arial" panose="020B0604020202020204"/>
              <a:cs typeface="Arial" panose="020B0604020202020204"/>
              <a:sym typeface="Arial" panose="020B0604020202020204"/>
            </a:endParaRPr>
          </a:p>
          <a:p>
            <a:pPr marL="742950" lvl="1" indent="-285750">
              <a:spcBef>
                <a:spcPts val="580"/>
              </a:spcBef>
              <a:buClr>
                <a:srgbClr val="0C7B9C"/>
              </a:buClr>
              <a:buSzPts val="1800"/>
              <a:buFont typeface="Arial" panose="020B0604020202020204"/>
              <a:buChar char="–"/>
            </a:pPr>
            <a:r>
              <a:rPr lang="en-US" dirty="0">
                <a:solidFill>
                  <a:schemeClr val="dk1"/>
                </a:solidFill>
                <a:latin typeface="Arial" panose="020B0604020202020204"/>
                <a:ea typeface="Arial" panose="020B0604020202020204"/>
                <a:cs typeface="Arial" panose="020B0604020202020204"/>
                <a:sym typeface="Arial" panose="020B0604020202020204"/>
              </a:rPr>
              <a:t>The value of </a:t>
            </a:r>
            <a:r>
              <a:rPr lang="en-US" i="1" dirty="0">
                <a:solidFill>
                  <a:schemeClr val="dk1"/>
                </a:solidFill>
                <a:latin typeface="Arial" panose="020B0604020202020204"/>
                <a:ea typeface="Arial" panose="020B0604020202020204"/>
                <a:cs typeface="Arial" panose="020B0604020202020204"/>
                <a:sym typeface="Arial" panose="020B0604020202020204"/>
              </a:rPr>
              <a:t>k</a:t>
            </a:r>
            <a:r>
              <a:rPr lang="en-US" dirty="0">
                <a:solidFill>
                  <a:schemeClr val="dk1"/>
                </a:solidFill>
                <a:latin typeface="Arial" panose="020B0604020202020204"/>
                <a:ea typeface="Arial" panose="020B0604020202020204"/>
                <a:cs typeface="Arial" panose="020B0604020202020204"/>
                <a:sym typeface="Arial" panose="020B0604020202020204"/>
              </a:rPr>
              <a:t>, the number of nearest neighbors to retrieve: how many neighbors you want to consider</a:t>
            </a:r>
            <a:endParaRPr dirty="0"/>
          </a:p>
          <a:p>
            <a:pPr marL="742950" lvl="1" indent="-285750">
              <a:spcBef>
                <a:spcPts val="580"/>
              </a:spcBef>
              <a:buClr>
                <a:srgbClr val="0C7B9C"/>
              </a:buClr>
              <a:buSzPts val="1800"/>
              <a:buFont typeface="Arial" panose="020B0604020202020204"/>
              <a:buChar char="–"/>
            </a:pPr>
            <a:r>
              <a:rPr lang="en-US" dirty="0">
                <a:solidFill>
                  <a:schemeClr val="dk1"/>
                </a:solidFill>
                <a:latin typeface="Arial" panose="020B0604020202020204"/>
                <a:ea typeface="Arial" panose="020B0604020202020204"/>
                <a:cs typeface="Arial" panose="020B0604020202020204"/>
                <a:sym typeface="Arial" panose="020B0604020202020204"/>
              </a:rPr>
              <a:t>A method for using class labels of K nearest neighbors to determine the class label of unknown record (e.g., by taking majority vote)</a:t>
            </a:r>
            <a:endParaRPr dirty="0"/>
          </a:p>
          <a:p>
            <a:pPr lvl="1">
              <a:spcBef>
                <a:spcPts val="580"/>
              </a:spcBef>
            </a:pPr>
            <a:endParaRPr dirty="0">
              <a:solidFill>
                <a:schemeClr val="dk1"/>
              </a:solidFill>
              <a:latin typeface="Arial" panose="020B0604020202020204"/>
              <a:ea typeface="Arial" panose="020B0604020202020204"/>
              <a:cs typeface="Arial" panose="020B0604020202020204"/>
              <a:sym typeface="Arial" panose="020B0604020202020204"/>
            </a:endParaRPr>
          </a:p>
        </p:txBody>
      </p:sp>
      <p:graphicFrame>
        <p:nvGraphicFramePr>
          <p:cNvPr id="103" name="Google Shape;103;p3"/>
          <p:cNvGraphicFramePr/>
          <p:nvPr/>
        </p:nvGraphicFramePr>
        <p:xfrm>
          <a:off x="1981200" y="1143000"/>
          <a:ext cx="4316413" cy="5105400"/>
        </p:xfrm>
        <a:graphic>
          <a:graphicData uri="http://schemas.openxmlformats.org/presentationml/2006/ole">
            <mc:AlternateContent xmlns:mc="http://schemas.openxmlformats.org/markup-compatibility/2006">
              <mc:Choice xmlns:v="urn:schemas-microsoft-com:vml" Requires="v">
                <p:oleObj r:id="rId3" imgW="8753475" imgH="10363200" progId="Visio.Drawing.6">
                  <p:embed/>
                </p:oleObj>
              </mc:Choice>
              <mc:Fallback>
                <p:oleObj r:id="rId3" imgW="8753475" imgH="10363200" progId="Visio.Drawing.6">
                  <p:embed/>
                  <p:pic>
                    <p:nvPicPr>
                      <p:cNvPr id="103" name="Google Shape;103;p3"/>
                      <p:cNvPicPr preferRelativeResize="0"/>
                      <p:nvPr/>
                    </p:nvPicPr>
                    <p:blipFill rotWithShape="1">
                      <a:blip r:embed="rId4"/>
                      <a:srcRect/>
                      <a:stretch>
                        <a:fillRect/>
                      </a:stretch>
                    </p:blipFill>
                    <p:spPr>
                      <a:xfrm>
                        <a:off x="1981200" y="1143000"/>
                        <a:ext cx="4316413" cy="5105400"/>
                      </a:xfrm>
                      <a:prstGeom prst="rect">
                        <a:avLst/>
                      </a:prstGeom>
                      <a:noFill/>
                      <a:ln>
                        <a:noFill/>
                      </a:ln>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4"/>
          <p:cNvSpPr txBox="1">
            <a:spLocks noGrp="1"/>
          </p:cNvSpPr>
          <p:nvPr>
            <p:ph type="title"/>
          </p:nvPr>
        </p:nvSpPr>
        <p:spPr>
          <a:xfrm>
            <a:off x="1905000" y="152400"/>
            <a:ext cx="8280400" cy="533400"/>
          </a:xfrm>
          <a:prstGeom prst="rect">
            <a:avLst/>
          </a:prstGeom>
          <a:noFill/>
          <a:ln>
            <a:noFill/>
          </a:ln>
        </p:spPr>
        <p:txBody>
          <a:bodyPr spcFirstLastPara="1" vert="horz" wrap="square" lIns="90475" tIns="44450" rIns="90475" bIns="44450" rtlCol="0" anchor="b" anchorCtr="0">
            <a:noAutofit/>
          </a:bodyPr>
          <a:lstStyle/>
          <a:p>
            <a:pPr>
              <a:lnSpc>
                <a:spcPct val="150000"/>
              </a:lnSpc>
              <a:spcBef>
                <a:spcPts val="0"/>
              </a:spcBef>
            </a:pPr>
            <a:r>
              <a:rPr lang="en-US" sz="2400" dirty="0"/>
              <a:t>How to Determine the class label of a Test Sample?</a:t>
            </a:r>
            <a:endParaRPr sz="2400" dirty="0"/>
          </a:p>
        </p:txBody>
      </p:sp>
      <p:sp>
        <p:nvSpPr>
          <p:cNvPr id="109" name="Google Shape;109;p4"/>
          <p:cNvSpPr txBox="1">
            <a:spLocks noGrp="1"/>
          </p:cNvSpPr>
          <p:nvPr>
            <p:ph idx="1"/>
          </p:nvPr>
        </p:nvSpPr>
        <p:spPr>
          <a:xfrm>
            <a:off x="1935162" y="1143000"/>
            <a:ext cx="8504238" cy="5181600"/>
          </a:xfrm>
          <a:prstGeom prst="rect">
            <a:avLst/>
          </a:prstGeom>
          <a:blipFill rotWithShape="1">
            <a:blip r:embed="rId3"/>
            <a:stretch>
              <a:fillRect l="-714" r="-1288"/>
            </a:stretch>
          </a:blipFill>
          <a:ln>
            <a:noFill/>
          </a:ln>
        </p:spPr>
        <p:txBody>
          <a:bodyPr spcFirstLastPara="1" vert="horz" wrap="square" lIns="90475" tIns="44450" rIns="90475" bIns="44450" rtlCol="0" anchor="t" anchorCtr="0">
            <a:noAutofit/>
          </a:bodyPr>
          <a:lstStyle/>
          <a:p>
            <a:pPr marL="292100" indent="-292100">
              <a:spcBef>
                <a:spcPts val="0"/>
              </a:spcBef>
              <a:buSzPts val="2100"/>
              <a:buChar char="●"/>
            </a:pPr>
            <a:endParaRPr dirty="0"/>
          </a:p>
        </p:txBody>
      </p:sp>
      <p:sp>
        <p:nvSpPr>
          <p:cNvPr id="3" name="TextBox 2"/>
          <p:cNvSpPr txBox="1"/>
          <p:nvPr/>
        </p:nvSpPr>
        <p:spPr>
          <a:xfrm>
            <a:off x="5098002" y="2127966"/>
            <a:ext cx="6094520" cy="461665"/>
          </a:xfrm>
          <a:prstGeom prst="rect">
            <a:avLst/>
          </a:prstGeom>
          <a:noFill/>
        </p:spPr>
        <p:txBody>
          <a:bodyPr wrap="square">
            <a:spAutoFit/>
          </a:bodyPr>
          <a:lstStyle/>
          <a:p>
            <a:r>
              <a:rPr lang="en-US" sz="2400" dirty="0">
                <a:solidFill>
                  <a:srgbClr val="FF0000"/>
                </a:solidFill>
                <a:latin typeface="Arial" panose="020B0604020202020204"/>
                <a:ea typeface="Arial" panose="020B0604020202020204"/>
                <a:cs typeface="Arial" panose="020B0604020202020204"/>
                <a:sym typeface="Arial" panose="020B0604020202020204"/>
              </a:rPr>
              <a:t>: Unweighted voting</a:t>
            </a:r>
            <a:endParaRPr lang="en-US" sz="2400"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US"/>
              <a:t>Query Types</a:t>
            </a:r>
          </a:p>
        </p:txBody>
      </p:sp>
      <p:sp>
        <p:nvSpPr>
          <p:cNvPr id="5123" name="Content Placeholder 2"/>
          <p:cNvSpPr>
            <a:spLocks noGrp="1"/>
          </p:cNvSpPr>
          <p:nvPr>
            <p:ph idx="1"/>
          </p:nvPr>
        </p:nvSpPr>
        <p:spPr/>
        <p:txBody>
          <a:bodyPr/>
          <a:lstStyle/>
          <a:p>
            <a:pPr eaLnBrk="1" hangingPunct="1"/>
            <a:r>
              <a:rPr lang="en-US" b="1" dirty="0"/>
              <a:t>Exact match query: </a:t>
            </a:r>
            <a:r>
              <a:rPr lang="en-US" dirty="0"/>
              <a:t>Asks for the object(s) whose key matches query key exactly.</a:t>
            </a:r>
          </a:p>
          <a:p>
            <a:pPr eaLnBrk="1" hangingPunct="1"/>
            <a:endParaRPr lang="en-US" b="1" dirty="0"/>
          </a:p>
          <a:p>
            <a:pPr eaLnBrk="1" hangingPunct="1"/>
            <a:r>
              <a:rPr lang="en-US" b="1" dirty="0"/>
              <a:t>Range query: </a:t>
            </a:r>
            <a:r>
              <a:rPr lang="en-US" dirty="0"/>
              <a:t>Asks for the objects whose key lies in a specified query range (interval).</a:t>
            </a:r>
          </a:p>
          <a:p>
            <a:pPr eaLnBrk="1" hangingPunct="1"/>
            <a:endParaRPr lang="en-US" b="1" dirty="0"/>
          </a:p>
          <a:p>
            <a:pPr eaLnBrk="1" hangingPunct="1"/>
            <a:r>
              <a:rPr lang="en-US" b="1" dirty="0"/>
              <a:t>Nearest-neighbor query:</a:t>
            </a:r>
            <a:r>
              <a:rPr lang="en-US" dirty="0"/>
              <a:t> Asks for the objects whose key is “close” to query key.</a:t>
            </a:r>
          </a:p>
          <a:p>
            <a:pPr eaLnBrk="1" hangingPunct="1"/>
            <a:endParaRPr lang="en-US" dirty="0"/>
          </a:p>
          <a:p>
            <a:pPr eaLnBrk="1" hangingPunct="1"/>
            <a:endParaRPr lang="en-US" dirty="0"/>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034885B-1899-43A9-BBE0-6134481E5202}" type="slidenum">
              <a:rPr lang="en-US" altLang="en-US">
                <a:latin typeface="Garamond" panose="02020404030301010803" pitchFamily="18" charset="0"/>
              </a:rPr>
              <a:t>4</a:t>
            </a:fld>
            <a:endParaRPr lang="en-US" altLang="en-US">
              <a:latin typeface="Garamond" panose="02020404030301010803"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1400" y="3086100"/>
            <a:ext cx="5435600" cy="698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147" name="Title 1"/>
          <p:cNvSpPr>
            <a:spLocks noGrp="1"/>
          </p:cNvSpPr>
          <p:nvPr>
            <p:ph type="title"/>
          </p:nvPr>
        </p:nvSpPr>
        <p:spPr/>
        <p:txBody>
          <a:bodyPr/>
          <a:lstStyle/>
          <a:p>
            <a:pPr eaLnBrk="1" hangingPunct="1"/>
            <a:r>
              <a:rPr lang="en-US"/>
              <a:t>Exact Match Query</a:t>
            </a:r>
          </a:p>
        </p:txBody>
      </p:sp>
      <p:sp>
        <p:nvSpPr>
          <p:cNvPr id="7171" name="Content Placeholder 2"/>
          <p:cNvSpPr>
            <a:spLocks noGrp="1"/>
          </p:cNvSpPr>
          <p:nvPr>
            <p:ph idx="1"/>
          </p:nvPr>
        </p:nvSpPr>
        <p:spPr/>
        <p:txBody>
          <a:bodyPr/>
          <a:lstStyle/>
          <a:p>
            <a:pPr eaLnBrk="1" hangingPunct="1">
              <a:defRPr/>
            </a:pPr>
            <a:r>
              <a:rPr lang="en-US" dirty="0"/>
              <a:t>Suppose that we store employee records in a database:</a:t>
            </a:r>
          </a:p>
          <a:p>
            <a:pPr eaLnBrk="1" hangingPunct="1">
              <a:defRPr/>
            </a:pPr>
            <a:r>
              <a:rPr lang="en-US" dirty="0"/>
              <a:t>Asks for the object(s) whose key matches query key exactly.</a:t>
            </a:r>
          </a:p>
          <a:p>
            <a:pPr marL="344170" lvl="1" indent="0">
              <a:buNone/>
              <a:defRPr/>
            </a:pPr>
            <a:r>
              <a:rPr lang="en-US" dirty="0"/>
              <a:t>		</a:t>
            </a:r>
          </a:p>
          <a:p>
            <a:pPr eaLnBrk="1" hangingPunct="1">
              <a:defRPr/>
            </a:pPr>
            <a:r>
              <a:rPr lang="en-US" dirty="0"/>
              <a:t>                                  ID  Name	Age   Salary  #Children</a:t>
            </a:r>
          </a:p>
          <a:p>
            <a:pPr eaLnBrk="1" hangingPunct="1">
              <a:defRPr/>
            </a:pPr>
            <a:r>
              <a:rPr lang="en-US" dirty="0"/>
              <a:t>Example:</a:t>
            </a:r>
          </a:p>
          <a:p>
            <a:pPr lvl="1" eaLnBrk="1" hangingPunct="1">
              <a:defRPr/>
            </a:pPr>
            <a:r>
              <a:rPr lang="en-US" b="1" dirty="0"/>
              <a:t>key=ID:</a:t>
            </a:r>
            <a:r>
              <a:rPr lang="en-US" dirty="0"/>
              <a:t> retrieve the record with ID=12345</a:t>
            </a:r>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44C0B13-B92A-4725-9D40-AA38499C9E91}" type="slidenum">
              <a:rPr lang="en-US" altLang="en-US">
                <a:latin typeface="Garamond" panose="02020404030301010803" pitchFamily="18" charset="0"/>
              </a:rPr>
              <a:t>5</a:t>
            </a:fld>
            <a:endParaRPr lang="en-US" altLang="en-US">
              <a:latin typeface="Garamond" panose="02020404030301010803" pitchFamily="18" charset="0"/>
            </a:endParaRPr>
          </a:p>
        </p:txBody>
      </p:sp>
      <p:cxnSp>
        <p:nvCxnSpPr>
          <p:cNvPr id="5" name="Straight Connector 4"/>
          <p:cNvCxnSpPr/>
          <p:nvPr/>
        </p:nvCxnSpPr>
        <p:spPr>
          <a:xfrm flipH="1">
            <a:off x="4292600" y="3086100"/>
            <a:ext cx="25400" cy="698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5334000" y="3111500"/>
            <a:ext cx="25400" cy="698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6159500" y="3079750"/>
            <a:ext cx="25400" cy="698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7226300" y="3067050"/>
            <a:ext cx="25400" cy="698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US"/>
              <a:t>Range Query</a:t>
            </a:r>
          </a:p>
        </p:txBody>
      </p:sp>
      <p:sp>
        <p:nvSpPr>
          <p:cNvPr id="7171" name="Content Placeholder 2"/>
          <p:cNvSpPr>
            <a:spLocks noGrp="1"/>
          </p:cNvSpPr>
          <p:nvPr>
            <p:ph idx="1"/>
          </p:nvPr>
        </p:nvSpPr>
        <p:spPr/>
        <p:txBody>
          <a:bodyPr/>
          <a:lstStyle/>
          <a:p>
            <a:pPr eaLnBrk="1" hangingPunct="1">
              <a:defRPr/>
            </a:pPr>
            <a:r>
              <a:rPr lang="en-US" dirty="0"/>
              <a:t>Example:</a:t>
            </a:r>
          </a:p>
          <a:p>
            <a:pPr lvl="1" eaLnBrk="1" hangingPunct="1">
              <a:defRPr/>
            </a:pPr>
            <a:r>
              <a:rPr lang="en-US" b="1" dirty="0"/>
              <a:t>key=Age:</a:t>
            </a:r>
            <a:r>
              <a:rPr lang="en-US" dirty="0"/>
              <a:t> retrieve all records satisfying </a:t>
            </a:r>
          </a:p>
          <a:p>
            <a:pPr marL="344170" lvl="1" indent="0">
              <a:buNone/>
              <a:defRPr/>
            </a:pPr>
            <a:r>
              <a:rPr lang="en-US" dirty="0"/>
              <a:t>			20 &lt; Age &lt; 50</a:t>
            </a:r>
          </a:p>
          <a:p>
            <a:pPr lvl="1" eaLnBrk="1" hangingPunct="1">
              <a:defRPr/>
            </a:pPr>
            <a:r>
              <a:rPr lang="en-US" b="1" dirty="0"/>
              <a:t>key= #Children: </a:t>
            </a:r>
            <a:r>
              <a:rPr lang="en-US" dirty="0"/>
              <a:t>retrieve all records satisfying</a:t>
            </a:r>
          </a:p>
          <a:p>
            <a:pPr marL="344170" lvl="1" indent="0">
              <a:buNone/>
              <a:defRPr/>
            </a:pPr>
            <a:r>
              <a:rPr lang="en-US" dirty="0"/>
              <a:t>		       1 &lt; #Children &lt; 4</a:t>
            </a:r>
          </a:p>
          <a:p>
            <a:pPr lvl="1" eaLnBrk="1" hangingPunct="1">
              <a:defRPr/>
            </a:pPr>
            <a:endParaRPr lang="en-US" dirty="0"/>
          </a:p>
          <a:p>
            <a:pPr lvl="1" eaLnBrk="1" hangingPunct="1">
              <a:defRPr/>
            </a:pPr>
            <a:endParaRPr lang="en-US" dirty="0"/>
          </a:p>
          <a:p>
            <a:pPr lvl="1" eaLnBrk="1" hangingPunct="1">
              <a:defRPr/>
            </a:pPr>
            <a:endParaRPr lang="en-US" dirty="0"/>
          </a:p>
          <a:p>
            <a:pPr marL="344170" lvl="1" indent="0">
              <a:buNone/>
              <a:defRPr/>
            </a:pPr>
            <a:r>
              <a:rPr lang="en-US" dirty="0"/>
              <a:t>		</a:t>
            </a:r>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0F7AA06-55AE-4131-9535-D9656912CE6B}" type="slidenum">
              <a:rPr lang="en-US" altLang="en-US">
                <a:latin typeface="Garamond" panose="02020404030301010803" pitchFamily="18" charset="0"/>
              </a:rPr>
              <a:t>6</a:t>
            </a:fld>
            <a:endParaRPr lang="en-US" altLang="en-US">
              <a:latin typeface="Garamond" panose="02020404030301010803" pitchFamily="18" charset="0"/>
            </a:endParaRPr>
          </a:p>
        </p:txBody>
      </p:sp>
      <p:grpSp>
        <p:nvGrpSpPr>
          <p:cNvPr id="7173" name="Group 6"/>
          <p:cNvGrpSpPr/>
          <p:nvPr/>
        </p:nvGrpSpPr>
        <p:grpSpPr bwMode="auto">
          <a:xfrm>
            <a:off x="3181350" y="4502150"/>
            <a:ext cx="5727700" cy="742950"/>
            <a:chOff x="1771318" y="3536950"/>
            <a:chExt cx="5728363" cy="742950"/>
          </a:xfrm>
        </p:grpSpPr>
        <p:grpSp>
          <p:nvGrpSpPr>
            <p:cNvPr id="7174" name="Group 2"/>
            <p:cNvGrpSpPr/>
            <p:nvPr/>
          </p:nvGrpSpPr>
          <p:grpSpPr bwMode="auto">
            <a:xfrm>
              <a:off x="1917700" y="3536950"/>
              <a:ext cx="5435600" cy="742950"/>
              <a:chOff x="2057400" y="3067050"/>
              <a:chExt cx="5435600" cy="742950"/>
            </a:xfrm>
          </p:grpSpPr>
          <p:sp>
            <p:nvSpPr>
              <p:cNvPr id="2" name="Rectangle 1"/>
              <p:cNvSpPr/>
              <p:nvPr/>
            </p:nvSpPr>
            <p:spPr>
              <a:xfrm>
                <a:off x="2057085" y="3086100"/>
                <a:ext cx="5436229" cy="698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5" name="Straight Connector 4"/>
              <p:cNvCxnSpPr/>
              <p:nvPr/>
            </p:nvCxnSpPr>
            <p:spPr>
              <a:xfrm flipH="1">
                <a:off x="2768367" y="3086100"/>
                <a:ext cx="25403" cy="698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3809888" y="3111500"/>
                <a:ext cx="25403" cy="698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4635483" y="3079750"/>
                <a:ext cx="25403" cy="698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5702407" y="3067050"/>
                <a:ext cx="25403" cy="698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175" name="Rectangle 5"/>
            <p:cNvSpPr>
              <a:spLocks noChangeArrowheads="1"/>
            </p:cNvSpPr>
            <p:nvPr/>
          </p:nvSpPr>
          <p:spPr bwMode="auto">
            <a:xfrm>
              <a:off x="1771318" y="3652678"/>
              <a:ext cx="572836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defRPr>
              </a:lvl1pPr>
              <a:lvl2pPr marL="3429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eaLnBrk="1" hangingPunct="1"/>
              <a:r>
                <a:rPr lang="en-US" sz="2600"/>
                <a:t>ID  Name  Age  Salary  #Children   </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dirty="0"/>
              <a:t>Nearest-Neighbor(s) (NN) Query</a:t>
            </a:r>
          </a:p>
        </p:txBody>
      </p:sp>
      <p:sp>
        <p:nvSpPr>
          <p:cNvPr id="7171" name="Content Placeholder 2"/>
          <p:cNvSpPr>
            <a:spLocks noGrp="1"/>
          </p:cNvSpPr>
          <p:nvPr>
            <p:ph idx="1"/>
          </p:nvPr>
        </p:nvSpPr>
        <p:spPr/>
        <p:txBody>
          <a:bodyPr/>
          <a:lstStyle/>
          <a:p>
            <a:pPr eaLnBrk="1" hangingPunct="1">
              <a:defRPr/>
            </a:pPr>
            <a:r>
              <a:rPr lang="en-US" dirty="0"/>
              <a:t>Example:</a:t>
            </a:r>
          </a:p>
          <a:p>
            <a:pPr lvl="1" eaLnBrk="1" hangingPunct="1">
              <a:defRPr/>
            </a:pPr>
            <a:r>
              <a:rPr lang="en-US" b="1" dirty="0"/>
              <a:t>key=Salary:</a:t>
            </a:r>
            <a:r>
              <a:rPr lang="en-US" dirty="0"/>
              <a:t> retrieve the employee whose salary is closest to $50,000 (i.e., 1-NN).</a:t>
            </a:r>
          </a:p>
          <a:p>
            <a:pPr lvl="1" eaLnBrk="1" hangingPunct="1">
              <a:defRPr/>
            </a:pPr>
            <a:r>
              <a:rPr lang="en-US" b="1" dirty="0"/>
              <a:t>key=Age:</a:t>
            </a:r>
            <a:r>
              <a:rPr lang="en-US" dirty="0"/>
              <a:t> retrieve the 5 employees whose age is closest to 40 (i.e., k-NN, k=5).</a:t>
            </a:r>
          </a:p>
          <a:p>
            <a:pPr lvl="1" eaLnBrk="1" hangingPunct="1">
              <a:defRPr/>
            </a:pPr>
            <a:endParaRPr lang="en-US" dirty="0"/>
          </a:p>
          <a:p>
            <a:pPr lvl="1" eaLnBrk="1" hangingPunct="1">
              <a:defRPr/>
            </a:pPr>
            <a:endParaRPr lang="en-US" dirty="0"/>
          </a:p>
          <a:p>
            <a:pPr lvl="1" eaLnBrk="1" hangingPunct="1">
              <a:defRPr/>
            </a:pPr>
            <a:endParaRPr lang="en-US" dirty="0"/>
          </a:p>
          <a:p>
            <a:pPr marL="344170" lvl="1" indent="0">
              <a:buNone/>
              <a:defRPr/>
            </a:pPr>
            <a:r>
              <a:rPr lang="en-US" dirty="0"/>
              <a:t>		</a:t>
            </a:r>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4EF9CDB-CF4B-409D-A035-69F60FB9D099}" type="slidenum">
              <a:rPr lang="en-US" altLang="en-US">
                <a:latin typeface="Garamond" panose="02020404030301010803" pitchFamily="18" charset="0"/>
              </a:rPr>
              <a:t>7</a:t>
            </a:fld>
            <a:endParaRPr lang="en-US" altLang="en-US" dirty="0">
              <a:latin typeface="Garamond" panose="02020404030301010803" pitchFamily="18" charset="0"/>
            </a:endParaRPr>
          </a:p>
        </p:txBody>
      </p:sp>
      <p:grpSp>
        <p:nvGrpSpPr>
          <p:cNvPr id="8197" name="Group 6"/>
          <p:cNvGrpSpPr/>
          <p:nvPr/>
        </p:nvGrpSpPr>
        <p:grpSpPr bwMode="auto">
          <a:xfrm>
            <a:off x="3327400" y="4324350"/>
            <a:ext cx="5727700" cy="742950"/>
            <a:chOff x="1771318" y="3536950"/>
            <a:chExt cx="5728363" cy="742950"/>
          </a:xfrm>
        </p:grpSpPr>
        <p:grpSp>
          <p:nvGrpSpPr>
            <p:cNvPr id="8198" name="Group 2"/>
            <p:cNvGrpSpPr/>
            <p:nvPr/>
          </p:nvGrpSpPr>
          <p:grpSpPr bwMode="auto">
            <a:xfrm>
              <a:off x="1917700" y="3536950"/>
              <a:ext cx="5435600" cy="742950"/>
              <a:chOff x="2057400" y="3067050"/>
              <a:chExt cx="5435600" cy="742950"/>
            </a:xfrm>
          </p:grpSpPr>
          <p:sp>
            <p:nvSpPr>
              <p:cNvPr id="2" name="Rectangle 1"/>
              <p:cNvSpPr/>
              <p:nvPr/>
            </p:nvSpPr>
            <p:spPr>
              <a:xfrm>
                <a:off x="2057085" y="3086100"/>
                <a:ext cx="5436229" cy="698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cxnSp>
            <p:nvCxnSpPr>
              <p:cNvPr id="5" name="Straight Connector 4"/>
              <p:cNvCxnSpPr/>
              <p:nvPr/>
            </p:nvCxnSpPr>
            <p:spPr>
              <a:xfrm flipH="1">
                <a:off x="2768367" y="3086100"/>
                <a:ext cx="25403" cy="698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3809888" y="3111500"/>
                <a:ext cx="25403" cy="698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4635483" y="3079750"/>
                <a:ext cx="25403" cy="698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5702407" y="3067050"/>
                <a:ext cx="25403" cy="698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199" name="Rectangle 5"/>
            <p:cNvSpPr>
              <a:spLocks noChangeArrowheads="1"/>
            </p:cNvSpPr>
            <p:nvPr/>
          </p:nvSpPr>
          <p:spPr bwMode="auto">
            <a:xfrm>
              <a:off x="1771318" y="3652678"/>
              <a:ext cx="572836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defRPr>
              </a:lvl1pPr>
              <a:lvl2pPr marL="3429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eaLnBrk="1" hangingPunct="1"/>
              <a:r>
                <a:rPr lang="en-US" sz="2600" dirty="0"/>
                <a:t>ID  Name  Age  Salary  #Children   </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1892300" y="277814"/>
            <a:ext cx="8775700" cy="1139825"/>
          </a:xfrm>
        </p:spPr>
        <p:txBody>
          <a:bodyPr/>
          <a:lstStyle/>
          <a:p>
            <a:pPr eaLnBrk="1" hangingPunct="1"/>
            <a:r>
              <a:rPr lang="en-US" dirty="0"/>
              <a:t>Nearest Neighbor(s) Query</a:t>
            </a:r>
          </a:p>
        </p:txBody>
      </p:sp>
      <p:sp>
        <p:nvSpPr>
          <p:cNvPr id="9219" name="Content Placeholder 2"/>
          <p:cNvSpPr>
            <a:spLocks noGrp="1"/>
          </p:cNvSpPr>
          <p:nvPr>
            <p:ph idx="1"/>
          </p:nvPr>
        </p:nvSpPr>
        <p:spPr>
          <a:xfrm>
            <a:off x="2044700" y="1412876"/>
            <a:ext cx="8229600" cy="4530725"/>
          </a:xfrm>
        </p:spPr>
        <p:txBody>
          <a:bodyPr/>
          <a:lstStyle/>
          <a:p>
            <a:pPr lvl="1" eaLnBrk="1" hangingPunct="1"/>
            <a:r>
              <a:rPr lang="en-US" dirty="0"/>
              <a:t>What is the closest restaurant to my hotel?</a:t>
            </a:r>
          </a:p>
          <a:p>
            <a:pPr eaLnBrk="1" hangingPunct="1"/>
            <a:endParaRPr lang="en-US" dirty="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752C236-7639-4E64-8475-B1A778A79BA7}" type="slidenum">
              <a:rPr lang="en-US" altLang="en-US">
                <a:latin typeface="Garamond" panose="02020404030301010803" pitchFamily="18" charset="0"/>
              </a:rPr>
              <a:t>8</a:t>
            </a:fld>
            <a:endParaRPr lang="en-US" altLang="en-US" dirty="0">
              <a:latin typeface="Garamond" panose="02020404030301010803" pitchFamily="18" charset="0"/>
            </a:endParaRPr>
          </a:p>
        </p:txBody>
      </p:sp>
      <p:pic>
        <p:nvPicPr>
          <p:cNvPr id="922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2500" y="2133601"/>
            <a:ext cx="7289800" cy="376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Oval 9"/>
          <p:cNvSpPr>
            <a:spLocks noChangeArrowheads="1"/>
          </p:cNvSpPr>
          <p:nvPr/>
        </p:nvSpPr>
        <p:spPr bwMode="auto">
          <a:xfrm>
            <a:off x="5167314" y="5126038"/>
            <a:ext cx="115887" cy="106362"/>
          </a:xfrm>
          <a:prstGeom prst="ellipse">
            <a:avLst/>
          </a:pr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981200" y="277814"/>
            <a:ext cx="8686800" cy="1139825"/>
          </a:xfrm>
        </p:spPr>
        <p:txBody>
          <a:bodyPr/>
          <a:lstStyle/>
          <a:p>
            <a:pPr eaLnBrk="1" hangingPunct="1"/>
            <a:r>
              <a:rPr lang="en-US" dirty="0"/>
              <a:t>Nearest Neighbor(s) Query (cont’d)</a:t>
            </a:r>
          </a:p>
        </p:txBody>
      </p:sp>
      <p:sp>
        <p:nvSpPr>
          <p:cNvPr id="10243" name="Content Placeholder 2"/>
          <p:cNvSpPr>
            <a:spLocks noGrp="1"/>
          </p:cNvSpPr>
          <p:nvPr>
            <p:ph idx="1"/>
          </p:nvPr>
        </p:nvSpPr>
        <p:spPr>
          <a:xfrm>
            <a:off x="2044700" y="1412876"/>
            <a:ext cx="8229600" cy="4530725"/>
          </a:xfrm>
        </p:spPr>
        <p:txBody>
          <a:bodyPr/>
          <a:lstStyle/>
          <a:p>
            <a:pPr lvl="1" eaLnBrk="1" hangingPunct="1"/>
            <a:r>
              <a:rPr lang="en-US" dirty="0"/>
              <a:t>Find the 4 closest restaurants to my hotel</a:t>
            </a:r>
          </a:p>
          <a:p>
            <a:pPr eaLnBrk="1" hangingPunct="1"/>
            <a:endParaRPr lang="en-US" dirty="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1492F0-5C92-4C26-B360-5C1C387C1605}" type="slidenum">
              <a:rPr lang="en-US" altLang="en-US">
                <a:latin typeface="Garamond" panose="02020404030301010803" pitchFamily="18" charset="0"/>
              </a:rPr>
              <a:t>9</a:t>
            </a:fld>
            <a:endParaRPr lang="en-US" altLang="en-US" dirty="0">
              <a:latin typeface="Garamond" panose="02020404030301010803" pitchFamily="18" charset="0"/>
            </a:endParaRPr>
          </a:p>
        </p:txBody>
      </p:sp>
      <p:pic>
        <p:nvPicPr>
          <p:cNvPr id="1024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2500" y="2133601"/>
            <a:ext cx="7289800" cy="376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Oval 5"/>
          <p:cNvSpPr>
            <a:spLocks noChangeArrowheads="1"/>
          </p:cNvSpPr>
          <p:nvPr/>
        </p:nvSpPr>
        <p:spPr bwMode="auto">
          <a:xfrm>
            <a:off x="4748214" y="4147127"/>
            <a:ext cx="1347786" cy="1005898"/>
          </a:xfrm>
          <a:prstGeom prst="ellipse">
            <a:avLst/>
          </a:pr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dirty="0"/>
              <a:t>Multi-dimensional Query</a:t>
            </a:r>
          </a:p>
        </p:txBody>
      </p:sp>
      <p:sp>
        <p:nvSpPr>
          <p:cNvPr id="11267" name="Content Placeholder 2"/>
          <p:cNvSpPr>
            <a:spLocks noGrp="1"/>
          </p:cNvSpPr>
          <p:nvPr>
            <p:ph idx="1"/>
          </p:nvPr>
        </p:nvSpPr>
        <p:spPr>
          <a:xfrm>
            <a:off x="2095500" y="1417639"/>
            <a:ext cx="8229600" cy="4530725"/>
          </a:xfrm>
        </p:spPr>
        <p:txBody>
          <a:bodyPr/>
          <a:lstStyle/>
          <a:p>
            <a:pPr marL="0" indent="0">
              <a:buNone/>
              <a:defRPr/>
            </a:pPr>
            <a:endParaRPr lang="en-US" dirty="0"/>
          </a:p>
          <a:p>
            <a:pPr eaLnBrk="1" hangingPunct="1">
              <a:defRPr/>
            </a:pPr>
            <a:r>
              <a:rPr lang="en-US" dirty="0"/>
              <a:t>In practice, queries might involve multi-dimensional keys.</a:t>
            </a:r>
          </a:p>
          <a:p>
            <a:pPr lvl="1" eaLnBrk="1" hangingPunct="1">
              <a:defRPr/>
            </a:pPr>
            <a:r>
              <a:rPr lang="en-US" b="1" dirty="0"/>
              <a:t>key=(Name, Age): </a:t>
            </a:r>
            <a:r>
              <a:rPr lang="en-US" dirty="0"/>
              <a:t>retrieve all records with </a:t>
            </a:r>
          </a:p>
          <a:p>
            <a:pPr marL="344170" lvl="1" indent="0">
              <a:buNone/>
              <a:defRPr/>
            </a:pPr>
            <a:r>
              <a:rPr lang="en-US" dirty="0"/>
              <a:t>	Name=“George” and  “50 &lt;= Age &lt;= 70”</a:t>
            </a:r>
          </a:p>
          <a:p>
            <a:pPr lvl="1" eaLnBrk="1" hangingPunct="1">
              <a:defRPr/>
            </a:pPr>
            <a:endParaRPr lang="en-US" dirty="0"/>
          </a:p>
          <a:p>
            <a:pPr lvl="1" eaLnBrk="1" hangingPunct="1">
              <a:defRPr/>
            </a:pPr>
            <a:endParaRPr lang="en-US" dirty="0"/>
          </a:p>
          <a:p>
            <a:pPr eaLnBrk="1" hangingPunct="1">
              <a:defRPr/>
            </a:pPr>
            <a:endParaRPr lang="en-US" dirty="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C47CEE-A191-4EF9-9B01-C9A47FF6FA97}" type="slidenum">
              <a:rPr lang="en-US" altLang="en-US">
                <a:latin typeface="Garamond" panose="02020404030301010803" pitchFamily="18" charset="0"/>
              </a:rPr>
              <a:t>10</a:t>
            </a:fld>
            <a:endParaRPr lang="en-US" altLang="en-US" dirty="0">
              <a:latin typeface="Garamond" panose="02020404030301010803" pitchFamily="18" charset="0"/>
            </a:endParaRPr>
          </a:p>
        </p:txBody>
      </p:sp>
      <p:grpSp>
        <p:nvGrpSpPr>
          <p:cNvPr id="11269" name="Group 7"/>
          <p:cNvGrpSpPr/>
          <p:nvPr/>
        </p:nvGrpSpPr>
        <p:grpSpPr bwMode="auto">
          <a:xfrm>
            <a:off x="3035300" y="4206875"/>
            <a:ext cx="5727700" cy="742950"/>
            <a:chOff x="1771318" y="3536950"/>
            <a:chExt cx="5728363" cy="742950"/>
          </a:xfrm>
        </p:grpSpPr>
        <p:grpSp>
          <p:nvGrpSpPr>
            <p:cNvPr id="11270" name="Group 8"/>
            <p:cNvGrpSpPr/>
            <p:nvPr/>
          </p:nvGrpSpPr>
          <p:grpSpPr bwMode="auto">
            <a:xfrm>
              <a:off x="1917700" y="3536950"/>
              <a:ext cx="5435600" cy="742950"/>
              <a:chOff x="2057400" y="3067050"/>
              <a:chExt cx="5435600" cy="742950"/>
            </a:xfrm>
          </p:grpSpPr>
          <p:sp>
            <p:nvSpPr>
              <p:cNvPr id="11" name="Rectangle 10"/>
              <p:cNvSpPr/>
              <p:nvPr/>
            </p:nvSpPr>
            <p:spPr>
              <a:xfrm>
                <a:off x="2057085" y="3086100"/>
                <a:ext cx="5436229" cy="698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cxnSp>
            <p:nvCxnSpPr>
              <p:cNvPr id="12" name="Straight Connector 11"/>
              <p:cNvCxnSpPr/>
              <p:nvPr/>
            </p:nvCxnSpPr>
            <p:spPr>
              <a:xfrm flipH="1">
                <a:off x="2768367" y="3086100"/>
                <a:ext cx="25403" cy="698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3809888" y="3111500"/>
                <a:ext cx="25403" cy="698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4635483" y="3079750"/>
                <a:ext cx="25403" cy="698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702407" y="3067050"/>
                <a:ext cx="25403" cy="698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271" name="Rectangle 9"/>
            <p:cNvSpPr>
              <a:spLocks noChangeArrowheads="1"/>
            </p:cNvSpPr>
            <p:nvPr/>
          </p:nvSpPr>
          <p:spPr bwMode="auto">
            <a:xfrm>
              <a:off x="1771318" y="3652678"/>
              <a:ext cx="572836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defRPr>
              </a:lvl1pPr>
              <a:lvl2pPr marL="3429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eaLnBrk="1" hangingPunct="1"/>
              <a:r>
                <a:rPr lang="en-US" sz="2600" dirty="0"/>
                <a:t>ID  Name  Age  Salary  #Children   </a:t>
              </a:r>
            </a:p>
          </p:txBody>
        </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1981201" y="277814"/>
            <a:ext cx="8632825" cy="1139825"/>
          </a:xfrm>
        </p:spPr>
        <p:txBody>
          <a:bodyPr>
            <a:normAutofit/>
          </a:bodyPr>
          <a:lstStyle/>
          <a:p>
            <a:pPr eaLnBrk="1" hangingPunct="1"/>
            <a:r>
              <a:rPr lang="en-US" sz="3600" dirty="0"/>
              <a:t>Nearest Neighbor Query in High Dimensions</a:t>
            </a:r>
          </a:p>
        </p:txBody>
      </p:sp>
      <p:sp>
        <p:nvSpPr>
          <p:cNvPr id="4100" name="Content Placeholder 2"/>
          <p:cNvSpPr>
            <a:spLocks noGrp="1"/>
          </p:cNvSpPr>
          <p:nvPr>
            <p:ph idx="1"/>
          </p:nvPr>
        </p:nvSpPr>
        <p:spPr>
          <a:xfrm>
            <a:off x="2095500" y="1417639"/>
            <a:ext cx="8229600" cy="4530725"/>
          </a:xfrm>
        </p:spPr>
        <p:txBody>
          <a:bodyPr/>
          <a:lstStyle/>
          <a:p>
            <a:pPr eaLnBrk="1" hangingPunct="1">
              <a:defRPr/>
            </a:pPr>
            <a:r>
              <a:rPr lang="en-US" dirty="0"/>
              <a:t>Very important and practical problem! </a:t>
            </a:r>
          </a:p>
          <a:p>
            <a:pPr lvl="1" eaLnBrk="1" hangingPunct="1">
              <a:defRPr/>
            </a:pPr>
            <a:r>
              <a:rPr lang="en-US" dirty="0"/>
              <a:t>Image retrieval</a:t>
            </a:r>
          </a:p>
          <a:p>
            <a:pPr marL="344170" lvl="1" indent="0">
              <a:buNone/>
              <a:defRPr/>
            </a:pPr>
            <a:endParaRPr lang="en-US" dirty="0"/>
          </a:p>
          <a:p>
            <a:pPr eaLnBrk="1" hangingPunct="1">
              <a:defRPr/>
            </a:pPr>
            <a:endParaRPr lang="en-US" dirty="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D0D9704-64BE-4527-A0AD-A54E1595B124}" type="slidenum">
              <a:rPr lang="en-US" altLang="en-US">
                <a:latin typeface="Garamond" panose="02020404030301010803" pitchFamily="18" charset="0"/>
              </a:rPr>
              <a:t>11</a:t>
            </a:fld>
            <a:endParaRPr lang="en-US" altLang="en-US" dirty="0">
              <a:latin typeface="Garamond" panose="02020404030301010803" pitchFamily="18" charset="0"/>
            </a:endParaRPr>
          </a:p>
        </p:txBody>
      </p:sp>
      <p:pic>
        <p:nvPicPr>
          <p:cNvPr id="12293" name="Picture 4" descr="C:\Documents and Settings\xgfeng\Desktop\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7588" y="2789238"/>
            <a:ext cx="4202112" cy="297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4" name="Picture 4" descr="C:\Documents and Settings\xgfeng\Desktop\1.jpg"/>
          <p:cNvPicPr>
            <a:picLocks noChangeAspect="1" noChangeArrowheads="1"/>
          </p:cNvPicPr>
          <p:nvPr/>
        </p:nvPicPr>
        <p:blipFill>
          <a:blip r:embed="rId3">
            <a:extLst>
              <a:ext uri="{28A0092B-C50C-407E-A947-70E740481C1C}">
                <a14:useLocalDpi xmlns:a14="http://schemas.microsoft.com/office/drawing/2010/main" val="0"/>
              </a:ext>
            </a:extLst>
          </a:blip>
          <a:srcRect l="28107" t="59734" r="64035" b="27893"/>
          <a:stretch>
            <a:fillRect/>
          </a:stretch>
        </p:blipFill>
        <p:spPr bwMode="auto">
          <a:xfrm>
            <a:off x="2149475" y="3949700"/>
            <a:ext cx="330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5" name="TextBox 1"/>
          <p:cNvSpPr txBox="1">
            <a:spLocks noChangeArrowheads="1"/>
          </p:cNvSpPr>
          <p:nvPr/>
        </p:nvSpPr>
        <p:spPr bwMode="auto">
          <a:xfrm>
            <a:off x="1846264" y="4646614"/>
            <a:ext cx="12652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dirty="0"/>
              <a:t>(f</a:t>
            </a:r>
            <a:r>
              <a:rPr lang="en-US" baseline="-25000" dirty="0"/>
              <a:t>1</a:t>
            </a:r>
            <a:r>
              <a:rPr lang="en-US" dirty="0"/>
              <a:t>,f</a:t>
            </a:r>
            <a:r>
              <a:rPr lang="en-US" baseline="-25000" dirty="0"/>
              <a:t>2</a:t>
            </a:r>
            <a:r>
              <a:rPr lang="en-US" dirty="0"/>
              <a:t>, .., </a:t>
            </a:r>
            <a:r>
              <a:rPr lang="en-US" dirty="0" err="1"/>
              <a:t>f</a:t>
            </a:r>
            <a:r>
              <a:rPr lang="en-US" baseline="-25000" dirty="0" err="1"/>
              <a:t>k</a:t>
            </a:r>
            <a:r>
              <a:rPr lang="en-US" dirty="0"/>
              <a:t>)</a:t>
            </a:r>
          </a:p>
        </p:txBody>
      </p:sp>
      <p:sp>
        <p:nvSpPr>
          <p:cNvPr id="3" name="Right Arrow 2"/>
          <p:cNvSpPr/>
          <p:nvPr/>
        </p:nvSpPr>
        <p:spPr>
          <a:xfrm>
            <a:off x="2700338" y="4041775"/>
            <a:ext cx="550862" cy="1841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Right Arrow 19"/>
          <p:cNvSpPr/>
          <p:nvPr/>
        </p:nvSpPr>
        <p:spPr>
          <a:xfrm>
            <a:off x="7953375" y="4133850"/>
            <a:ext cx="552450" cy="1841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298" name="TextBox 20"/>
          <p:cNvSpPr txBox="1">
            <a:spLocks noChangeArrowheads="1"/>
          </p:cNvSpPr>
          <p:nvPr/>
        </p:nvSpPr>
        <p:spPr bwMode="auto">
          <a:xfrm>
            <a:off x="8505825" y="3852864"/>
            <a:ext cx="2108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t>find N closest </a:t>
            </a:r>
          </a:p>
          <a:p>
            <a:pPr eaLnBrk="1" hangingPunct="1"/>
            <a:r>
              <a:rPr lang="en-US"/>
              <a:t>matches (i.e., N </a:t>
            </a:r>
          </a:p>
          <a:p>
            <a:pPr eaLnBrk="1" hangingPunct="1"/>
            <a:r>
              <a:rPr lang="en-US"/>
              <a:t>nearest neighbors)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981200" y="277814"/>
            <a:ext cx="8686800" cy="1139825"/>
          </a:xfrm>
        </p:spPr>
        <p:txBody>
          <a:bodyPr>
            <a:normAutofit/>
          </a:bodyPr>
          <a:lstStyle/>
          <a:p>
            <a:pPr eaLnBrk="1" hangingPunct="1"/>
            <a:r>
              <a:rPr lang="en-US" sz="3600"/>
              <a:t>Nearest Neighbor Query in High Dimensions</a:t>
            </a:r>
          </a:p>
        </p:txBody>
      </p:sp>
      <p:sp>
        <p:nvSpPr>
          <p:cNvPr id="13315" name="Content Placeholder 2"/>
          <p:cNvSpPr>
            <a:spLocks noGrp="1"/>
          </p:cNvSpPr>
          <p:nvPr>
            <p:ph idx="1"/>
          </p:nvPr>
        </p:nvSpPr>
        <p:spPr>
          <a:xfrm>
            <a:off x="2044700" y="1412876"/>
            <a:ext cx="8229600" cy="4530725"/>
          </a:xfrm>
        </p:spPr>
        <p:txBody>
          <a:bodyPr/>
          <a:lstStyle/>
          <a:p>
            <a:pPr lvl="1" eaLnBrk="1" hangingPunct="1"/>
            <a:r>
              <a:rPr lang="en-US"/>
              <a:t>Face recognition </a:t>
            </a:r>
          </a:p>
          <a:p>
            <a:pPr lvl="1" eaLnBrk="1" hangingPunct="1"/>
            <a:endParaRPr lang="en-US"/>
          </a:p>
          <a:p>
            <a:pPr eaLnBrk="1" hangingPunct="1"/>
            <a:endParaRPr lang="en-US"/>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15B4AD9-2682-47F0-930E-DB4C318CB53E}" type="slidenum">
              <a:rPr lang="en-US" altLang="en-US">
                <a:latin typeface="Garamond" panose="02020404030301010803" pitchFamily="18" charset="0"/>
              </a:rPr>
              <a:t>12</a:t>
            </a:fld>
            <a:endParaRPr lang="en-US" altLang="en-US">
              <a:latin typeface="Garamond" panose="02020404030301010803" pitchFamily="18" charset="0"/>
            </a:endParaRPr>
          </a:p>
        </p:txBody>
      </p:sp>
      <p:pic>
        <p:nvPicPr>
          <p:cNvPr id="13317" name="Picture 7" descr="feret_fac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0863" y="2439989"/>
            <a:ext cx="2443162" cy="314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8" name="Picture 7" descr="feret_faces"/>
          <p:cNvPicPr>
            <a:picLocks noChangeAspect="1" noChangeArrowheads="1"/>
          </p:cNvPicPr>
          <p:nvPr/>
        </p:nvPicPr>
        <p:blipFill>
          <a:blip r:embed="rId3">
            <a:extLst>
              <a:ext uri="{28A0092B-C50C-407E-A947-70E740481C1C}">
                <a14:useLocalDpi xmlns:a14="http://schemas.microsoft.com/office/drawing/2010/main" val="0"/>
              </a:ext>
            </a:extLst>
          </a:blip>
          <a:srcRect l="75394" t="32004" b="38516"/>
          <a:stretch>
            <a:fillRect/>
          </a:stretch>
        </p:blipFill>
        <p:spPr bwMode="auto">
          <a:xfrm>
            <a:off x="2633664" y="3316288"/>
            <a:ext cx="600075"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ight Arrow 1"/>
          <p:cNvSpPr/>
          <p:nvPr/>
        </p:nvSpPr>
        <p:spPr>
          <a:xfrm>
            <a:off x="3606800" y="3649664"/>
            <a:ext cx="520700" cy="365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ight Arrow 7"/>
          <p:cNvSpPr/>
          <p:nvPr/>
        </p:nvSpPr>
        <p:spPr>
          <a:xfrm>
            <a:off x="7124700" y="3741738"/>
            <a:ext cx="520700" cy="3619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321" name="TextBox 2"/>
          <p:cNvSpPr txBox="1">
            <a:spLocks noChangeArrowheads="1"/>
          </p:cNvSpPr>
          <p:nvPr/>
        </p:nvSpPr>
        <p:spPr bwMode="auto">
          <a:xfrm>
            <a:off x="7820026" y="3595688"/>
            <a:ext cx="25050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t>find closest match</a:t>
            </a:r>
          </a:p>
          <a:p>
            <a:pPr eaLnBrk="1" hangingPunct="1"/>
            <a:r>
              <a:rPr lang="en-US"/>
              <a:t>(i.e., nearest neighbor)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981200" y="3378200"/>
            <a:ext cx="8229600" cy="889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363" name="Title 1"/>
          <p:cNvSpPr>
            <a:spLocks noGrp="1"/>
          </p:cNvSpPr>
          <p:nvPr>
            <p:ph type="title"/>
          </p:nvPr>
        </p:nvSpPr>
        <p:spPr/>
        <p:txBody>
          <a:bodyPr/>
          <a:lstStyle/>
          <a:p>
            <a:pPr eaLnBrk="1" hangingPunct="1"/>
            <a:r>
              <a:rPr lang="en-US"/>
              <a:t>Interpreting Queries Geometrically</a:t>
            </a:r>
          </a:p>
        </p:txBody>
      </p:sp>
      <p:sp>
        <p:nvSpPr>
          <p:cNvPr id="15364" name="Content Placeholder 2"/>
          <p:cNvSpPr>
            <a:spLocks noGrp="1"/>
          </p:cNvSpPr>
          <p:nvPr>
            <p:ph idx="1"/>
          </p:nvPr>
        </p:nvSpPr>
        <p:spPr>
          <a:xfrm>
            <a:off x="1981200" y="1417639"/>
            <a:ext cx="8229600" cy="4530725"/>
          </a:xfrm>
        </p:spPr>
        <p:txBody>
          <a:bodyPr/>
          <a:lstStyle/>
          <a:p>
            <a:pPr eaLnBrk="1" hangingPunct="1"/>
            <a:r>
              <a:rPr lang="en-US"/>
              <a:t>Multi-dimensional keys can be thought as “points” in high dimensional spaces.</a:t>
            </a:r>
          </a:p>
          <a:p>
            <a:pPr eaLnBrk="1" hangingPunct="1"/>
            <a:endParaRPr lang="en-US"/>
          </a:p>
          <a:p>
            <a:pPr eaLnBrk="1" hangingPunct="1">
              <a:buFont typeface="Wingdings" panose="05000000000000000000" pitchFamily="2" charset="2"/>
              <a:buNone/>
            </a:pPr>
            <a:endParaRPr lang="en-US"/>
          </a:p>
          <a:p>
            <a:pPr eaLnBrk="1" hangingPunct="1">
              <a:buFont typeface="Wingdings" panose="05000000000000000000" pitchFamily="2" charset="2"/>
              <a:buNone/>
            </a:pPr>
            <a:r>
              <a:rPr lang="en-US"/>
              <a:t>Queries about records </a:t>
            </a:r>
            <a:r>
              <a:rPr lang="en-US">
                <a:sym typeface="Wingdings" panose="05000000000000000000" pitchFamily="2" charset="2"/>
              </a:rPr>
              <a:t> Queries about points</a:t>
            </a:r>
            <a:r>
              <a:rPr lang="en-US"/>
              <a:t> </a:t>
            </a: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C2341BA-B61C-4B1C-9520-DA0929C50D0F}" type="slidenum">
              <a:rPr lang="en-US" altLang="en-US">
                <a:latin typeface="Garamond" panose="02020404030301010803" pitchFamily="18" charset="0"/>
              </a:rPr>
              <a:t>13</a:t>
            </a:fld>
            <a:endParaRPr lang="en-US" altLang="en-US">
              <a:latin typeface="Garamond" panose="02020404030301010803"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a:t>Example 1- Range Search in 2D</a:t>
            </a:r>
          </a:p>
        </p:txBody>
      </p:sp>
      <p:pic>
        <p:nvPicPr>
          <p:cNvPr id="16388"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24089" y="2024064"/>
            <a:ext cx="3508375" cy="1335087"/>
          </a:xfrm>
          <a:noFill/>
        </p:spPr>
      </p:pic>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92637AC-4D00-4B35-8C1A-F7B13BC2E1C7}" type="slidenum">
              <a:rPr lang="en-US" altLang="en-US">
                <a:latin typeface="Garamond" panose="02020404030301010803" pitchFamily="18" charset="0"/>
              </a:rPr>
              <a:t>14</a:t>
            </a:fld>
            <a:endParaRPr lang="en-US" altLang="en-US">
              <a:latin typeface="Garamond" panose="02020404030301010803" pitchFamily="18" charset="0"/>
            </a:endParaRPr>
          </a:p>
        </p:txBody>
      </p:sp>
      <p:pic>
        <p:nvPicPr>
          <p:cNvPr id="1638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8346" y="1370807"/>
            <a:ext cx="3556000" cy="442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0" name="TextBox 8"/>
          <p:cNvSpPr txBox="1">
            <a:spLocks noChangeArrowheads="1"/>
          </p:cNvSpPr>
          <p:nvPr/>
        </p:nvSpPr>
        <p:spPr bwMode="auto">
          <a:xfrm>
            <a:off x="5732464" y="5791994"/>
            <a:ext cx="45259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dirty="0"/>
              <a:t>age = 10,000 x year + 100 x month + day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a:t>Example 2 – Range Search in 3D</a:t>
            </a:r>
          </a:p>
        </p:txBody>
      </p:sp>
      <p:pic>
        <p:nvPicPr>
          <p:cNvPr id="17412"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178050" y="2481264"/>
            <a:ext cx="3506788" cy="1963737"/>
          </a:xfrm>
          <a:noFill/>
        </p:spPr>
      </p:pic>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4690FAE-F355-40AC-B253-EA0DE228E8B5}" type="slidenum">
              <a:rPr lang="en-US" altLang="en-US">
                <a:latin typeface="Garamond" panose="02020404030301010803" pitchFamily="18" charset="0"/>
              </a:rPr>
              <a:t>15</a:t>
            </a:fld>
            <a:endParaRPr lang="en-US" altLang="en-US">
              <a:latin typeface="Garamond" panose="02020404030301010803" pitchFamily="18" charset="0"/>
            </a:endParaRPr>
          </a:p>
        </p:txBody>
      </p:sp>
      <p:pic>
        <p:nvPicPr>
          <p:cNvPr id="1741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83314" y="1625600"/>
            <a:ext cx="3787775"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981200" y="277814"/>
            <a:ext cx="8369300" cy="1139825"/>
          </a:xfrm>
        </p:spPr>
        <p:txBody>
          <a:bodyPr>
            <a:normAutofit fontScale="90000"/>
          </a:bodyPr>
          <a:lstStyle/>
          <a:p>
            <a:r>
              <a:rPr lang="en-US"/>
              <a:t>Example 3 – Nearest Neighbors Search</a:t>
            </a:r>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A4F5A72-4EE0-45B2-BAD6-5D2691CE5FE6}" type="slidenum">
              <a:rPr lang="en-US" altLang="en-US">
                <a:latin typeface="Garamond" panose="02020404030301010803" pitchFamily="18" charset="0"/>
              </a:rPr>
              <a:t>16</a:t>
            </a:fld>
            <a:endParaRPr lang="en-US" altLang="en-US">
              <a:latin typeface="Garamond" panose="02020404030301010803" pitchFamily="18" charset="0"/>
            </a:endParaRPr>
          </a:p>
        </p:txBody>
      </p:sp>
      <p:grpSp>
        <p:nvGrpSpPr>
          <p:cNvPr id="18436" name="Group 18"/>
          <p:cNvGrpSpPr/>
          <p:nvPr/>
        </p:nvGrpSpPr>
        <p:grpSpPr bwMode="auto">
          <a:xfrm>
            <a:off x="1847851" y="2457451"/>
            <a:ext cx="4049713" cy="2333625"/>
            <a:chOff x="990600" y="1796039"/>
            <a:chExt cx="6019800" cy="3537961"/>
          </a:xfrm>
        </p:grpSpPr>
        <p:sp>
          <p:nvSpPr>
            <p:cNvPr id="18470" name="Line 5"/>
            <p:cNvSpPr>
              <a:spLocks noChangeShapeType="1"/>
            </p:cNvSpPr>
            <p:nvPr/>
          </p:nvSpPr>
          <p:spPr bwMode="auto">
            <a:xfrm flipV="1">
              <a:off x="2209800" y="1905000"/>
              <a:ext cx="0" cy="34290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71" name="Line 6"/>
            <p:cNvSpPr>
              <a:spLocks noChangeShapeType="1"/>
            </p:cNvSpPr>
            <p:nvPr/>
          </p:nvSpPr>
          <p:spPr bwMode="auto">
            <a:xfrm>
              <a:off x="2209800" y="5334000"/>
              <a:ext cx="4191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72" name="Oval 9"/>
            <p:cNvSpPr>
              <a:spLocks noChangeArrowheads="1"/>
            </p:cNvSpPr>
            <p:nvPr/>
          </p:nvSpPr>
          <p:spPr bwMode="auto">
            <a:xfrm>
              <a:off x="3200400" y="2590800"/>
              <a:ext cx="1905000" cy="1676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73" name="AutoShape 10"/>
            <p:cNvSpPr>
              <a:spLocks noChangeArrowheads="1"/>
            </p:cNvSpPr>
            <p:nvPr/>
          </p:nvSpPr>
          <p:spPr bwMode="auto">
            <a:xfrm>
              <a:off x="4114800" y="3352800"/>
              <a:ext cx="76200" cy="76200"/>
            </a:xfrm>
            <a:prstGeom prst="flowChartConnector">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74" name="AutoShape 11"/>
            <p:cNvSpPr>
              <a:spLocks noChangeArrowheads="1"/>
            </p:cNvSpPr>
            <p:nvPr/>
          </p:nvSpPr>
          <p:spPr bwMode="auto">
            <a:xfrm>
              <a:off x="2895600" y="44958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75" name="AutoShape 12"/>
            <p:cNvSpPr>
              <a:spLocks noChangeArrowheads="1"/>
            </p:cNvSpPr>
            <p:nvPr/>
          </p:nvSpPr>
          <p:spPr bwMode="auto">
            <a:xfrm>
              <a:off x="4800600" y="44196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76" name="AutoShape 13"/>
            <p:cNvSpPr>
              <a:spLocks noChangeArrowheads="1"/>
            </p:cNvSpPr>
            <p:nvPr/>
          </p:nvSpPr>
          <p:spPr bwMode="auto">
            <a:xfrm>
              <a:off x="3276600" y="37338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77" name="AutoShape 14"/>
            <p:cNvSpPr>
              <a:spLocks noChangeArrowheads="1"/>
            </p:cNvSpPr>
            <p:nvPr/>
          </p:nvSpPr>
          <p:spPr bwMode="auto">
            <a:xfrm>
              <a:off x="4724400" y="35814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78" name="AutoShape 15"/>
            <p:cNvSpPr>
              <a:spLocks noChangeArrowheads="1"/>
            </p:cNvSpPr>
            <p:nvPr/>
          </p:nvSpPr>
          <p:spPr bwMode="auto">
            <a:xfrm>
              <a:off x="4343400" y="38862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79" name="AutoShape 16"/>
            <p:cNvSpPr>
              <a:spLocks noChangeArrowheads="1"/>
            </p:cNvSpPr>
            <p:nvPr/>
          </p:nvSpPr>
          <p:spPr bwMode="auto">
            <a:xfrm>
              <a:off x="3962400" y="38862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80" name="Text Box 18"/>
            <p:cNvSpPr txBox="1">
              <a:spLocks noChangeArrowheads="1"/>
            </p:cNvSpPr>
            <p:nvPr/>
          </p:nvSpPr>
          <p:spPr bwMode="auto">
            <a:xfrm>
              <a:off x="990600" y="3276599"/>
              <a:ext cx="533400" cy="559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endParaRPr lang="en-US"/>
            </a:p>
          </p:txBody>
        </p:sp>
        <p:sp>
          <p:nvSpPr>
            <p:cNvPr id="18481" name="Line 19"/>
            <p:cNvSpPr>
              <a:spLocks noChangeShapeType="1"/>
            </p:cNvSpPr>
            <p:nvPr/>
          </p:nvSpPr>
          <p:spPr bwMode="auto">
            <a:xfrm flipH="1">
              <a:off x="4191000" y="2362200"/>
              <a:ext cx="1524000" cy="9906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82" name="Text Box 20"/>
            <p:cNvSpPr txBox="1">
              <a:spLocks noChangeArrowheads="1"/>
            </p:cNvSpPr>
            <p:nvPr/>
          </p:nvSpPr>
          <p:spPr bwMode="auto">
            <a:xfrm>
              <a:off x="5791200" y="1796039"/>
              <a:ext cx="1219200" cy="979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t>QueryPoint </a:t>
              </a:r>
            </a:p>
          </p:txBody>
        </p:sp>
      </p:grpSp>
      <p:grpSp>
        <p:nvGrpSpPr>
          <p:cNvPr id="18437" name="Group 2"/>
          <p:cNvGrpSpPr/>
          <p:nvPr/>
        </p:nvGrpSpPr>
        <p:grpSpPr bwMode="auto">
          <a:xfrm>
            <a:off x="6289675" y="1897063"/>
            <a:ext cx="3549650" cy="3071812"/>
            <a:chOff x="2209800" y="1828800"/>
            <a:chExt cx="4495800" cy="3657600"/>
          </a:xfrm>
        </p:grpSpPr>
        <p:sp>
          <p:nvSpPr>
            <p:cNvPr id="18439" name="AutoShape 4"/>
            <p:cNvSpPr>
              <a:spLocks noChangeArrowheads="1"/>
            </p:cNvSpPr>
            <p:nvPr/>
          </p:nvSpPr>
          <p:spPr bwMode="auto">
            <a:xfrm>
              <a:off x="2286000" y="1828800"/>
              <a:ext cx="4343400" cy="3657600"/>
            </a:xfrm>
            <a:prstGeom prst="cube">
              <a:avLst>
                <a:gd name="adj" fmla="val 25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40" name="Line 5"/>
            <p:cNvSpPr>
              <a:spLocks noChangeShapeType="1"/>
            </p:cNvSpPr>
            <p:nvPr/>
          </p:nvSpPr>
          <p:spPr bwMode="auto">
            <a:xfrm>
              <a:off x="3200400" y="1828800"/>
              <a:ext cx="0" cy="2514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a:p>
          </p:txBody>
        </p:sp>
        <p:sp>
          <p:nvSpPr>
            <p:cNvPr id="18441" name="Line 6"/>
            <p:cNvSpPr>
              <a:spLocks noChangeShapeType="1"/>
            </p:cNvSpPr>
            <p:nvPr/>
          </p:nvSpPr>
          <p:spPr bwMode="auto">
            <a:xfrm flipH="1">
              <a:off x="2209800" y="4343400"/>
              <a:ext cx="990600" cy="1066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a:p>
          </p:txBody>
        </p:sp>
        <p:sp>
          <p:nvSpPr>
            <p:cNvPr id="18442" name="Line 7"/>
            <p:cNvSpPr>
              <a:spLocks noChangeShapeType="1"/>
            </p:cNvSpPr>
            <p:nvPr/>
          </p:nvSpPr>
          <p:spPr bwMode="auto">
            <a:xfrm>
              <a:off x="3200400" y="4343400"/>
              <a:ext cx="35052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a:p>
          </p:txBody>
        </p:sp>
        <p:sp>
          <p:nvSpPr>
            <p:cNvPr id="18443" name="AutoShape 8"/>
            <p:cNvSpPr>
              <a:spLocks noChangeArrowheads="1"/>
            </p:cNvSpPr>
            <p:nvPr/>
          </p:nvSpPr>
          <p:spPr bwMode="auto">
            <a:xfrm>
              <a:off x="4495800" y="3505200"/>
              <a:ext cx="76200" cy="76200"/>
            </a:xfrm>
            <a:prstGeom prst="flowChartConnector">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44" name="AutoShape 9"/>
            <p:cNvSpPr>
              <a:spLocks noChangeArrowheads="1"/>
            </p:cNvSpPr>
            <p:nvPr/>
          </p:nvSpPr>
          <p:spPr bwMode="auto">
            <a:xfrm>
              <a:off x="3810000" y="2971800"/>
              <a:ext cx="1447800" cy="1143000"/>
            </a:xfrm>
            <a:prstGeom prst="cube">
              <a:avLst>
                <a:gd name="adj" fmla="val 25000"/>
              </a:avLst>
            </a:prstGeom>
            <a:noFill/>
            <a:ln w="9525">
              <a:solidFill>
                <a:srgbClr val="EBADE2"/>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45" name="Line 11"/>
            <p:cNvSpPr>
              <a:spLocks noChangeShapeType="1"/>
            </p:cNvSpPr>
            <p:nvPr/>
          </p:nvSpPr>
          <p:spPr bwMode="auto">
            <a:xfrm>
              <a:off x="4114800" y="2971800"/>
              <a:ext cx="0" cy="838200"/>
            </a:xfrm>
            <a:prstGeom prst="line">
              <a:avLst/>
            </a:prstGeom>
            <a:noFill/>
            <a:ln w="9525">
              <a:solidFill>
                <a:srgbClr val="EBADE2"/>
              </a:solidFill>
              <a:round/>
            </a:ln>
            <a:extLst>
              <a:ext uri="{909E8E84-426E-40DD-AFC4-6F175D3DCCD1}">
                <a14:hiddenFill xmlns:a14="http://schemas.microsoft.com/office/drawing/2010/main">
                  <a:noFill/>
                </a14:hiddenFill>
              </a:ext>
            </a:extLst>
          </p:spPr>
          <p:txBody>
            <a:bodyPr/>
            <a:lstStyle/>
            <a:p>
              <a:endParaRPr lang="en-US"/>
            </a:p>
          </p:txBody>
        </p:sp>
        <p:sp>
          <p:nvSpPr>
            <p:cNvPr id="18446" name="Line 12"/>
            <p:cNvSpPr>
              <a:spLocks noChangeShapeType="1"/>
            </p:cNvSpPr>
            <p:nvPr/>
          </p:nvSpPr>
          <p:spPr bwMode="auto">
            <a:xfrm flipH="1">
              <a:off x="3810000" y="3810000"/>
              <a:ext cx="304800" cy="304800"/>
            </a:xfrm>
            <a:prstGeom prst="line">
              <a:avLst/>
            </a:prstGeom>
            <a:noFill/>
            <a:ln w="9525">
              <a:solidFill>
                <a:srgbClr val="EBADE2"/>
              </a:solidFill>
              <a:round/>
            </a:ln>
            <a:extLst>
              <a:ext uri="{909E8E84-426E-40DD-AFC4-6F175D3DCCD1}">
                <a14:hiddenFill xmlns:a14="http://schemas.microsoft.com/office/drawing/2010/main">
                  <a:noFill/>
                </a14:hiddenFill>
              </a:ext>
            </a:extLst>
          </p:spPr>
          <p:txBody>
            <a:bodyPr/>
            <a:lstStyle/>
            <a:p>
              <a:endParaRPr lang="en-US"/>
            </a:p>
          </p:txBody>
        </p:sp>
        <p:sp>
          <p:nvSpPr>
            <p:cNvPr id="18447" name="Line 13"/>
            <p:cNvSpPr>
              <a:spLocks noChangeShapeType="1"/>
            </p:cNvSpPr>
            <p:nvPr/>
          </p:nvSpPr>
          <p:spPr bwMode="auto">
            <a:xfrm>
              <a:off x="4114800" y="3810000"/>
              <a:ext cx="1143000" cy="0"/>
            </a:xfrm>
            <a:prstGeom prst="line">
              <a:avLst/>
            </a:prstGeom>
            <a:noFill/>
            <a:ln w="9525">
              <a:solidFill>
                <a:srgbClr val="EBADE2"/>
              </a:solidFill>
              <a:round/>
            </a:ln>
            <a:extLst>
              <a:ext uri="{909E8E84-426E-40DD-AFC4-6F175D3DCCD1}">
                <a14:hiddenFill xmlns:a14="http://schemas.microsoft.com/office/drawing/2010/main">
                  <a:noFill/>
                </a14:hiddenFill>
              </a:ext>
            </a:extLst>
          </p:spPr>
          <p:txBody>
            <a:bodyPr/>
            <a:lstStyle/>
            <a:p>
              <a:endParaRPr lang="en-US"/>
            </a:p>
          </p:txBody>
        </p:sp>
        <p:sp>
          <p:nvSpPr>
            <p:cNvPr id="18448" name="AutoShape 14"/>
            <p:cNvSpPr>
              <a:spLocks noChangeArrowheads="1"/>
            </p:cNvSpPr>
            <p:nvPr/>
          </p:nvSpPr>
          <p:spPr bwMode="auto">
            <a:xfrm>
              <a:off x="4648200" y="36576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49" name="AutoShape 15"/>
            <p:cNvSpPr>
              <a:spLocks noChangeArrowheads="1"/>
            </p:cNvSpPr>
            <p:nvPr/>
          </p:nvSpPr>
          <p:spPr bwMode="auto">
            <a:xfrm>
              <a:off x="4800600" y="38100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50" name="AutoShape 16"/>
            <p:cNvSpPr>
              <a:spLocks noChangeArrowheads="1"/>
            </p:cNvSpPr>
            <p:nvPr/>
          </p:nvSpPr>
          <p:spPr bwMode="auto">
            <a:xfrm>
              <a:off x="4953000" y="39624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51" name="AutoShape 17"/>
            <p:cNvSpPr>
              <a:spLocks noChangeArrowheads="1"/>
            </p:cNvSpPr>
            <p:nvPr/>
          </p:nvSpPr>
          <p:spPr bwMode="auto">
            <a:xfrm>
              <a:off x="5105400" y="41148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52" name="AutoShape 18"/>
            <p:cNvSpPr>
              <a:spLocks noChangeArrowheads="1"/>
            </p:cNvSpPr>
            <p:nvPr/>
          </p:nvSpPr>
          <p:spPr bwMode="auto">
            <a:xfrm>
              <a:off x="5257800" y="42672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53" name="AutoShape 19"/>
            <p:cNvSpPr>
              <a:spLocks noChangeArrowheads="1"/>
            </p:cNvSpPr>
            <p:nvPr/>
          </p:nvSpPr>
          <p:spPr bwMode="auto">
            <a:xfrm>
              <a:off x="4267200" y="30480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54" name="AutoShape 20"/>
            <p:cNvSpPr>
              <a:spLocks noChangeArrowheads="1"/>
            </p:cNvSpPr>
            <p:nvPr/>
          </p:nvSpPr>
          <p:spPr bwMode="auto">
            <a:xfrm>
              <a:off x="4800600" y="30480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55" name="AutoShape 21"/>
            <p:cNvSpPr>
              <a:spLocks noChangeArrowheads="1"/>
            </p:cNvSpPr>
            <p:nvPr/>
          </p:nvSpPr>
          <p:spPr bwMode="auto">
            <a:xfrm>
              <a:off x="6019800" y="35052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56" name="AutoShape 22"/>
            <p:cNvSpPr>
              <a:spLocks noChangeArrowheads="1"/>
            </p:cNvSpPr>
            <p:nvPr/>
          </p:nvSpPr>
          <p:spPr bwMode="auto">
            <a:xfrm>
              <a:off x="4191000" y="41148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57" name="AutoShape 23"/>
            <p:cNvSpPr>
              <a:spLocks noChangeArrowheads="1"/>
            </p:cNvSpPr>
            <p:nvPr/>
          </p:nvSpPr>
          <p:spPr bwMode="auto">
            <a:xfrm>
              <a:off x="4038600" y="34290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58" name="AutoShape 24"/>
            <p:cNvSpPr>
              <a:spLocks noChangeArrowheads="1"/>
            </p:cNvSpPr>
            <p:nvPr/>
          </p:nvSpPr>
          <p:spPr bwMode="auto">
            <a:xfrm>
              <a:off x="2819400" y="33528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59" name="AutoShape 25"/>
            <p:cNvSpPr>
              <a:spLocks noChangeArrowheads="1"/>
            </p:cNvSpPr>
            <p:nvPr/>
          </p:nvSpPr>
          <p:spPr bwMode="auto">
            <a:xfrm>
              <a:off x="3505200" y="44196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60" name="AutoShape 26"/>
            <p:cNvSpPr>
              <a:spLocks noChangeArrowheads="1"/>
            </p:cNvSpPr>
            <p:nvPr/>
          </p:nvSpPr>
          <p:spPr bwMode="auto">
            <a:xfrm>
              <a:off x="4343400" y="51816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61" name="AutoShape 27"/>
            <p:cNvSpPr>
              <a:spLocks noChangeArrowheads="1"/>
            </p:cNvSpPr>
            <p:nvPr/>
          </p:nvSpPr>
          <p:spPr bwMode="auto">
            <a:xfrm>
              <a:off x="2514600" y="36576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62" name="AutoShape 28"/>
            <p:cNvSpPr>
              <a:spLocks noChangeArrowheads="1"/>
            </p:cNvSpPr>
            <p:nvPr/>
          </p:nvSpPr>
          <p:spPr bwMode="auto">
            <a:xfrm>
              <a:off x="2438400" y="41910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63" name="AutoShape 29"/>
            <p:cNvSpPr>
              <a:spLocks noChangeArrowheads="1"/>
            </p:cNvSpPr>
            <p:nvPr/>
          </p:nvSpPr>
          <p:spPr bwMode="auto">
            <a:xfrm>
              <a:off x="6172200" y="48006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64" name="AutoShape 30"/>
            <p:cNvSpPr>
              <a:spLocks noChangeArrowheads="1"/>
            </p:cNvSpPr>
            <p:nvPr/>
          </p:nvSpPr>
          <p:spPr bwMode="auto">
            <a:xfrm>
              <a:off x="6172200" y="40386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65" name="AutoShape 31"/>
            <p:cNvSpPr>
              <a:spLocks noChangeArrowheads="1"/>
            </p:cNvSpPr>
            <p:nvPr/>
          </p:nvSpPr>
          <p:spPr bwMode="auto">
            <a:xfrm>
              <a:off x="3962400" y="48006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66" name="AutoShape 32"/>
            <p:cNvSpPr>
              <a:spLocks noChangeArrowheads="1"/>
            </p:cNvSpPr>
            <p:nvPr/>
          </p:nvSpPr>
          <p:spPr bwMode="auto">
            <a:xfrm>
              <a:off x="3352800" y="22860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67" name="AutoShape 33"/>
            <p:cNvSpPr>
              <a:spLocks noChangeArrowheads="1"/>
            </p:cNvSpPr>
            <p:nvPr/>
          </p:nvSpPr>
          <p:spPr bwMode="auto">
            <a:xfrm>
              <a:off x="5105400" y="51816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68" name="AutoShape 34"/>
            <p:cNvSpPr>
              <a:spLocks noChangeArrowheads="1"/>
            </p:cNvSpPr>
            <p:nvPr/>
          </p:nvSpPr>
          <p:spPr bwMode="auto">
            <a:xfrm>
              <a:off x="2971800" y="52578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8469" name="AutoShape 35"/>
            <p:cNvSpPr>
              <a:spLocks noChangeArrowheads="1"/>
            </p:cNvSpPr>
            <p:nvPr/>
          </p:nvSpPr>
          <p:spPr bwMode="auto">
            <a:xfrm>
              <a:off x="4953000" y="4572000"/>
              <a:ext cx="76200" cy="76200"/>
            </a:xfrm>
            <a:prstGeom prst="flowChartConnector">
              <a:avLst/>
            </a:prstGeom>
            <a:solidFill>
              <a:schemeClr val="bg2"/>
            </a:solidFill>
            <a:ln w="9525">
              <a:solidFill>
                <a:schemeClr val="tx1"/>
              </a:solidFill>
              <a:rou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grpSp>
      <p:cxnSp>
        <p:nvCxnSpPr>
          <p:cNvPr id="52" name="Straight Arrow Connector 51"/>
          <p:cNvCxnSpPr>
            <a:endCxn id="18443" idx="3"/>
          </p:cNvCxnSpPr>
          <p:nvPr/>
        </p:nvCxnSpPr>
        <p:spPr>
          <a:xfrm>
            <a:off x="5897564" y="2981326"/>
            <a:ext cx="2205037" cy="37941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465891" y="5217677"/>
            <a:ext cx="6094520" cy="369332"/>
          </a:xfrm>
          <a:prstGeom prst="rect">
            <a:avLst/>
          </a:prstGeom>
          <a:noFill/>
        </p:spPr>
        <p:txBody>
          <a:bodyPr wrap="square">
            <a:spAutoFit/>
          </a:bodyPr>
          <a:lstStyle/>
          <a:p>
            <a:r>
              <a:rPr lang="en-US" dirty="0"/>
              <a:t>Measure point-to-point distance.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title"/>
          </p:nvPr>
        </p:nvSpPr>
        <p:spPr>
          <a:xfrm>
            <a:off x="1905000" y="152400"/>
            <a:ext cx="8280400" cy="533400"/>
          </a:xfrm>
          <a:prstGeom prst="rect">
            <a:avLst/>
          </a:prstGeom>
          <a:noFill/>
          <a:ln>
            <a:noFill/>
          </a:ln>
        </p:spPr>
        <p:txBody>
          <a:bodyPr spcFirstLastPara="1" vert="horz" wrap="square" lIns="90475" tIns="44450" rIns="90475" bIns="44450" rtlCol="0" anchor="b" anchorCtr="0">
            <a:noAutofit/>
          </a:bodyPr>
          <a:lstStyle/>
          <a:p>
            <a:pPr>
              <a:lnSpc>
                <a:spcPct val="113000"/>
              </a:lnSpc>
              <a:spcBef>
                <a:spcPts val="0"/>
              </a:spcBef>
            </a:pPr>
            <a:r>
              <a:rPr lang="en-US"/>
              <a:t>Nearest Neighbor Classification…</a:t>
            </a:r>
          </a:p>
        </p:txBody>
      </p:sp>
      <p:sp>
        <p:nvSpPr>
          <p:cNvPr id="127" name="Google Shape;127;p6"/>
          <p:cNvSpPr txBox="1">
            <a:spLocks noGrp="1"/>
          </p:cNvSpPr>
          <p:nvPr>
            <p:ph idx="1"/>
          </p:nvPr>
        </p:nvSpPr>
        <p:spPr>
          <a:xfrm>
            <a:off x="0" y="1143000"/>
            <a:ext cx="12192000" cy="5715000"/>
          </a:xfrm>
          <a:prstGeom prst="rect">
            <a:avLst/>
          </a:prstGeom>
          <a:noFill/>
          <a:ln>
            <a:noFill/>
          </a:ln>
        </p:spPr>
        <p:txBody>
          <a:bodyPr spcFirstLastPara="1" vert="horz" wrap="square" lIns="90475" tIns="44450" rIns="90475" bIns="44450" rtlCol="0" anchor="t" anchorCtr="0">
            <a:normAutofit/>
          </a:bodyPr>
          <a:lstStyle/>
          <a:p>
            <a:pPr marL="292100" indent="-292100">
              <a:spcBef>
                <a:spcPts val="0"/>
              </a:spcBef>
              <a:buSzPts val="2100"/>
              <a:buChar char="●"/>
            </a:pPr>
            <a:r>
              <a:rPr lang="en-US" b="1" dirty="0"/>
              <a:t>Data preprocessing is often required</a:t>
            </a:r>
            <a:endParaRPr dirty="0"/>
          </a:p>
          <a:p>
            <a:pPr marL="800100" lvl="1" indent="-342900">
              <a:spcBef>
                <a:spcPts val="640"/>
              </a:spcBef>
              <a:buSzPts val="2400"/>
              <a:buChar char="–"/>
            </a:pPr>
            <a:r>
              <a:rPr lang="en-US" dirty="0"/>
              <a:t>Attributes MUST have to be </a:t>
            </a:r>
            <a:r>
              <a:rPr lang="en-US" dirty="0">
                <a:solidFill>
                  <a:srgbClr val="FF0000"/>
                </a:solidFill>
              </a:rPr>
              <a:t>scaled</a:t>
            </a:r>
            <a:r>
              <a:rPr lang="en-US" dirty="0"/>
              <a:t> to prevent distance measures from being dominated by one of the attributes</a:t>
            </a:r>
            <a:endParaRPr dirty="0"/>
          </a:p>
          <a:p>
            <a:pPr marL="914400" lvl="2" indent="-97790">
              <a:spcBef>
                <a:spcPts val="620"/>
              </a:spcBef>
              <a:buSzPts val="1540"/>
              <a:buChar char="◆"/>
            </a:pPr>
            <a:r>
              <a:rPr lang="en-US" sz="2200" dirty="0"/>
              <a:t>Example:</a:t>
            </a:r>
            <a:endParaRPr dirty="0"/>
          </a:p>
          <a:p>
            <a:pPr lvl="3">
              <a:spcBef>
                <a:spcPts val="800"/>
              </a:spcBef>
              <a:buClr>
                <a:schemeClr val="dk1"/>
              </a:buClr>
              <a:buSzPts val="2000"/>
              <a:buFont typeface="Times New Roman" panose="02020603050405020304"/>
              <a:buChar char="–"/>
            </a:pPr>
            <a:r>
              <a:rPr lang="en-US" dirty="0"/>
              <a:t> height of a person may vary from 1.5m to 1.8m</a:t>
            </a:r>
            <a:endParaRPr dirty="0"/>
          </a:p>
          <a:p>
            <a:pPr lvl="3">
              <a:spcBef>
                <a:spcPts val="400"/>
              </a:spcBef>
              <a:buClr>
                <a:schemeClr val="dk1"/>
              </a:buClr>
              <a:buSzPts val="2000"/>
              <a:buFont typeface="Times New Roman" panose="02020603050405020304"/>
              <a:buChar char="–"/>
            </a:pPr>
            <a:r>
              <a:rPr lang="en-US" dirty="0"/>
              <a:t> weight of a person may vary from 90lb to 300lb</a:t>
            </a:r>
            <a:endParaRPr dirty="0"/>
          </a:p>
          <a:p>
            <a:pPr lvl="3">
              <a:spcBef>
                <a:spcPts val="400"/>
              </a:spcBef>
              <a:buClr>
                <a:schemeClr val="dk1"/>
              </a:buClr>
              <a:buSzPts val="2000"/>
              <a:buFont typeface="Times New Roman" panose="02020603050405020304"/>
              <a:buChar char="–"/>
            </a:pPr>
            <a:r>
              <a:rPr lang="en-US" dirty="0"/>
              <a:t> income of a person may vary from $10K to $1M</a:t>
            </a:r>
            <a:endParaRPr dirty="0"/>
          </a:p>
          <a:p>
            <a:pPr lvl="3" indent="-101600">
              <a:spcBef>
                <a:spcPts val="400"/>
              </a:spcBef>
              <a:buClr>
                <a:schemeClr val="dk1"/>
              </a:buClr>
              <a:buSzPts val="2000"/>
              <a:buNone/>
            </a:pPr>
            <a:endParaRPr dirty="0"/>
          </a:p>
          <a:p>
            <a:pPr marL="800100" lvl="1" indent="-342900">
              <a:spcBef>
                <a:spcPts val="280"/>
              </a:spcBef>
              <a:buSzPts val="2800"/>
              <a:buChar char="–"/>
            </a:pPr>
            <a:r>
              <a:rPr lang="en-US" dirty="0"/>
              <a:t>Time series are often standardized to have 0 means a standard deviation of 1</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Date Placeholder 1"/>
          <p:cNvSpPr>
            <a:spLocks noGrp="1"/>
          </p:cNvSpPr>
          <p:nvPr>
            <p:ph type="dt" sz="half"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74364C9-0921-4073-A2A3-FEB295597479}" type="datetime1">
              <a:rPr lang="en-US" altLang="en-US" sz="1400"/>
              <a:t>3/2/2024</a:t>
            </a:fld>
            <a:endParaRPr lang="en-US" altLang="en-US" sz="1400"/>
          </a:p>
        </p:txBody>
      </p:sp>
      <p:sp>
        <p:nvSpPr>
          <p:cNvPr id="10243"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3018CCA-AFA7-49BB-B752-B9279CDD99F7}" type="slidenum">
              <a:rPr lang="en-US" altLang="en-US" sz="1400"/>
              <a:t>18</a:t>
            </a:fld>
            <a:endParaRPr lang="en-US" altLang="en-US" sz="1400"/>
          </a:p>
        </p:txBody>
      </p:sp>
      <p:pic>
        <p:nvPicPr>
          <p:cNvPr id="10244" name="Picture 2" descr="https://www.saedsayad.com/images/KNN_example_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1" y="1069976"/>
            <a:ext cx="6088063" cy="418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2667001" y="5323928"/>
            <a:ext cx="7737628" cy="523220"/>
          </a:xfrm>
          <a:prstGeom prst="rect">
            <a:avLst/>
          </a:prstGeom>
          <a:noFill/>
        </p:spPr>
        <p:txBody>
          <a:bodyPr wrap="square">
            <a:spAutoFit/>
          </a:bodyPr>
          <a:lstStyle/>
          <a:p>
            <a:r>
              <a:rPr lang="en-US" sz="2800" dirty="0">
                <a:solidFill>
                  <a:srgbClr val="FF0000"/>
                </a:solidFill>
              </a:rPr>
              <a:t>If K =3: Predicted class: Y (majority/unweighted)</a:t>
            </a:r>
          </a:p>
        </p:txBody>
      </p:sp>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6249513" y="5592628"/>
              <a:ext cx="360" cy="360"/>
            </p14:xfrm>
          </p:contentPart>
        </mc:Choice>
        <mc:Fallback xmlns="">
          <p:pic>
            <p:nvPicPr>
              <p:cNvPr id="4" name="Ink 3"/>
            </p:nvPicPr>
            <p:blipFill>
              <a:blip r:embed="rId4"/>
            </p:blipFill>
            <p:spPr>
              <a:xfrm>
                <a:off x="6249513" y="5592628"/>
                <a:ext cx="360" cy="360"/>
              </a:xfrm>
              <a:prstGeom prst="rect"/>
            </p:spPr>
          </p:pic>
        </mc:Fallback>
      </mc:AlternateContent>
      <mc:AlternateContent xmlns:mc="http://schemas.openxmlformats.org/markup-compatibility/2006" xmlns:p14="http://schemas.microsoft.com/office/powerpoint/2010/main">
        <mc:Choice Requires="p14">
          <p:contentPart p14:bwMode="auto" r:id="rId5">
            <p14:nvContentPartPr>
              <p14:cNvPr id="5" name="Ink 4"/>
              <p14:cNvContentPartPr/>
              <p14:nvPr/>
            </p14:nvContentPartPr>
            <p14:xfrm>
              <a:off x="6187233" y="5565988"/>
              <a:ext cx="1800" cy="3960"/>
            </p14:xfrm>
          </p:contentPart>
        </mc:Choice>
        <mc:Fallback xmlns="">
          <p:pic>
            <p:nvPicPr>
              <p:cNvPr id="5" name="Ink 4"/>
            </p:nvPicPr>
            <p:blipFill>
              <a:blip r:embed="rId6"/>
            </p:blipFill>
            <p:spPr>
              <a:xfrm>
                <a:off x="6187233" y="5565988"/>
                <a:ext cx="1800" cy="3960"/>
              </a:xfrm>
              <a:prstGeom prst="rect"/>
            </p:spPr>
          </p:pic>
        </mc:Fallback>
      </mc:AlternateContent>
      <mc:AlternateContent xmlns:mc="http://schemas.openxmlformats.org/markup-compatibility/2006" xmlns:p14="http://schemas.microsoft.com/office/powerpoint/2010/main">
        <mc:Choice Requires="p14">
          <p:contentPart p14:bwMode="auto" r:id="rId7">
            <p14:nvContentPartPr>
              <p14:cNvPr id="6" name="Ink 5"/>
              <p14:cNvContentPartPr/>
              <p14:nvPr/>
            </p14:nvContentPartPr>
            <p14:xfrm>
              <a:off x="6231873" y="5619268"/>
              <a:ext cx="360" cy="360"/>
            </p14:xfrm>
          </p:contentPart>
        </mc:Choice>
        <mc:Fallback xmlns="">
          <p:pic>
            <p:nvPicPr>
              <p:cNvPr id="6" name="Ink 5"/>
            </p:nvPicPr>
            <p:blipFill>
              <a:blip r:embed="rId4"/>
            </p:blipFill>
            <p:spPr>
              <a:xfrm>
                <a:off x="6231873" y="5619268"/>
                <a:ext cx="360" cy="360"/>
              </a:xfrm>
              <a:prstGeom prst="rect"/>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7"/>
          <p:cNvSpPr txBox="1">
            <a:spLocks noGrp="1"/>
          </p:cNvSpPr>
          <p:nvPr>
            <p:ph type="title"/>
          </p:nvPr>
        </p:nvSpPr>
        <p:spPr>
          <a:xfrm>
            <a:off x="1905000" y="152400"/>
            <a:ext cx="8280400" cy="533400"/>
          </a:xfrm>
          <a:prstGeom prst="rect">
            <a:avLst/>
          </a:prstGeom>
          <a:noFill/>
          <a:ln>
            <a:noFill/>
          </a:ln>
        </p:spPr>
        <p:txBody>
          <a:bodyPr spcFirstLastPara="1" vert="horz" wrap="square" lIns="90475" tIns="44450" rIns="90475" bIns="44450" rtlCol="0" anchor="b" anchorCtr="0">
            <a:noAutofit/>
          </a:bodyPr>
          <a:lstStyle/>
          <a:p>
            <a:pPr>
              <a:lnSpc>
                <a:spcPct val="113000"/>
              </a:lnSpc>
              <a:spcBef>
                <a:spcPts val="0"/>
              </a:spcBef>
            </a:pPr>
            <a:r>
              <a:rPr lang="en-US" dirty="0"/>
              <a:t>K-Nearest Neighbor (</a:t>
            </a:r>
            <a:r>
              <a:rPr lang="en-US" dirty="0" err="1"/>
              <a:t>kNN</a:t>
            </a:r>
            <a:r>
              <a:rPr lang="en-US" dirty="0"/>
              <a:t>)</a:t>
            </a:r>
            <a:endParaRPr dirty="0"/>
          </a:p>
        </p:txBody>
      </p:sp>
      <p:sp>
        <p:nvSpPr>
          <p:cNvPr id="133" name="Google Shape;133;p7"/>
          <p:cNvSpPr txBox="1">
            <a:spLocks noGrp="1"/>
          </p:cNvSpPr>
          <p:nvPr>
            <p:ph idx="1"/>
          </p:nvPr>
        </p:nvSpPr>
        <p:spPr>
          <a:xfrm>
            <a:off x="0" y="783771"/>
            <a:ext cx="12192000" cy="6074229"/>
          </a:xfrm>
          <a:prstGeom prst="rect">
            <a:avLst/>
          </a:prstGeom>
          <a:noFill/>
          <a:ln>
            <a:noFill/>
          </a:ln>
        </p:spPr>
        <p:txBody>
          <a:bodyPr spcFirstLastPara="1" vert="horz" wrap="square" lIns="90475" tIns="44450" rIns="90475" bIns="44450" rtlCol="0" anchor="t" anchorCtr="0">
            <a:noAutofit/>
          </a:bodyPr>
          <a:lstStyle/>
          <a:p>
            <a:pPr marL="292100" indent="-292100">
              <a:spcBef>
                <a:spcPts val="0"/>
              </a:spcBef>
              <a:buSzPts val="2100"/>
              <a:buChar char="●"/>
            </a:pPr>
            <a:r>
              <a:rPr lang="en-US" dirty="0" err="1"/>
              <a:t>kNN</a:t>
            </a:r>
            <a:r>
              <a:rPr lang="en-US" dirty="0"/>
              <a:t> is a lazy learner algorithm because it does not learn from the training set immediately instead it stores the dataset and at the time of classification, it performs an action on the dataset</a:t>
            </a:r>
          </a:p>
          <a:p>
            <a:pPr marL="292100" indent="-292100">
              <a:spcBef>
                <a:spcPts val="0"/>
              </a:spcBef>
              <a:buSzPts val="2100"/>
              <a:buChar char="●"/>
            </a:pPr>
            <a:r>
              <a:rPr lang="en-US" dirty="0"/>
              <a:t>During the training phase, the KNN algorithm stores the entire training dataset as a reference</a:t>
            </a:r>
          </a:p>
          <a:p>
            <a:pPr marL="292100" indent="-292100">
              <a:spcBef>
                <a:spcPts val="0"/>
              </a:spcBef>
              <a:buSzPts val="2100"/>
              <a:buChar char="●"/>
            </a:pPr>
            <a:r>
              <a:rPr lang="en-US" dirty="0">
                <a:solidFill>
                  <a:srgbClr val="FF0000"/>
                </a:solidFill>
              </a:rPr>
              <a:t>Manhattan distance</a:t>
            </a:r>
            <a:r>
              <a:rPr lang="en-US" dirty="0"/>
              <a:t>: Manhattan Distance is the sum of absolute differences between points across all the dimensions</a:t>
            </a:r>
          </a:p>
          <a:p>
            <a:pPr marL="292100" indent="-292100">
              <a:spcBef>
                <a:spcPts val="0"/>
              </a:spcBef>
              <a:buSzPts val="2100"/>
              <a:buChar char="●"/>
            </a:pPr>
            <a:endParaRPr lang="en-US" dirty="0"/>
          </a:p>
          <a:p>
            <a:pPr marL="292100" indent="-292100">
              <a:spcBef>
                <a:spcPts val="0"/>
              </a:spcBef>
              <a:buSzPts val="2100"/>
              <a:buChar char="●"/>
            </a:pPr>
            <a:endParaRPr lang="en-US" dirty="0"/>
          </a:p>
          <a:p>
            <a:pPr marL="292100" indent="-292100">
              <a:spcBef>
                <a:spcPts val="0"/>
              </a:spcBef>
              <a:buSzPts val="2100"/>
              <a:buChar char="●"/>
            </a:pPr>
            <a:endParaRPr lang="en-US" dirty="0"/>
          </a:p>
          <a:p>
            <a:pPr marL="292100" indent="-292100">
              <a:spcBef>
                <a:spcPts val="0"/>
              </a:spcBef>
              <a:buSzPts val="2100"/>
              <a:buChar char="●"/>
            </a:pPr>
            <a:r>
              <a:rPr lang="en-US" dirty="0" err="1">
                <a:solidFill>
                  <a:srgbClr val="FF0000"/>
                </a:solidFill>
              </a:rPr>
              <a:t>Minkowski</a:t>
            </a:r>
            <a:r>
              <a:rPr lang="en-US" dirty="0">
                <a:solidFill>
                  <a:srgbClr val="FF0000"/>
                </a:solidFill>
              </a:rPr>
              <a:t> Distance </a:t>
            </a:r>
            <a:r>
              <a:rPr lang="en-US" dirty="0"/>
              <a:t>is the generalized form of Euclidean and Manhattan Distance</a:t>
            </a:r>
          </a:p>
          <a:p>
            <a:pPr marL="292100" indent="-292100">
              <a:spcBef>
                <a:spcPts val="0"/>
              </a:spcBef>
              <a:buSzPts val="2100"/>
              <a:buChar char="●"/>
            </a:pPr>
            <a:r>
              <a:rPr lang="en-US" dirty="0"/>
              <a:t>When the order is 1, both </a:t>
            </a:r>
            <a:r>
              <a:rPr lang="en-US" dirty="0" err="1"/>
              <a:t>Minkowski</a:t>
            </a:r>
            <a:r>
              <a:rPr lang="en-US" dirty="0"/>
              <a:t> and Manhattan Distance are the same</a:t>
            </a:r>
          </a:p>
          <a:p>
            <a:pPr marL="292100" indent="-292100">
              <a:spcBef>
                <a:spcPts val="0"/>
              </a:spcBef>
              <a:buSzPts val="2100"/>
              <a:buChar char="●"/>
            </a:pPr>
            <a:r>
              <a:rPr lang="en-US" dirty="0"/>
              <a:t>When the order is 2, we can see that </a:t>
            </a:r>
            <a:r>
              <a:rPr lang="en-US" dirty="0" err="1"/>
              <a:t>Minkowski</a:t>
            </a:r>
            <a:r>
              <a:rPr lang="en-US" dirty="0"/>
              <a:t> and Euclidean distances are the same</a:t>
            </a:r>
          </a:p>
          <a:p>
            <a:pPr marL="292100" indent="-292100">
              <a:spcBef>
                <a:spcPts val="0"/>
              </a:spcBef>
              <a:buSzPts val="2100"/>
              <a:buChar char="●"/>
            </a:pPr>
            <a:endParaRPr lang="en-US" dirty="0"/>
          </a:p>
          <a:p>
            <a:pPr marL="292100" indent="-292100">
              <a:spcBef>
                <a:spcPts val="0"/>
              </a:spcBef>
              <a:buSzPts val="2100"/>
              <a:buChar char="●"/>
            </a:pPr>
            <a:endParaRPr lang="en-US" dirty="0"/>
          </a:p>
          <a:p>
            <a:pPr marL="292100" indent="-292100">
              <a:spcBef>
                <a:spcPts val="0"/>
              </a:spcBef>
              <a:buSzPts val="2100"/>
              <a:buChar char="●"/>
            </a:pPr>
            <a:endParaRPr lang="en-US" dirty="0"/>
          </a:p>
          <a:p>
            <a:pPr marL="292100" indent="-292100">
              <a:spcBef>
                <a:spcPts val="0"/>
              </a:spcBef>
              <a:buSzPts val="2100"/>
              <a:buChar char="●"/>
            </a:pPr>
            <a:endParaRPr lang="en-US" dirty="0"/>
          </a:p>
          <a:p>
            <a:pPr marL="0" indent="0">
              <a:spcBef>
                <a:spcPts val="0"/>
              </a:spcBef>
              <a:buSzPts val="2100"/>
              <a:buNone/>
            </a:pPr>
            <a:endParaRPr lang="en-US" dirty="0"/>
          </a:p>
        </p:txBody>
      </p:sp>
      <p:pic>
        <p:nvPicPr>
          <p:cNvPr id="3" name="Picture 2" descr="A picture containing schematic&#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8457" y="3429000"/>
            <a:ext cx="2257425" cy="1133475"/>
          </a:xfrm>
          <a:prstGeom prst="rect">
            <a:avLst/>
          </a:prstGeom>
        </p:spPr>
      </p:pic>
      <p:pic>
        <p:nvPicPr>
          <p:cNvPr id="5" name="Picture 4" descr="Text&#10;&#10;Description automatically generated with medium confidence"/>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87724" y="5834810"/>
            <a:ext cx="1973767" cy="102319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429254E9-AE37-6E52-3A34-F7A93822FA65}"/>
            </a:ext>
          </a:extLst>
        </p:cNvPr>
        <p:cNvGrpSpPr/>
        <p:nvPr/>
      </p:nvGrpSpPr>
      <p:grpSpPr>
        <a:xfrm>
          <a:off x="0" y="0"/>
          <a:ext cx="0" cy="0"/>
          <a:chOff x="0" y="0"/>
          <a:chExt cx="0" cy="0"/>
        </a:xfrm>
      </p:grpSpPr>
      <p:sp>
        <p:nvSpPr>
          <p:cNvPr id="132" name="Google Shape;132;p7">
            <a:extLst>
              <a:ext uri="{FF2B5EF4-FFF2-40B4-BE49-F238E27FC236}">
                <a16:creationId xmlns:a16="http://schemas.microsoft.com/office/drawing/2014/main" id="{DAAEB518-3240-4A87-6DA6-7E61213892F1}"/>
              </a:ext>
            </a:extLst>
          </p:cNvPr>
          <p:cNvSpPr txBox="1">
            <a:spLocks noGrp="1"/>
          </p:cNvSpPr>
          <p:nvPr>
            <p:ph type="title"/>
          </p:nvPr>
        </p:nvSpPr>
        <p:spPr>
          <a:xfrm>
            <a:off x="1905000" y="152400"/>
            <a:ext cx="8280400" cy="533400"/>
          </a:xfrm>
          <a:prstGeom prst="rect">
            <a:avLst/>
          </a:prstGeom>
          <a:noFill/>
          <a:ln>
            <a:noFill/>
          </a:ln>
        </p:spPr>
        <p:txBody>
          <a:bodyPr spcFirstLastPara="1" vert="horz" wrap="square" lIns="90475" tIns="44450" rIns="90475" bIns="44450" rtlCol="0" anchor="b" anchorCtr="0">
            <a:noAutofit/>
          </a:bodyPr>
          <a:lstStyle/>
          <a:p>
            <a:pPr>
              <a:lnSpc>
                <a:spcPct val="113000"/>
              </a:lnSpc>
              <a:spcBef>
                <a:spcPts val="0"/>
              </a:spcBef>
            </a:pPr>
            <a:r>
              <a:rPr lang="en-US" dirty="0"/>
              <a:t>K-Nearest Neighbor (</a:t>
            </a:r>
            <a:r>
              <a:rPr lang="en-US" dirty="0" err="1"/>
              <a:t>kNN</a:t>
            </a:r>
            <a:r>
              <a:rPr lang="en-US" dirty="0"/>
              <a:t>)</a:t>
            </a:r>
            <a:endParaRPr dirty="0"/>
          </a:p>
        </p:txBody>
      </p:sp>
      <p:sp>
        <p:nvSpPr>
          <p:cNvPr id="133" name="Google Shape;133;p7">
            <a:extLst>
              <a:ext uri="{FF2B5EF4-FFF2-40B4-BE49-F238E27FC236}">
                <a16:creationId xmlns:a16="http://schemas.microsoft.com/office/drawing/2014/main" id="{83856DE8-C470-CFB4-6AFB-C911A2393D03}"/>
              </a:ext>
            </a:extLst>
          </p:cNvPr>
          <p:cNvSpPr txBox="1">
            <a:spLocks noGrp="1"/>
          </p:cNvSpPr>
          <p:nvPr>
            <p:ph idx="1"/>
          </p:nvPr>
        </p:nvSpPr>
        <p:spPr>
          <a:xfrm>
            <a:off x="0" y="783771"/>
            <a:ext cx="12192000" cy="6074229"/>
          </a:xfrm>
          <a:prstGeom prst="rect">
            <a:avLst/>
          </a:prstGeom>
          <a:noFill/>
          <a:ln>
            <a:noFill/>
          </a:ln>
        </p:spPr>
        <p:txBody>
          <a:bodyPr spcFirstLastPara="1" vert="horz" wrap="square" lIns="90475" tIns="44450" rIns="90475" bIns="44450" rtlCol="0" anchor="t" anchorCtr="0">
            <a:noAutofit/>
          </a:bodyPr>
          <a:lstStyle/>
          <a:p>
            <a:pPr marL="292100" indent="-292100">
              <a:spcBef>
                <a:spcPts val="0"/>
              </a:spcBef>
              <a:buSzPts val="2100"/>
              <a:buChar char="●"/>
            </a:pPr>
            <a:r>
              <a:rPr lang="en-US" dirty="0"/>
              <a:t>When making predictions, it calculates the distance between the input data point and all the training examples, using a chosen distance metric such as Euclidean distance.</a:t>
            </a:r>
          </a:p>
          <a:p>
            <a:pPr marL="292100" indent="-292100">
              <a:spcBef>
                <a:spcPts val="0"/>
              </a:spcBef>
              <a:buSzPts val="2100"/>
              <a:buChar char="●"/>
            </a:pPr>
            <a:endParaRPr lang="en-US" dirty="0"/>
          </a:p>
          <a:p>
            <a:pPr marL="292100" indent="-292100">
              <a:spcBef>
                <a:spcPts val="0"/>
              </a:spcBef>
              <a:buSzPts val="2100"/>
              <a:buChar char="●"/>
            </a:pPr>
            <a:r>
              <a:rPr lang="en-US" dirty="0"/>
              <a:t>Next, the algorithm identifies the K nearest neighbors to the input data point based on their distances. </a:t>
            </a:r>
          </a:p>
          <a:p>
            <a:pPr marL="292100" indent="-292100">
              <a:spcBef>
                <a:spcPts val="0"/>
              </a:spcBef>
              <a:buSzPts val="2100"/>
              <a:buChar char="●"/>
            </a:pPr>
            <a:r>
              <a:rPr lang="en-US" dirty="0"/>
              <a:t>In the case of classification, the algorithm assigns the </a:t>
            </a:r>
            <a:r>
              <a:rPr lang="en-US" dirty="0">
                <a:solidFill>
                  <a:srgbClr val="FF0000"/>
                </a:solidFill>
              </a:rPr>
              <a:t>most common class label</a:t>
            </a:r>
            <a:r>
              <a:rPr lang="en-US" dirty="0"/>
              <a:t> among the K neighbors as the predicted label for the input data point. </a:t>
            </a:r>
          </a:p>
          <a:p>
            <a:pPr marL="292100" indent="-292100">
              <a:spcBef>
                <a:spcPts val="0"/>
              </a:spcBef>
              <a:buSzPts val="2100"/>
              <a:buChar char="●"/>
            </a:pPr>
            <a:r>
              <a:rPr lang="en-US" dirty="0"/>
              <a:t>For regression, it calculates the </a:t>
            </a:r>
            <a:r>
              <a:rPr lang="en-US" dirty="0">
                <a:solidFill>
                  <a:srgbClr val="FF0000"/>
                </a:solidFill>
              </a:rPr>
              <a:t>average or weighted average of the target values of the K neighbors</a:t>
            </a:r>
            <a:r>
              <a:rPr lang="en-US" dirty="0"/>
              <a:t> to predict the value for the input data point</a:t>
            </a:r>
          </a:p>
          <a:p>
            <a:pPr marL="292100" indent="-292100">
              <a:spcBef>
                <a:spcPts val="0"/>
              </a:spcBef>
              <a:buSzPts val="2100"/>
              <a:buChar char="●"/>
            </a:pPr>
            <a:endParaRPr lang="en-US" dirty="0"/>
          </a:p>
          <a:p>
            <a:pPr marL="292100" indent="-292100">
              <a:spcBef>
                <a:spcPts val="0"/>
              </a:spcBef>
              <a:buSzPts val="2100"/>
              <a:buChar char="●"/>
            </a:pPr>
            <a:endParaRPr lang="en-US" dirty="0"/>
          </a:p>
          <a:p>
            <a:pPr marL="292100" indent="-292100">
              <a:spcBef>
                <a:spcPts val="0"/>
              </a:spcBef>
              <a:buSzPts val="2100"/>
              <a:buChar char="●"/>
            </a:pPr>
            <a:endParaRPr lang="en-US" dirty="0"/>
          </a:p>
          <a:p>
            <a:pPr marL="0" indent="0">
              <a:spcBef>
                <a:spcPts val="0"/>
              </a:spcBef>
              <a:buSzPts val="2100"/>
              <a:buNone/>
            </a:pPr>
            <a:endParaRPr lang="en-US" dirty="0"/>
          </a:p>
        </p:txBody>
      </p:sp>
    </p:spTree>
    <p:extLst>
      <p:ext uri="{BB962C8B-B14F-4D97-AF65-F5344CB8AC3E}">
        <p14:creationId xmlns:p14="http://schemas.microsoft.com/office/powerpoint/2010/main" val="6446740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61FC2BB-7655-42B4-B3FC-DE0EB80B4CF6}" type="slidenum">
              <a:rPr lang="en-US" altLang="en-US" sz="1400"/>
              <a:t>21</a:t>
            </a:fld>
            <a:endParaRPr lang="en-US" altLang="en-US" sz="1400"/>
          </a:p>
        </p:txBody>
      </p:sp>
      <p:sp>
        <p:nvSpPr>
          <p:cNvPr id="11268" name="TextBox 4"/>
          <p:cNvSpPr txBox="1">
            <a:spLocks noChangeArrowheads="1"/>
          </p:cNvSpPr>
          <p:nvPr/>
        </p:nvSpPr>
        <p:spPr bwMode="auto">
          <a:xfrm>
            <a:off x="635" y="0"/>
            <a:ext cx="1219136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400"/>
              <a:t>Need for Standardizing Attributes: Feature Scaling</a:t>
            </a: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9463593" y="2041228"/>
              <a:ext cx="360" cy="360"/>
            </p14:xfrm>
          </p:contentPart>
        </mc:Choice>
        <mc:Fallback xmlns="">
          <p:pic>
            <p:nvPicPr>
              <p:cNvPr id="4" name="Ink 3"/>
            </p:nvPicPr>
            <p:blipFill>
              <a:blip r:embed="rId3"/>
            </p:blipFill>
            <p:spPr>
              <a:xfrm>
                <a:off x="9463593" y="2041228"/>
                <a:ext cx="360" cy="360"/>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8" name="Ink 7"/>
              <p14:cNvContentPartPr/>
              <p14:nvPr/>
            </p14:nvContentPartPr>
            <p14:xfrm>
              <a:off x="6080673" y="2538748"/>
              <a:ext cx="360" cy="16200"/>
            </p14:xfrm>
          </p:contentPart>
        </mc:Choice>
        <mc:Fallback xmlns="">
          <p:pic>
            <p:nvPicPr>
              <p:cNvPr id="8" name="Ink 7"/>
            </p:nvPicPr>
            <p:blipFill>
              <a:blip r:embed="rId5"/>
            </p:blipFill>
            <p:spPr>
              <a:xfrm>
                <a:off x="6080673" y="2538748"/>
                <a:ext cx="360" cy="1620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9" name="Ink 8"/>
              <p14:cNvContentPartPr/>
              <p14:nvPr/>
            </p14:nvContentPartPr>
            <p14:xfrm>
              <a:off x="6204873" y="3284668"/>
              <a:ext cx="360" cy="1800"/>
            </p14:xfrm>
          </p:contentPart>
        </mc:Choice>
        <mc:Fallback xmlns="">
          <p:pic>
            <p:nvPicPr>
              <p:cNvPr id="9" name="Ink 8"/>
            </p:nvPicPr>
            <p:blipFill>
              <a:blip r:embed="rId7"/>
            </p:blipFill>
            <p:spPr>
              <a:xfrm>
                <a:off x="6204873" y="3284668"/>
                <a:ext cx="360" cy="1800"/>
              </a:xfrm>
              <a:prstGeom prst="rect"/>
            </p:spPr>
          </p:pic>
        </mc:Fallback>
      </mc:AlternateContent>
      <mc:AlternateContent xmlns:mc="http://schemas.openxmlformats.org/markup-compatibility/2006" xmlns:p14="http://schemas.microsoft.com/office/powerpoint/2010/main">
        <mc:Choice Requires="p14">
          <p:contentPart p14:bwMode="auto" r:id="rId8">
            <p14:nvContentPartPr>
              <p14:cNvPr id="10" name="Ink 9"/>
              <p14:cNvContentPartPr/>
              <p14:nvPr/>
            </p14:nvContentPartPr>
            <p14:xfrm>
              <a:off x="6072033" y="5255308"/>
              <a:ext cx="360" cy="360"/>
            </p14:xfrm>
          </p:contentPart>
        </mc:Choice>
        <mc:Fallback xmlns="">
          <p:pic>
            <p:nvPicPr>
              <p:cNvPr id="10" name="Ink 9"/>
            </p:nvPicPr>
            <p:blipFill>
              <a:blip r:embed="rId9"/>
            </p:blipFill>
            <p:spPr>
              <a:xfrm>
                <a:off x="6072033" y="5255308"/>
                <a:ext cx="360" cy="360"/>
              </a:xfrm>
              <a:prstGeom prst="rect"/>
            </p:spPr>
          </p:pic>
        </mc:Fallback>
      </mc:AlternateContent>
      <p:grpSp>
        <p:nvGrpSpPr>
          <p:cNvPr id="14" name="Group 13"/>
          <p:cNvGrpSpPr/>
          <p:nvPr/>
        </p:nvGrpSpPr>
        <p:grpSpPr>
          <a:xfrm>
            <a:off x="6045033" y="6142708"/>
            <a:ext cx="360" cy="360"/>
            <a:chOff x="6045033" y="6142708"/>
            <a:chExt cx="360" cy="360"/>
          </a:xfrm>
        </p:grpSpPr>
        <mc:AlternateContent xmlns:mc="http://schemas.openxmlformats.org/markup-compatibility/2006" xmlns:p14="http://schemas.microsoft.com/office/powerpoint/2010/main">
          <mc:Choice Requires="p14">
            <p:contentPart p14:bwMode="auto" r:id="rId10">
              <p14:nvContentPartPr>
                <p14:cNvPr id="11" name="Ink 10"/>
                <p14:cNvContentPartPr/>
                <p14:nvPr/>
              </p14:nvContentPartPr>
              <p14:xfrm>
                <a:off x="6045033" y="6142708"/>
                <a:ext cx="360" cy="360"/>
              </p14:xfrm>
            </p:contentPart>
          </mc:Choice>
          <mc:Fallback xmlns="">
            <p:pic>
              <p:nvPicPr>
                <p:cNvPr id="11" name="Ink 10"/>
              </p:nvPicPr>
              <p:blipFill>
                <a:blip r:embed="rId9"/>
              </p:blipFill>
              <p:spPr>
                <a:xfrm>
                  <a:off x="6045033" y="6142708"/>
                  <a:ext cx="360" cy="360"/>
                </a:xfrm>
                <a:prstGeom prst="rect"/>
              </p:spPr>
            </p:pic>
          </mc:Fallback>
        </mc:AlternateContent>
        <mc:AlternateContent xmlns:mc="http://schemas.openxmlformats.org/markup-compatibility/2006" xmlns:p14="http://schemas.microsoft.com/office/powerpoint/2010/main">
          <mc:Choice Requires="p14">
            <p:contentPart p14:bwMode="auto" r:id="rId11">
              <p14:nvContentPartPr>
                <p14:cNvPr id="12" name="Ink 11"/>
                <p14:cNvContentPartPr/>
                <p14:nvPr/>
              </p14:nvContentPartPr>
              <p14:xfrm>
                <a:off x="6045033" y="6142708"/>
                <a:ext cx="360" cy="360"/>
              </p14:xfrm>
            </p:contentPart>
          </mc:Choice>
          <mc:Fallback xmlns="">
            <p:pic>
              <p:nvPicPr>
                <p:cNvPr id="12" name="Ink 11"/>
              </p:nvPicPr>
              <p:blipFill>
                <a:blip r:embed="rId9"/>
              </p:blipFill>
              <p:spPr>
                <a:xfrm>
                  <a:off x="6045033" y="6142708"/>
                  <a:ext cx="360" cy="360"/>
                </a:xfrm>
                <a:prstGeom prst="rect"/>
              </p:spPr>
            </p:pic>
          </mc:Fallback>
        </mc:AlternateContent>
        <mc:AlternateContent xmlns:mc="http://schemas.openxmlformats.org/markup-compatibility/2006" xmlns:p14="http://schemas.microsoft.com/office/powerpoint/2010/main">
          <mc:Choice Requires="p14">
            <p:contentPart p14:bwMode="auto" r:id="rId12">
              <p14:nvContentPartPr>
                <p14:cNvPr id="13" name="Ink 12"/>
                <p14:cNvContentPartPr/>
                <p14:nvPr/>
              </p14:nvContentPartPr>
              <p14:xfrm>
                <a:off x="6045033" y="6142708"/>
                <a:ext cx="360" cy="360"/>
              </p14:xfrm>
            </p:contentPart>
          </mc:Choice>
          <mc:Fallback xmlns="">
            <p:pic>
              <p:nvPicPr>
                <p:cNvPr id="13" name="Ink 12"/>
              </p:nvPicPr>
              <p:blipFill>
                <a:blip r:embed="rId9"/>
              </p:blipFill>
              <p:spPr>
                <a:xfrm>
                  <a:off x="6045033" y="6142708"/>
                  <a:ext cx="360" cy="360"/>
                </a:xfrm>
                <a:prstGeom prst="rect"/>
              </p:spPr>
            </p:pic>
          </mc:Fallback>
        </mc:AlternateContent>
      </p:grpSp>
      <mc:AlternateContent xmlns:mc="http://schemas.openxmlformats.org/markup-compatibility/2006" xmlns:a14="http://schemas.microsoft.com/office/drawing/2010/main">
        <mc:Choice Requires="a14">
          <p:sp>
            <p:nvSpPr>
              <p:cNvPr id="16" name="TextBox 15"/>
              <p:cNvSpPr txBox="1"/>
              <p:nvPr/>
            </p:nvSpPr>
            <p:spPr>
              <a:xfrm>
                <a:off x="635" y="1363345"/>
                <a:ext cx="12191365" cy="5188585"/>
              </a:xfrm>
              <a:prstGeom prst="rect">
                <a:avLst/>
              </a:prstGeom>
              <a:noFill/>
            </p:spPr>
            <p:txBody>
              <a:bodyPr wrap="square">
                <a:spAutoFit/>
              </a:bodyPr>
              <a:lstStyle/>
              <a:p>
                <a:pPr marL="457200" indent="-457200">
                  <a:buFont typeface="Arial" panose="020B0604020202020204" pitchFamily="34" charset="0"/>
                  <a:buChar char="•"/>
                </a:pPr>
                <a:r>
                  <a:rPr lang="en-US" sz="2800" dirty="0">
                    <a:solidFill>
                      <a:schemeClr val="tx1"/>
                    </a:solidFill>
                    <a:latin typeface="Times New Roman" panose="02020603050405020304" pitchFamily="18" charset="0"/>
                    <a:cs typeface="Times New Roman" panose="02020603050405020304" pitchFamily="18" charset="0"/>
                  </a:rPr>
                  <a:t>Feature Scaling is a technique to standardize the independent features present in the data in a fixed range</a:t>
                </a:r>
              </a:p>
              <a:p>
                <a:pPr marL="457200" indent="-457200">
                  <a:buFont typeface="Arial" panose="020B0604020202020204" pitchFamily="34" charset="0"/>
                  <a:buChar char="•"/>
                </a:pPr>
                <a:r>
                  <a:rPr lang="en-US" sz="2800" dirty="0">
                    <a:solidFill>
                      <a:schemeClr val="tx1"/>
                    </a:solidFill>
                    <a:latin typeface="Times New Roman" panose="02020603050405020304" pitchFamily="18" charset="0"/>
                    <a:cs typeface="Times New Roman" panose="02020603050405020304" pitchFamily="18" charset="0"/>
                  </a:rPr>
                  <a:t>If Feature Scaling is NOT done: LOAN feature will dominate all other features while predicting the class of the given data point</a:t>
                </a:r>
              </a:p>
              <a:p>
                <a:pPr marL="457200" indent="-457200">
                  <a:buFont typeface="Arial" panose="020B0604020202020204" pitchFamily="34" charset="0"/>
                  <a:buChar char="•"/>
                </a:pPr>
                <a14:m>
                  <m:oMath xmlns:m="http://schemas.openxmlformats.org/officeDocument/2006/math">
                    <m:sSub>
                      <m:sSubPr>
                        <m:ctrlPr>
                          <a:rPr lang="en-US" sz="2800" i="1" smtClean="0">
                            <a:solidFill>
                              <a:schemeClr val="tx1"/>
                            </a:solidFill>
                            <a:latin typeface="Cambria Math" panose="02040503050406030204" pitchFamily="18" charset="0"/>
                          </a:rPr>
                        </m:ctrlPr>
                      </m:sSubPr>
                      <m:e>
                        <m:r>
                          <m:rPr>
                            <m:sty m:val="p"/>
                          </m:rPr>
                          <a:rPr lang="en-US" sz="2800" b="0" smtClean="0">
                            <a:solidFill>
                              <a:schemeClr val="tx1"/>
                            </a:solidFill>
                            <a:latin typeface="Cambria Math" panose="02040503050406030204" pitchFamily="18" charset="0"/>
                          </a:rPr>
                          <m:t>X</m:t>
                        </m:r>
                      </m:e>
                      <m:sub>
                        <m:r>
                          <m:rPr>
                            <m:sty m:val="p"/>
                          </m:rPr>
                          <a:rPr lang="en-US" sz="2800" b="0" smtClean="0">
                            <a:solidFill>
                              <a:schemeClr val="tx1"/>
                            </a:solidFill>
                            <a:latin typeface="Cambria Math" panose="02040503050406030204" pitchFamily="18" charset="0"/>
                          </a:rPr>
                          <m:t>s</m:t>
                        </m:r>
                      </m:sub>
                    </m:sSub>
                    <m:r>
                      <a:rPr lang="en-US" sz="2800" b="0" smtClean="0">
                        <a:solidFill>
                          <a:schemeClr val="tx1"/>
                        </a:solidFill>
                        <a:latin typeface="Cambria Math" panose="02040503050406030204" pitchFamily="18" charset="0"/>
                      </a:rPr>
                      <m:t>=</m:t>
                    </m:r>
                    <m:f>
                      <m:fPr>
                        <m:ctrlPr>
                          <a:rPr lang="en-US" sz="2800" b="0" i="1" smtClean="0">
                            <a:solidFill>
                              <a:schemeClr val="tx1"/>
                            </a:solidFill>
                            <a:latin typeface="Cambria Math" panose="02040503050406030204" pitchFamily="18" charset="0"/>
                          </a:rPr>
                        </m:ctrlPr>
                      </m:fPr>
                      <m:num>
                        <m:sSub>
                          <m:sSubPr>
                            <m:ctrlPr>
                              <a:rPr lang="en-US" sz="2800" b="0" i="1" smtClean="0">
                                <a:solidFill>
                                  <a:schemeClr val="tx1"/>
                                </a:solidFill>
                                <a:latin typeface="Cambria Math" panose="02040503050406030204" pitchFamily="18" charset="0"/>
                                <a:cs typeface="Cambria Math" panose="02040503050406030204" pitchFamily="18" charset="0"/>
                              </a:rPr>
                            </m:ctrlPr>
                          </m:sSubPr>
                          <m:e>
                            <m:r>
                              <a:rPr lang="en-US" sz="2800" b="0" i="1" smtClean="0">
                                <a:solidFill>
                                  <a:schemeClr val="tx1"/>
                                </a:solidFill>
                                <a:latin typeface="Cambria Math" panose="02040503050406030204" pitchFamily="18" charset="0"/>
                                <a:cs typeface="Cambria Math" panose="02040503050406030204" pitchFamily="18" charset="0"/>
                              </a:rPr>
                              <m:t>𝑋</m:t>
                            </m:r>
                          </m:e>
                          <m:sub>
                            <m:r>
                              <a:rPr lang="en-US" sz="2800" b="0" i="1" smtClean="0">
                                <a:solidFill>
                                  <a:schemeClr val="tx1"/>
                                </a:solidFill>
                                <a:latin typeface="Cambria Math" panose="02040503050406030204" pitchFamily="18" charset="0"/>
                                <a:cs typeface="Cambria Math" panose="02040503050406030204" pitchFamily="18" charset="0"/>
                              </a:rPr>
                              <m:t>𝑖</m:t>
                            </m:r>
                          </m:sub>
                        </m:sSub>
                        <m:r>
                          <a:rPr lang="en-US" sz="2800" b="0" smtClean="0">
                            <a:solidFill>
                              <a:schemeClr val="tx1"/>
                            </a:solidFill>
                            <a:latin typeface="Cambria Math" panose="02040503050406030204" pitchFamily="18" charset="0"/>
                          </a:rPr>
                          <m:t>−</m:t>
                        </m:r>
                        <m:r>
                          <m:rPr>
                            <m:sty m:val="p"/>
                          </m:rPr>
                          <a:rPr lang="en-US" sz="2800" b="0" smtClean="0">
                            <a:solidFill>
                              <a:schemeClr val="tx1"/>
                            </a:solidFill>
                            <a:latin typeface="Cambria Math" panose="02040503050406030204" pitchFamily="18" charset="0"/>
                          </a:rPr>
                          <m:t>Min</m:t>
                        </m:r>
                      </m:num>
                      <m:den>
                        <m:r>
                          <m:rPr>
                            <m:sty m:val="p"/>
                          </m:rPr>
                          <a:rPr lang="en-US" sz="2800" b="0" smtClean="0">
                            <a:solidFill>
                              <a:schemeClr val="tx1"/>
                            </a:solidFill>
                            <a:latin typeface="Cambria Math" panose="02040503050406030204" pitchFamily="18" charset="0"/>
                          </a:rPr>
                          <m:t>Max</m:t>
                        </m:r>
                        <m:r>
                          <a:rPr lang="en-US" sz="2800" b="0" smtClean="0">
                            <a:solidFill>
                              <a:schemeClr val="tx1"/>
                            </a:solidFill>
                            <a:latin typeface="Cambria Math" panose="02040503050406030204" pitchFamily="18" charset="0"/>
                          </a:rPr>
                          <m:t> − </m:t>
                        </m:r>
                        <m:r>
                          <m:rPr>
                            <m:sty m:val="p"/>
                          </m:rPr>
                          <a:rPr lang="en-US" sz="2800" b="0" smtClean="0">
                            <a:solidFill>
                              <a:schemeClr val="tx1"/>
                            </a:solidFill>
                            <a:latin typeface="Cambria Math" panose="02040503050406030204" pitchFamily="18" charset="0"/>
                          </a:rPr>
                          <m:t>Min</m:t>
                        </m:r>
                      </m:den>
                    </m:f>
                  </m:oMath>
                </a14:m>
                <a:r>
                  <a:rPr lang="en-US" sz="2800" dirty="0">
                    <a:solidFill>
                      <a:schemeClr val="tx1"/>
                    </a:solidFill>
                    <a:sym typeface="+mn-ea"/>
                  </a:rPr>
                  <a:t>: </a:t>
                </a:r>
                <a:r>
                  <a:rPr lang="en-US" sz="2800" dirty="0">
                    <a:solidFill>
                      <a:srgbClr val="FF0000"/>
                    </a:solidFill>
                    <a:sym typeface="+mn-ea"/>
                  </a:rPr>
                  <a:t>Min-Max scaling </a:t>
                </a:r>
                <a:r>
                  <a:rPr lang="en-US" sz="2800" dirty="0">
                    <a:solidFill>
                      <a:schemeClr val="tx1"/>
                    </a:solidFill>
                    <a:sym typeface="+mn-ea"/>
                  </a:rPr>
                  <a:t>- This technique re-scales a feature between 0 and 1</a:t>
                </a:r>
                <a:endParaRPr lang="en-US" sz="2800"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14:m>
                  <m:oMath xmlns:m="http://schemas.openxmlformats.org/officeDocument/2006/math">
                    <m:sSub>
                      <m:sSubPr>
                        <m:ctrlPr>
                          <a:rPr lang="en-US" sz="2800" i="1" smtClean="0">
                            <a:solidFill>
                              <a:schemeClr val="tx1"/>
                            </a:solidFill>
                            <a:latin typeface="Cambria Math" panose="02040503050406030204" pitchFamily="18" charset="0"/>
                          </a:rPr>
                        </m:ctrlPr>
                      </m:sSubPr>
                      <m:e>
                        <m:r>
                          <m:rPr>
                            <m:sty m:val="p"/>
                          </m:rPr>
                          <a:rPr lang="en-US" sz="2800" b="0" smtClean="0">
                            <a:solidFill>
                              <a:schemeClr val="tx1"/>
                            </a:solidFill>
                            <a:latin typeface="Cambria Math" panose="02040503050406030204" pitchFamily="18" charset="0"/>
                          </a:rPr>
                          <m:t>X</m:t>
                        </m:r>
                      </m:e>
                      <m:sub>
                        <m:r>
                          <m:rPr>
                            <m:sty m:val="p"/>
                          </m:rPr>
                          <a:rPr lang="en-US" sz="2800" b="0" smtClean="0">
                            <a:solidFill>
                              <a:schemeClr val="tx1"/>
                            </a:solidFill>
                            <a:latin typeface="Cambria Math" panose="02040503050406030204" pitchFamily="18" charset="0"/>
                          </a:rPr>
                          <m:t>s</m:t>
                        </m:r>
                      </m:sub>
                    </m:sSub>
                    <m:r>
                      <a:rPr lang="en-US" sz="2800" b="0" smtClean="0">
                        <a:solidFill>
                          <a:schemeClr val="tx1"/>
                        </a:solidFill>
                        <a:latin typeface="Cambria Math" panose="02040503050406030204" pitchFamily="18" charset="0"/>
                      </a:rPr>
                      <m:t>=</m:t>
                    </m:r>
                    <m:f>
                      <m:fPr>
                        <m:ctrlPr>
                          <a:rPr lang="en-US" sz="2800" b="0" i="1" smtClean="0">
                            <a:solidFill>
                              <a:schemeClr val="tx1"/>
                            </a:solidFill>
                            <a:latin typeface="Cambria Math" panose="02040503050406030204" pitchFamily="18" charset="0"/>
                          </a:rPr>
                        </m:ctrlPr>
                      </m:fPr>
                      <m:num>
                        <m:sSub>
                          <m:sSubPr>
                            <m:ctrlPr>
                              <a:rPr lang="en-US" sz="2800" b="0" i="1" smtClean="0">
                                <a:solidFill>
                                  <a:schemeClr val="tx1"/>
                                </a:solidFill>
                                <a:latin typeface="Cambria Math" panose="02040503050406030204" pitchFamily="18" charset="0"/>
                                <a:cs typeface="Cambria Math" panose="02040503050406030204" pitchFamily="18" charset="0"/>
                              </a:rPr>
                            </m:ctrlPr>
                          </m:sSubPr>
                          <m:e>
                            <m:r>
                              <a:rPr lang="en-US" sz="2800" b="0" i="1" smtClean="0">
                                <a:solidFill>
                                  <a:schemeClr val="tx1"/>
                                </a:solidFill>
                                <a:latin typeface="Cambria Math" panose="02040503050406030204" pitchFamily="18" charset="0"/>
                                <a:cs typeface="Cambria Math" panose="02040503050406030204" pitchFamily="18" charset="0"/>
                              </a:rPr>
                              <m:t>𝑋</m:t>
                            </m:r>
                          </m:e>
                          <m:sub>
                            <m:r>
                              <a:rPr lang="en-US" sz="2800" b="0" i="1" smtClean="0">
                                <a:solidFill>
                                  <a:schemeClr val="tx1"/>
                                </a:solidFill>
                                <a:latin typeface="Cambria Math" panose="02040503050406030204" pitchFamily="18" charset="0"/>
                                <a:cs typeface="Cambria Math" panose="02040503050406030204" pitchFamily="18" charset="0"/>
                              </a:rPr>
                              <m:t>𝑖</m:t>
                            </m:r>
                          </m:sub>
                        </m:sSub>
                        <m:r>
                          <a:rPr lang="en-US" sz="2800" b="0"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µ</m:t>
                        </m:r>
                      </m:num>
                      <m:den>
                        <m:r>
                          <a:rPr lang="en-US" sz="2800" b="0" smtClean="0">
                            <a:solidFill>
                              <a:schemeClr val="tx1"/>
                            </a:solidFill>
                            <a:latin typeface="Cambria Math" panose="02040503050406030204" pitchFamily="18" charset="0"/>
                            <a:ea typeface="Cambria Math" panose="02040503050406030204" pitchFamily="18" charset="0"/>
                          </a:rPr>
                          <m:t>𝜎</m:t>
                        </m:r>
                      </m:den>
                    </m:f>
                  </m:oMath>
                </a14:m>
                <a:r>
                  <a:rPr lang="en-US" sz="2800" dirty="0">
                    <a:solidFill>
                      <a:schemeClr val="tx1"/>
                    </a:solidFill>
                  </a:rPr>
                  <a:t> : </a:t>
                </a:r>
                <a:r>
                  <a:rPr lang="en-US" sz="2800" dirty="0">
                    <a:solidFill>
                      <a:srgbClr val="FF0000"/>
                    </a:solidFill>
                  </a:rPr>
                  <a:t>Standardization</a:t>
                </a:r>
              </a:p>
              <a:p>
                <a:pPr marL="457200" indent="-457200">
                  <a:buFont typeface="Arial" panose="020B0604020202020204" pitchFamily="34" charset="0"/>
                  <a:buChar char="•"/>
                </a:pPr>
                <a:r>
                  <a:rPr lang="en-US" sz="2800" dirty="0">
                    <a:solidFill>
                      <a:schemeClr val="tx1"/>
                    </a:solidFill>
                  </a:rPr>
                  <a:t>Standardization is the process of scaling data so that they have a mean value of 0 and a standard deviation of 1</a:t>
                </a:r>
              </a:p>
              <a:p>
                <a:pPr marL="457200" indent="-457200">
                  <a:buFont typeface="Arial" panose="020B0604020202020204" pitchFamily="34" charset="0"/>
                  <a:buChar char="•"/>
                </a:pPr>
                <a:r>
                  <a:rPr lang="en-US" sz="2800" dirty="0">
                    <a:solidFill>
                      <a:schemeClr val="tx1"/>
                    </a:solidFill>
                  </a:rPr>
                  <a:t>Good for normally distributed features</a:t>
                </a:r>
              </a:p>
              <a:p>
                <a:pPr marL="457200" indent="-457200">
                  <a:buFont typeface="Arial" panose="020B0604020202020204" pitchFamily="34" charset="0"/>
                  <a:buChar char="•"/>
                </a:pPr>
                <a:r>
                  <a:rPr lang="en-US" sz="2800" dirty="0">
                    <a:solidFill>
                      <a:schemeClr val="tx1"/>
                    </a:solidFill>
                  </a:rPr>
                  <a:t>MinMaxScaler and StandardScaler: sklearn</a:t>
                </a:r>
              </a:p>
            </p:txBody>
          </p:sp>
        </mc:Choice>
        <mc:Fallback xmlns="">
          <p:sp>
            <p:nvSpPr>
              <p:cNvPr id="16" name="TextBox 15"/>
              <p:cNvSpPr txBox="1">
                <a:spLocks noRot="1" noChangeAspect="1" noMove="1" noResize="1" noEditPoints="1" noAdjustHandles="1" noChangeArrowheads="1" noChangeShapeType="1" noTextEdit="1"/>
              </p:cNvSpPr>
              <p:nvPr/>
            </p:nvSpPr>
            <p:spPr>
              <a:xfrm>
                <a:off x="635" y="1363345"/>
                <a:ext cx="12191365" cy="5188585"/>
              </a:xfrm>
              <a:prstGeom prst="rect">
                <a:avLst/>
              </a:prstGeom>
              <a:blipFill>
                <a:blip r:embed="rId13"/>
                <a:stretch>
                  <a:fillRect l="-900" t="-1293" r="-400" b="-2820"/>
                </a:stretch>
              </a:blipFill>
            </p:spPr>
            <p:txBody>
              <a:bodyPr/>
              <a:lstStyle/>
              <a:p>
                <a:r>
                  <a:rPr 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Date Placeholder 1"/>
          <p:cNvSpPr>
            <a:spLocks noGrp="1"/>
          </p:cNvSpPr>
          <p:nvPr>
            <p:ph type="dt" sz="half"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EE5D01C-8CE8-454B-8439-FF8E39EDD13E}" type="datetime1">
              <a:rPr lang="en-US" altLang="en-US" sz="1400"/>
              <a:t>3/2/2024</a:t>
            </a:fld>
            <a:endParaRPr lang="en-US" altLang="en-US" sz="1400"/>
          </a:p>
        </p:txBody>
      </p:sp>
      <p:sp>
        <p:nvSpPr>
          <p:cNvPr id="11267"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61FC2BB-7655-42B4-B3FC-DE0EB80B4CF6}" type="slidenum">
              <a:rPr lang="en-US" altLang="en-US" sz="1400"/>
              <a:t>22</a:t>
            </a:fld>
            <a:endParaRPr lang="en-US" altLang="en-US" sz="1400"/>
          </a:p>
        </p:txBody>
      </p:sp>
      <p:sp>
        <p:nvSpPr>
          <p:cNvPr id="11268" name="TextBox 4"/>
          <p:cNvSpPr txBox="1">
            <a:spLocks noChangeArrowheads="1"/>
          </p:cNvSpPr>
          <p:nvPr/>
        </p:nvSpPr>
        <p:spPr bwMode="auto">
          <a:xfrm>
            <a:off x="1828800" y="381001"/>
            <a:ext cx="838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Need for Standardizing Attributes</a:t>
            </a:r>
          </a:p>
        </p:txBody>
      </p:sp>
      <p:pic>
        <p:nvPicPr>
          <p:cNvPr id="11269" name="Picture 2" descr="https://www.saedsayad.com/images/KNN_example_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989014"/>
            <a:ext cx="6781800" cy="4935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2374038" y="5924551"/>
            <a:ext cx="7737628" cy="523220"/>
          </a:xfrm>
          <a:prstGeom prst="rect">
            <a:avLst/>
          </a:prstGeom>
          <a:noFill/>
        </p:spPr>
        <p:txBody>
          <a:bodyPr wrap="square">
            <a:spAutoFit/>
          </a:bodyPr>
          <a:lstStyle/>
          <a:p>
            <a:r>
              <a:rPr lang="en-US" sz="2800" dirty="0">
                <a:solidFill>
                  <a:srgbClr val="FF0000"/>
                </a:solidFill>
              </a:rPr>
              <a:t>If K =3: Predicted class: N (majority/unweighted)</a:t>
            </a:r>
          </a:p>
        </p:txBody>
      </p:sp>
      <p:sp>
        <p:nvSpPr>
          <p:cNvPr id="3" name="TextBox 2"/>
          <p:cNvSpPr txBox="1"/>
          <p:nvPr/>
        </p:nvSpPr>
        <p:spPr>
          <a:xfrm>
            <a:off x="7230123" y="5185432"/>
            <a:ext cx="4961877" cy="523220"/>
          </a:xfrm>
          <a:prstGeom prst="rect">
            <a:avLst/>
          </a:prstGeom>
          <a:noFill/>
        </p:spPr>
        <p:txBody>
          <a:bodyPr wrap="square">
            <a:spAutoFit/>
          </a:bodyPr>
          <a:lstStyle/>
          <a:p>
            <a:r>
              <a:rPr lang="en-US" sz="2800" dirty="0">
                <a:solidFill>
                  <a:srgbClr val="FF0000"/>
                </a:solidFill>
              </a:rPr>
              <a:t>: Min-Max scaling</a:t>
            </a:r>
          </a:p>
        </p:txBody>
      </p:sp>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9463593" y="2041228"/>
              <a:ext cx="360" cy="360"/>
            </p14:xfrm>
          </p:contentPart>
        </mc:Choice>
        <mc:Fallback xmlns="">
          <p:pic>
            <p:nvPicPr>
              <p:cNvPr id="4" name="Ink 3"/>
            </p:nvPicPr>
            <p:blipFill>
              <a:blip r:embed="rId4"/>
            </p:blipFill>
            <p:spPr>
              <a:xfrm>
                <a:off x="9463593" y="2041228"/>
                <a:ext cx="360" cy="360"/>
              </a:xfrm>
              <a:prstGeom prst="rect"/>
            </p:spPr>
          </p:pic>
        </mc:Fallback>
      </mc:AlternateContent>
      <mc:AlternateContent xmlns:mc="http://schemas.openxmlformats.org/markup-compatibility/2006" xmlns:p14="http://schemas.microsoft.com/office/powerpoint/2010/main">
        <mc:Choice Requires="p14">
          <p:contentPart p14:bwMode="auto" r:id="rId5">
            <p14:nvContentPartPr>
              <p14:cNvPr id="5" name="Ink 4"/>
              <p14:cNvContentPartPr/>
              <p14:nvPr/>
            </p14:nvContentPartPr>
            <p14:xfrm>
              <a:off x="9408513" y="1978588"/>
              <a:ext cx="95760" cy="149400"/>
            </p14:xfrm>
          </p:contentPart>
        </mc:Choice>
        <mc:Fallback xmlns="">
          <p:pic>
            <p:nvPicPr>
              <p:cNvPr id="5" name="Ink 4"/>
            </p:nvPicPr>
            <p:blipFill>
              <a:blip r:embed="rId6"/>
            </p:blipFill>
            <p:spPr>
              <a:xfrm>
                <a:off x="9408513" y="1978588"/>
                <a:ext cx="95760" cy="149400"/>
              </a:xfrm>
              <a:prstGeom prst="rect"/>
            </p:spPr>
          </p:pic>
        </mc:Fallback>
      </mc:AlternateContent>
      <mc:AlternateContent xmlns:mc="http://schemas.openxmlformats.org/markup-compatibility/2006" xmlns:p14="http://schemas.microsoft.com/office/powerpoint/2010/main">
        <mc:Choice Requires="p14">
          <p:contentPart p14:bwMode="auto" r:id="rId7">
            <p14:nvContentPartPr>
              <p14:cNvPr id="6" name="Ink 5"/>
              <p14:cNvContentPartPr/>
              <p14:nvPr/>
            </p14:nvContentPartPr>
            <p14:xfrm>
              <a:off x="9378993" y="2545588"/>
              <a:ext cx="54720" cy="91080"/>
            </p14:xfrm>
          </p:contentPart>
        </mc:Choice>
        <mc:Fallback xmlns="">
          <p:pic>
            <p:nvPicPr>
              <p:cNvPr id="6" name="Ink 5"/>
            </p:nvPicPr>
            <p:blipFill>
              <a:blip r:embed="rId8"/>
            </p:blipFill>
            <p:spPr>
              <a:xfrm>
                <a:off x="9378993" y="2545588"/>
                <a:ext cx="54720" cy="91080"/>
              </a:xfrm>
              <a:prstGeom prst="rect"/>
            </p:spPr>
          </p:pic>
        </mc:Fallback>
      </mc:AlternateContent>
      <mc:AlternateContent xmlns:mc="http://schemas.openxmlformats.org/markup-compatibility/2006" xmlns:p14="http://schemas.microsoft.com/office/powerpoint/2010/main">
        <mc:Choice Requires="p14">
          <p:contentPart p14:bwMode="auto" r:id="rId9">
            <p14:nvContentPartPr>
              <p14:cNvPr id="7" name="Ink 6"/>
              <p14:cNvContentPartPr/>
              <p14:nvPr/>
            </p14:nvContentPartPr>
            <p14:xfrm>
              <a:off x="9413193" y="3666268"/>
              <a:ext cx="66960" cy="94680"/>
            </p14:xfrm>
          </p:contentPart>
        </mc:Choice>
        <mc:Fallback xmlns="">
          <p:pic>
            <p:nvPicPr>
              <p:cNvPr id="7" name="Ink 6"/>
            </p:nvPicPr>
            <p:blipFill>
              <a:blip r:embed="rId10"/>
            </p:blipFill>
            <p:spPr>
              <a:xfrm>
                <a:off x="9413193" y="3666268"/>
                <a:ext cx="66960" cy="94680"/>
              </a:xfrm>
              <a:prstGeom prst="rect"/>
            </p:spPr>
          </p:pic>
        </mc:Fallback>
      </mc:AlternateContent>
      <mc:AlternateContent xmlns:mc="http://schemas.openxmlformats.org/markup-compatibility/2006" xmlns:p14="http://schemas.microsoft.com/office/powerpoint/2010/main">
        <mc:Choice Requires="p14">
          <p:contentPart p14:bwMode="auto" r:id="rId11">
            <p14:nvContentPartPr>
              <p14:cNvPr id="8" name="Ink 7"/>
              <p14:cNvContentPartPr/>
              <p14:nvPr/>
            </p14:nvContentPartPr>
            <p14:xfrm>
              <a:off x="6080673" y="2538748"/>
              <a:ext cx="360" cy="16200"/>
            </p14:xfrm>
          </p:contentPart>
        </mc:Choice>
        <mc:Fallback xmlns="">
          <p:pic>
            <p:nvPicPr>
              <p:cNvPr id="8" name="Ink 7"/>
            </p:nvPicPr>
            <p:blipFill>
              <a:blip r:embed="rId12"/>
            </p:blipFill>
            <p:spPr>
              <a:xfrm>
                <a:off x="6080673" y="2538748"/>
                <a:ext cx="360" cy="16200"/>
              </a:xfrm>
              <a:prstGeom prst="rect"/>
            </p:spPr>
          </p:pic>
        </mc:Fallback>
      </mc:AlternateContent>
      <mc:AlternateContent xmlns:mc="http://schemas.openxmlformats.org/markup-compatibility/2006" xmlns:p14="http://schemas.microsoft.com/office/powerpoint/2010/main">
        <mc:Choice Requires="p14">
          <p:contentPart p14:bwMode="auto" r:id="rId13">
            <p14:nvContentPartPr>
              <p14:cNvPr id="9" name="Ink 8"/>
              <p14:cNvContentPartPr/>
              <p14:nvPr/>
            </p14:nvContentPartPr>
            <p14:xfrm>
              <a:off x="6204873" y="3284668"/>
              <a:ext cx="360" cy="1800"/>
            </p14:xfrm>
          </p:contentPart>
        </mc:Choice>
        <mc:Fallback xmlns="">
          <p:pic>
            <p:nvPicPr>
              <p:cNvPr id="9" name="Ink 8"/>
            </p:nvPicPr>
            <p:blipFill>
              <a:blip r:embed="rId14"/>
            </p:blipFill>
            <p:spPr>
              <a:xfrm>
                <a:off x="6204873" y="3284668"/>
                <a:ext cx="360" cy="1800"/>
              </a:xfrm>
              <a:prstGeom prst="rect"/>
            </p:spPr>
          </p:pic>
        </mc:Fallback>
      </mc:AlternateContent>
      <mc:AlternateContent xmlns:mc="http://schemas.openxmlformats.org/markup-compatibility/2006" xmlns:p14="http://schemas.microsoft.com/office/powerpoint/2010/main">
        <mc:Choice Requires="p14">
          <p:contentPart p14:bwMode="auto" r:id="rId15">
            <p14:nvContentPartPr>
              <p14:cNvPr id="10" name="Ink 9"/>
              <p14:cNvContentPartPr/>
              <p14:nvPr/>
            </p14:nvContentPartPr>
            <p14:xfrm>
              <a:off x="6072033" y="5255308"/>
              <a:ext cx="360" cy="360"/>
            </p14:xfrm>
          </p:contentPart>
        </mc:Choice>
        <mc:Fallback xmlns="">
          <p:pic>
            <p:nvPicPr>
              <p:cNvPr id="10" name="Ink 9"/>
            </p:nvPicPr>
            <p:blipFill>
              <a:blip r:embed="rId16"/>
            </p:blipFill>
            <p:spPr>
              <a:xfrm>
                <a:off x="6072033" y="5255308"/>
                <a:ext cx="360" cy="360"/>
              </a:xfrm>
              <a:prstGeom prst="rect"/>
            </p:spPr>
          </p:pic>
        </mc:Fallback>
      </mc:AlternateContent>
      <p:grpSp>
        <p:nvGrpSpPr>
          <p:cNvPr id="14" name="Group 13"/>
          <p:cNvGrpSpPr/>
          <p:nvPr/>
        </p:nvGrpSpPr>
        <p:grpSpPr>
          <a:xfrm>
            <a:off x="6045033" y="6142708"/>
            <a:ext cx="360" cy="360"/>
            <a:chOff x="6045033" y="6142708"/>
            <a:chExt cx="360" cy="360"/>
          </a:xfrm>
        </p:grpSpPr>
        <mc:AlternateContent xmlns:mc="http://schemas.openxmlformats.org/markup-compatibility/2006" xmlns:p14="http://schemas.microsoft.com/office/powerpoint/2010/main">
          <mc:Choice Requires="p14">
            <p:contentPart p14:bwMode="auto" r:id="rId17">
              <p14:nvContentPartPr>
                <p14:cNvPr id="11" name="Ink 10"/>
                <p14:cNvContentPartPr/>
                <p14:nvPr/>
              </p14:nvContentPartPr>
              <p14:xfrm>
                <a:off x="6045033" y="6142708"/>
                <a:ext cx="360" cy="360"/>
              </p14:xfrm>
            </p:contentPart>
          </mc:Choice>
          <mc:Fallback xmlns="">
            <p:pic>
              <p:nvPicPr>
                <p:cNvPr id="11" name="Ink 10"/>
              </p:nvPicPr>
              <p:blipFill>
                <a:blip r:embed="rId16"/>
              </p:blipFill>
              <p:spPr>
                <a:xfrm>
                  <a:off x="6045033" y="6142708"/>
                  <a:ext cx="360" cy="360"/>
                </a:xfrm>
                <a:prstGeom prst="rect"/>
              </p:spPr>
            </p:pic>
          </mc:Fallback>
        </mc:AlternateContent>
        <mc:AlternateContent xmlns:mc="http://schemas.openxmlformats.org/markup-compatibility/2006" xmlns:p14="http://schemas.microsoft.com/office/powerpoint/2010/main">
          <mc:Choice Requires="p14">
            <p:contentPart p14:bwMode="auto" r:id="rId18">
              <p14:nvContentPartPr>
                <p14:cNvPr id="12" name="Ink 11"/>
                <p14:cNvContentPartPr/>
                <p14:nvPr/>
              </p14:nvContentPartPr>
              <p14:xfrm>
                <a:off x="6045033" y="6142708"/>
                <a:ext cx="360" cy="360"/>
              </p14:xfrm>
            </p:contentPart>
          </mc:Choice>
          <mc:Fallback xmlns="">
            <p:pic>
              <p:nvPicPr>
                <p:cNvPr id="12" name="Ink 11"/>
              </p:nvPicPr>
              <p:blipFill>
                <a:blip r:embed="rId16"/>
              </p:blipFill>
              <p:spPr>
                <a:xfrm>
                  <a:off x="6045033" y="6142708"/>
                  <a:ext cx="360" cy="360"/>
                </a:xfrm>
                <a:prstGeom prst="rect"/>
              </p:spPr>
            </p:pic>
          </mc:Fallback>
        </mc:AlternateContent>
        <mc:AlternateContent xmlns:mc="http://schemas.openxmlformats.org/markup-compatibility/2006" xmlns:p14="http://schemas.microsoft.com/office/powerpoint/2010/main">
          <mc:Choice Requires="p14">
            <p:contentPart p14:bwMode="auto" r:id="rId19">
              <p14:nvContentPartPr>
                <p14:cNvPr id="13" name="Ink 12"/>
                <p14:cNvContentPartPr/>
                <p14:nvPr/>
              </p14:nvContentPartPr>
              <p14:xfrm>
                <a:off x="6045033" y="6142708"/>
                <a:ext cx="360" cy="360"/>
              </p14:xfrm>
            </p:contentPart>
          </mc:Choice>
          <mc:Fallback xmlns="">
            <p:pic>
              <p:nvPicPr>
                <p:cNvPr id="13" name="Ink 12"/>
              </p:nvPicPr>
              <p:blipFill>
                <a:blip r:embed="rId16"/>
              </p:blipFill>
              <p:spPr>
                <a:xfrm>
                  <a:off x="6045033" y="6142708"/>
                  <a:ext cx="360" cy="360"/>
                </a:xfrm>
                <a:prstGeom prst="rect"/>
              </p:spPr>
            </p:pic>
          </mc:Fallback>
        </mc:AlternateContent>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7"/>
          <p:cNvSpPr txBox="1">
            <a:spLocks noGrp="1"/>
          </p:cNvSpPr>
          <p:nvPr>
            <p:ph type="title"/>
          </p:nvPr>
        </p:nvSpPr>
        <p:spPr>
          <a:xfrm>
            <a:off x="1905000" y="152400"/>
            <a:ext cx="8280400" cy="533400"/>
          </a:xfrm>
          <a:prstGeom prst="rect">
            <a:avLst/>
          </a:prstGeom>
          <a:noFill/>
          <a:ln>
            <a:noFill/>
          </a:ln>
        </p:spPr>
        <p:txBody>
          <a:bodyPr spcFirstLastPara="1" vert="horz" wrap="square" lIns="90475" tIns="44450" rIns="90475" bIns="44450" rtlCol="0" anchor="b" anchorCtr="0">
            <a:noAutofit/>
          </a:bodyPr>
          <a:lstStyle/>
          <a:p>
            <a:pPr>
              <a:lnSpc>
                <a:spcPct val="113000"/>
              </a:lnSpc>
              <a:spcBef>
                <a:spcPts val="0"/>
              </a:spcBef>
            </a:pPr>
            <a:r>
              <a:rPr lang="en-US"/>
              <a:t>Nearest Neighbor Classification…</a:t>
            </a:r>
          </a:p>
        </p:txBody>
      </p:sp>
      <p:sp>
        <p:nvSpPr>
          <p:cNvPr id="133" name="Google Shape;133;p7"/>
          <p:cNvSpPr txBox="1">
            <a:spLocks noGrp="1"/>
          </p:cNvSpPr>
          <p:nvPr>
            <p:ph idx="1"/>
          </p:nvPr>
        </p:nvSpPr>
        <p:spPr>
          <a:xfrm>
            <a:off x="0" y="1143000"/>
            <a:ext cx="12192000" cy="5715000"/>
          </a:xfrm>
          <a:prstGeom prst="rect">
            <a:avLst/>
          </a:prstGeom>
          <a:noFill/>
          <a:ln>
            <a:noFill/>
          </a:ln>
        </p:spPr>
        <p:txBody>
          <a:bodyPr spcFirstLastPara="1" vert="horz" wrap="square" lIns="90475" tIns="44450" rIns="90475" bIns="44450" rtlCol="0" anchor="t" anchorCtr="0">
            <a:noAutofit/>
          </a:bodyPr>
          <a:lstStyle/>
          <a:p>
            <a:pPr marL="292100" indent="-292100">
              <a:spcBef>
                <a:spcPts val="0"/>
              </a:spcBef>
              <a:buSzPts val="2100"/>
              <a:buChar char="●"/>
            </a:pPr>
            <a:r>
              <a:rPr lang="en-US" dirty="0"/>
              <a:t>Choosing the value of k:</a:t>
            </a:r>
            <a:endParaRPr dirty="0"/>
          </a:p>
          <a:p>
            <a:pPr marL="800100" lvl="1" indent="-342900">
              <a:spcBef>
                <a:spcPts val="640"/>
              </a:spcBef>
              <a:buSzPts val="2400"/>
              <a:buChar char="–"/>
            </a:pPr>
            <a:r>
              <a:rPr lang="en-US" dirty="0"/>
              <a:t>Min k = 1; Max k = # of samples</a:t>
            </a:r>
          </a:p>
          <a:p>
            <a:pPr marL="800100" lvl="1" indent="-342900">
              <a:spcBef>
                <a:spcPts val="640"/>
              </a:spcBef>
              <a:buSzPts val="2400"/>
              <a:buChar char="–"/>
            </a:pPr>
            <a:r>
              <a:rPr lang="en-US" dirty="0"/>
              <a:t>If k is too small, sensitive/vulnerable to noise points/outlier</a:t>
            </a:r>
            <a:endParaRPr dirty="0"/>
          </a:p>
          <a:p>
            <a:pPr marL="800100" lvl="1" indent="-342900">
              <a:spcBef>
                <a:spcPts val="640"/>
              </a:spcBef>
              <a:buSzPts val="2400"/>
              <a:buChar char="–"/>
            </a:pPr>
            <a:r>
              <a:rPr lang="en-US" dirty="0"/>
              <a:t>If k is too large, neighborhood may include points from other classes: </a:t>
            </a:r>
            <a:r>
              <a:rPr lang="en-US" err="1"/>
              <a:t>ZeroR</a:t>
            </a:r>
            <a:r>
              <a:rPr lang="en-US"/>
              <a:t> classifier</a:t>
            </a:r>
            <a:endParaRPr dirty="0"/>
          </a:p>
        </p:txBody>
      </p:sp>
      <p:graphicFrame>
        <p:nvGraphicFramePr>
          <p:cNvPr id="134" name="Google Shape;134;p7"/>
          <p:cNvGraphicFramePr/>
          <p:nvPr/>
        </p:nvGraphicFramePr>
        <p:xfrm>
          <a:off x="5181601" y="3078164"/>
          <a:ext cx="3738563" cy="3170237"/>
        </p:xfrm>
        <a:graphic>
          <a:graphicData uri="http://schemas.openxmlformats.org/presentationml/2006/ole">
            <mc:AlternateContent xmlns:mc="http://schemas.openxmlformats.org/markup-compatibility/2006">
              <mc:Choice xmlns:v="urn:schemas-microsoft-com:vml" Requires="v">
                <p:oleObj r:id="rId3" imgW="10334625" imgH="8772525" progId="Visio.Drawing.6">
                  <p:embed/>
                </p:oleObj>
              </mc:Choice>
              <mc:Fallback>
                <p:oleObj r:id="rId3" imgW="10334625" imgH="8772525" progId="Visio.Drawing.6">
                  <p:embed/>
                  <p:pic>
                    <p:nvPicPr>
                      <p:cNvPr id="134" name="Google Shape;134;p7"/>
                      <p:cNvPicPr preferRelativeResize="0"/>
                      <p:nvPr/>
                    </p:nvPicPr>
                    <p:blipFill rotWithShape="1">
                      <a:blip r:embed="rId4"/>
                      <a:srcRect/>
                      <a:stretch>
                        <a:fillRect/>
                      </a:stretch>
                    </p:blipFill>
                    <p:spPr>
                      <a:xfrm>
                        <a:off x="5181601" y="3078164"/>
                        <a:ext cx="3738563" cy="3170237"/>
                      </a:xfrm>
                      <a:prstGeom prst="rect">
                        <a:avLst/>
                      </a:prstGeom>
                      <a:noFill/>
                      <a:ln>
                        <a:noFill/>
                      </a:ln>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7"/>
          <p:cNvSpPr txBox="1">
            <a:spLocks noGrp="1"/>
          </p:cNvSpPr>
          <p:nvPr>
            <p:ph type="title"/>
          </p:nvPr>
        </p:nvSpPr>
        <p:spPr>
          <a:xfrm>
            <a:off x="1905000" y="152400"/>
            <a:ext cx="8280400" cy="533400"/>
          </a:xfrm>
          <a:prstGeom prst="rect">
            <a:avLst/>
          </a:prstGeom>
          <a:noFill/>
          <a:ln>
            <a:noFill/>
          </a:ln>
        </p:spPr>
        <p:txBody>
          <a:bodyPr spcFirstLastPara="1" vert="horz" wrap="square" lIns="90475" tIns="44450" rIns="90475" bIns="44450" rtlCol="0" anchor="b" anchorCtr="0">
            <a:noAutofit/>
          </a:bodyPr>
          <a:lstStyle/>
          <a:p>
            <a:pPr>
              <a:lnSpc>
                <a:spcPct val="113000"/>
              </a:lnSpc>
              <a:spcBef>
                <a:spcPts val="0"/>
              </a:spcBef>
            </a:pPr>
            <a:r>
              <a:rPr lang="en-US" dirty="0" err="1"/>
              <a:t>kNN</a:t>
            </a:r>
            <a:r>
              <a:rPr lang="en-US" dirty="0"/>
              <a:t> </a:t>
            </a:r>
            <a:r>
              <a:rPr lang="en-US" dirty="0" err="1"/>
              <a:t>sklearn</a:t>
            </a:r>
            <a:r>
              <a:rPr lang="en-US" dirty="0"/>
              <a:t> and hyperparameters</a:t>
            </a:r>
            <a:endParaRPr dirty="0"/>
          </a:p>
        </p:txBody>
      </p:sp>
      <p:sp>
        <p:nvSpPr>
          <p:cNvPr id="133" name="Google Shape;133;p7"/>
          <p:cNvSpPr txBox="1">
            <a:spLocks noGrp="1"/>
          </p:cNvSpPr>
          <p:nvPr>
            <p:ph idx="1"/>
          </p:nvPr>
        </p:nvSpPr>
        <p:spPr>
          <a:xfrm>
            <a:off x="0" y="783771"/>
            <a:ext cx="12192000" cy="6074229"/>
          </a:xfrm>
          <a:prstGeom prst="rect">
            <a:avLst/>
          </a:prstGeom>
          <a:noFill/>
          <a:ln>
            <a:noFill/>
          </a:ln>
        </p:spPr>
        <p:txBody>
          <a:bodyPr spcFirstLastPara="1" vert="horz" wrap="square" lIns="90475" tIns="44450" rIns="90475" bIns="44450" rtlCol="0" anchor="t" anchorCtr="0">
            <a:noAutofit/>
          </a:bodyPr>
          <a:lstStyle/>
          <a:p>
            <a:pPr marL="292100" indent="-292100">
              <a:spcBef>
                <a:spcPts val="0"/>
              </a:spcBef>
              <a:buSzPts val="2100"/>
              <a:buChar char="●"/>
            </a:pPr>
            <a:r>
              <a:rPr lang="en-US" dirty="0" err="1">
                <a:solidFill>
                  <a:srgbClr val="FF0000"/>
                </a:solidFill>
              </a:rPr>
              <a:t>sklearn.neighbors.KNeighborsClassifier</a:t>
            </a:r>
            <a:endParaRPr lang="en-US" dirty="0">
              <a:solidFill>
                <a:srgbClr val="FF0000"/>
              </a:solidFill>
            </a:endParaRPr>
          </a:p>
          <a:p>
            <a:pPr marL="292100" indent="-292100">
              <a:spcBef>
                <a:spcPts val="0"/>
              </a:spcBef>
              <a:buSzPts val="2100"/>
              <a:buChar char="●"/>
            </a:pPr>
            <a:r>
              <a:rPr lang="en-US" dirty="0">
                <a:solidFill>
                  <a:srgbClr val="FF0000"/>
                </a:solidFill>
              </a:rPr>
              <a:t>class </a:t>
            </a:r>
            <a:r>
              <a:rPr lang="en-US" dirty="0" err="1">
                <a:solidFill>
                  <a:srgbClr val="FF0000"/>
                </a:solidFill>
              </a:rPr>
              <a:t>sklearn.neighbors.KNeighborsClassifier</a:t>
            </a:r>
            <a:r>
              <a:rPr lang="en-US" dirty="0">
                <a:solidFill>
                  <a:srgbClr val="FF0000"/>
                </a:solidFill>
              </a:rPr>
              <a:t>(</a:t>
            </a:r>
            <a:r>
              <a:rPr lang="en-US" dirty="0" err="1">
                <a:solidFill>
                  <a:srgbClr val="FF0000"/>
                </a:solidFill>
              </a:rPr>
              <a:t>n_neighbors</a:t>
            </a:r>
            <a:r>
              <a:rPr lang="en-US" dirty="0">
                <a:solidFill>
                  <a:srgbClr val="FF0000"/>
                </a:solidFill>
              </a:rPr>
              <a:t>=5, *, weights='uniform', algorithm='auto', </a:t>
            </a:r>
            <a:r>
              <a:rPr lang="en-US" dirty="0" err="1">
                <a:solidFill>
                  <a:srgbClr val="FF0000"/>
                </a:solidFill>
              </a:rPr>
              <a:t>leaf_size</a:t>
            </a:r>
            <a:r>
              <a:rPr lang="en-US" dirty="0">
                <a:solidFill>
                  <a:srgbClr val="FF0000"/>
                </a:solidFill>
              </a:rPr>
              <a:t>=30, p=2, metric='</a:t>
            </a:r>
            <a:r>
              <a:rPr lang="en-US" dirty="0" err="1">
                <a:solidFill>
                  <a:srgbClr val="FF0000"/>
                </a:solidFill>
              </a:rPr>
              <a:t>minkowski</a:t>
            </a:r>
            <a:r>
              <a:rPr lang="en-US" dirty="0">
                <a:solidFill>
                  <a:srgbClr val="FF0000"/>
                </a:solidFill>
              </a:rPr>
              <a:t>', </a:t>
            </a:r>
            <a:r>
              <a:rPr lang="en-US" dirty="0" err="1">
                <a:solidFill>
                  <a:srgbClr val="FF0000"/>
                </a:solidFill>
              </a:rPr>
              <a:t>metric_params</a:t>
            </a:r>
            <a:r>
              <a:rPr lang="en-US" dirty="0">
                <a:solidFill>
                  <a:srgbClr val="FF0000"/>
                </a:solidFill>
              </a:rPr>
              <a:t>=None, </a:t>
            </a:r>
            <a:r>
              <a:rPr lang="en-US" dirty="0" err="1">
                <a:solidFill>
                  <a:srgbClr val="FF0000"/>
                </a:solidFill>
              </a:rPr>
              <a:t>n_jobs</a:t>
            </a:r>
            <a:r>
              <a:rPr lang="en-US" dirty="0">
                <a:solidFill>
                  <a:srgbClr val="FF0000"/>
                </a:solidFill>
              </a:rPr>
              <a:t>=None)</a:t>
            </a:r>
          </a:p>
          <a:p>
            <a:pPr marL="292100" indent="-292100">
              <a:spcBef>
                <a:spcPts val="0"/>
              </a:spcBef>
              <a:buSzPts val="2100"/>
              <a:buChar char="●"/>
            </a:pPr>
            <a:r>
              <a:rPr lang="en-US" dirty="0"/>
              <a:t>‘uniform’ : uniform weights. All points in each neighborhood are weighted equally.</a:t>
            </a:r>
          </a:p>
          <a:p>
            <a:pPr marL="292100" indent="-292100">
              <a:spcBef>
                <a:spcPts val="0"/>
              </a:spcBef>
              <a:buSzPts val="2100"/>
              <a:buChar char="●"/>
            </a:pPr>
            <a:r>
              <a:rPr lang="en-US" dirty="0"/>
              <a:t>‘distance’ : weight points by the inverse of their distance. in this case, closer neighbors of a query point will have a greater influence than neighbors which are further away</a:t>
            </a:r>
          </a:p>
          <a:p>
            <a:pPr marL="292100" indent="-292100">
              <a:spcBef>
                <a:spcPts val="0"/>
              </a:spcBef>
              <a:buSzPts val="2100"/>
              <a:buChar char="●"/>
            </a:pPr>
            <a:r>
              <a:rPr lang="en-US" dirty="0"/>
              <a:t>algorithm{‘auto’, ‘</a:t>
            </a:r>
            <a:r>
              <a:rPr lang="en-US" dirty="0" err="1"/>
              <a:t>ball_tree</a:t>
            </a:r>
            <a:r>
              <a:rPr lang="en-US" dirty="0"/>
              <a:t>’, ‘</a:t>
            </a:r>
            <a:r>
              <a:rPr lang="en-US" dirty="0" err="1"/>
              <a:t>kd_tree</a:t>
            </a:r>
            <a:r>
              <a:rPr lang="en-US" dirty="0"/>
              <a:t>’, ‘brute’}, default=’auto’</a:t>
            </a:r>
          </a:p>
          <a:p>
            <a:pPr marL="292100" indent="-292100">
              <a:spcBef>
                <a:spcPts val="0"/>
              </a:spcBef>
              <a:buSzPts val="2100"/>
              <a:buChar char="●"/>
            </a:pPr>
            <a:endParaRPr lang="en-US" dirty="0"/>
          </a:p>
          <a:p>
            <a:pPr marL="292100" indent="-292100">
              <a:spcBef>
                <a:spcPts val="0"/>
              </a:spcBef>
              <a:buSzPts val="2100"/>
              <a:buChar char="●"/>
            </a:pPr>
            <a:r>
              <a:rPr lang="en-US" dirty="0"/>
              <a:t>Power parameter for the </a:t>
            </a:r>
            <a:r>
              <a:rPr lang="en-US" dirty="0" err="1"/>
              <a:t>Minkowski</a:t>
            </a:r>
            <a:r>
              <a:rPr lang="en-US" dirty="0"/>
              <a:t> metric. When p = 1, this is equivalent to using </a:t>
            </a:r>
            <a:r>
              <a:rPr lang="en-US" dirty="0" err="1"/>
              <a:t>manhattan_distance</a:t>
            </a:r>
            <a:r>
              <a:rPr lang="en-US" dirty="0"/>
              <a:t> (l1), and </a:t>
            </a:r>
            <a:r>
              <a:rPr lang="en-US" dirty="0" err="1"/>
              <a:t>euclidean_distance</a:t>
            </a:r>
            <a:r>
              <a:rPr lang="en-US" dirty="0"/>
              <a:t> (l2) for p = 2. For arbitrary p, </a:t>
            </a:r>
            <a:r>
              <a:rPr lang="en-US" dirty="0" err="1"/>
              <a:t>minkowski_distance</a:t>
            </a:r>
            <a:r>
              <a:rPr lang="en-US" dirty="0"/>
              <a:t> (</a:t>
            </a:r>
            <a:r>
              <a:rPr lang="en-US" dirty="0" err="1"/>
              <a:t>l_p</a:t>
            </a:r>
            <a:r>
              <a:rPr lang="en-US" dirty="0"/>
              <a:t>) is used</a:t>
            </a:r>
          </a:p>
          <a:p>
            <a:pPr marL="292100" indent="-292100">
              <a:spcBef>
                <a:spcPts val="0"/>
              </a:spcBef>
              <a:buSzPts val="2100"/>
              <a:buChar char="●"/>
            </a:pPr>
            <a:endParaRPr lang="en-US" dirty="0"/>
          </a:p>
          <a:p>
            <a:pPr marL="292100" indent="-292100">
              <a:spcBef>
                <a:spcPts val="0"/>
              </a:spcBef>
              <a:buSzPts val="2100"/>
              <a:buChar char="●"/>
            </a:pPr>
            <a:endParaRPr lang="en-US" dirty="0"/>
          </a:p>
          <a:p>
            <a:pPr marL="0" indent="0">
              <a:spcBef>
                <a:spcPts val="0"/>
              </a:spcBef>
              <a:buSzPts val="2100"/>
              <a:buNone/>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9"/>
          <p:cNvSpPr txBox="1">
            <a:spLocks noGrp="1"/>
          </p:cNvSpPr>
          <p:nvPr>
            <p:ph type="title"/>
          </p:nvPr>
        </p:nvSpPr>
        <p:spPr>
          <a:xfrm>
            <a:off x="1905000" y="152400"/>
            <a:ext cx="8280400" cy="533400"/>
          </a:xfrm>
          <a:prstGeom prst="rect">
            <a:avLst/>
          </a:prstGeom>
          <a:noFill/>
          <a:ln>
            <a:noFill/>
          </a:ln>
        </p:spPr>
        <p:txBody>
          <a:bodyPr spcFirstLastPara="1" vert="horz" wrap="square" lIns="90475" tIns="44450" rIns="90475" bIns="44450" rtlCol="0" anchor="b" anchorCtr="0">
            <a:noAutofit/>
          </a:bodyPr>
          <a:lstStyle/>
          <a:p>
            <a:pPr>
              <a:lnSpc>
                <a:spcPct val="113000"/>
              </a:lnSpc>
              <a:spcBef>
                <a:spcPts val="0"/>
              </a:spcBef>
            </a:pPr>
            <a:r>
              <a:rPr lang="en-US"/>
              <a:t>Nearest Neighbor Classification…</a:t>
            </a:r>
          </a:p>
        </p:txBody>
      </p:sp>
      <p:sp>
        <p:nvSpPr>
          <p:cNvPr id="140" name="Google Shape;140;p9"/>
          <p:cNvSpPr txBox="1">
            <a:spLocks noGrp="1"/>
          </p:cNvSpPr>
          <p:nvPr>
            <p:ph idx="1"/>
          </p:nvPr>
        </p:nvSpPr>
        <p:spPr>
          <a:xfrm>
            <a:off x="1935163" y="1143000"/>
            <a:ext cx="8318500" cy="5181600"/>
          </a:xfrm>
          <a:prstGeom prst="rect">
            <a:avLst/>
          </a:prstGeom>
          <a:noFill/>
          <a:ln>
            <a:noFill/>
          </a:ln>
        </p:spPr>
        <p:txBody>
          <a:bodyPr spcFirstLastPara="1" vert="horz" wrap="square" lIns="90475" tIns="44450" rIns="90475" bIns="44450" rtlCol="0" anchor="t" anchorCtr="0">
            <a:noAutofit/>
          </a:bodyPr>
          <a:lstStyle/>
          <a:p>
            <a:pPr marL="292100" indent="-292100">
              <a:spcBef>
                <a:spcPts val="0"/>
              </a:spcBef>
              <a:buSzPts val="2100"/>
              <a:buChar char="●"/>
            </a:pPr>
            <a:r>
              <a:rPr lang="en-US" b="1"/>
              <a:t>How to handle missing values in training and test sets?</a:t>
            </a:r>
            <a:endParaRPr b="1"/>
          </a:p>
          <a:p>
            <a:pPr marL="800100" lvl="1" indent="-342900">
              <a:spcBef>
                <a:spcPts val="680"/>
              </a:spcBef>
              <a:buSzPts val="2800"/>
              <a:buChar char="–"/>
            </a:pPr>
            <a:r>
              <a:rPr lang="en-US"/>
              <a:t>Proximity computations normally require the presence of all attributes</a:t>
            </a:r>
          </a:p>
          <a:p>
            <a:pPr marL="800100" lvl="1" indent="-342900">
              <a:spcBef>
                <a:spcPts val="680"/>
              </a:spcBef>
              <a:buSzPts val="2800"/>
              <a:buChar char="–"/>
            </a:pPr>
            <a:r>
              <a:rPr lang="en-US"/>
              <a:t>Some approaches use the subset of attributes present in two instances  </a:t>
            </a:r>
          </a:p>
          <a:p>
            <a:pPr marL="1254125" lvl="2" indent="-339725">
              <a:spcBef>
                <a:spcPts val="640"/>
              </a:spcBef>
              <a:buSzPts val="1680"/>
              <a:buChar char="◆"/>
            </a:pPr>
            <a:r>
              <a:rPr lang="en-US"/>
              <a:t>This may not produce good results since it effectively uses different  proximity measures for each pair of instances</a:t>
            </a:r>
          </a:p>
          <a:p>
            <a:pPr marL="1254125" lvl="2" indent="-339725">
              <a:spcBef>
                <a:spcPts val="640"/>
              </a:spcBef>
              <a:buSzPts val="1680"/>
              <a:buChar char="◆"/>
            </a:pPr>
            <a:r>
              <a:rPr lang="en-US"/>
              <a:t>Thus, proximities are not comparable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0"/>
          <p:cNvSpPr txBox="1">
            <a:spLocks noGrp="1"/>
          </p:cNvSpPr>
          <p:nvPr>
            <p:ph type="title"/>
          </p:nvPr>
        </p:nvSpPr>
        <p:spPr>
          <a:xfrm>
            <a:off x="1860612" y="533400"/>
            <a:ext cx="8280400" cy="533400"/>
          </a:xfrm>
          <a:prstGeom prst="rect">
            <a:avLst/>
          </a:prstGeom>
          <a:noFill/>
          <a:ln>
            <a:noFill/>
          </a:ln>
        </p:spPr>
        <p:txBody>
          <a:bodyPr spcFirstLastPara="1" vert="horz" wrap="square" lIns="90475" tIns="44450" rIns="90475" bIns="44450" rtlCol="0" anchor="b" anchorCtr="0">
            <a:noAutofit/>
          </a:bodyPr>
          <a:lstStyle/>
          <a:p>
            <a:pPr>
              <a:lnSpc>
                <a:spcPct val="150000"/>
              </a:lnSpc>
              <a:spcBef>
                <a:spcPts val="0"/>
              </a:spcBef>
            </a:pPr>
            <a:r>
              <a:rPr lang="en-US" sz="2400" dirty="0"/>
              <a:t>K-NN Classifiers…</a:t>
            </a:r>
            <a:br>
              <a:rPr lang="en-US" sz="2400" dirty="0"/>
            </a:br>
            <a:r>
              <a:rPr lang="en-US" sz="2400" dirty="0"/>
              <a:t>Handling Irrelevant and Redundant Attributes</a:t>
            </a:r>
            <a:endParaRPr sz="2400" dirty="0"/>
          </a:p>
        </p:txBody>
      </p:sp>
      <p:sp>
        <p:nvSpPr>
          <p:cNvPr id="146" name="Google Shape;146;p10"/>
          <p:cNvSpPr txBox="1">
            <a:spLocks noGrp="1"/>
          </p:cNvSpPr>
          <p:nvPr>
            <p:ph idx="1"/>
          </p:nvPr>
        </p:nvSpPr>
        <p:spPr>
          <a:xfrm>
            <a:off x="1935163" y="1143000"/>
            <a:ext cx="8318500" cy="5181600"/>
          </a:xfrm>
          <a:prstGeom prst="rect">
            <a:avLst/>
          </a:prstGeom>
          <a:noFill/>
          <a:ln>
            <a:noFill/>
          </a:ln>
        </p:spPr>
        <p:txBody>
          <a:bodyPr spcFirstLastPara="1" vert="horz" wrap="square" lIns="90475" tIns="44450" rIns="90475" bIns="44450" rtlCol="0" anchor="t" anchorCtr="0">
            <a:noAutofit/>
          </a:bodyPr>
          <a:lstStyle/>
          <a:p>
            <a:pPr marL="800100" lvl="1" indent="-342900">
              <a:spcBef>
                <a:spcPts val="0"/>
              </a:spcBef>
              <a:buSzPts val="1800"/>
              <a:buChar char="–"/>
            </a:pPr>
            <a:r>
              <a:rPr lang="en-US" sz="1800" dirty="0"/>
              <a:t>Irrelevant attributes add noise to the proximity measure</a:t>
            </a:r>
            <a:endParaRPr dirty="0"/>
          </a:p>
          <a:p>
            <a:pPr marL="800100" lvl="1" indent="-342900">
              <a:spcBef>
                <a:spcPts val="580"/>
              </a:spcBef>
              <a:buSzPts val="1800"/>
              <a:buChar char="–"/>
            </a:pPr>
            <a:r>
              <a:rPr lang="en-US" sz="1800" dirty="0"/>
              <a:t>Redundant attributes bias the proximity measure towards certain attributes</a:t>
            </a:r>
          </a:p>
          <a:p>
            <a:pPr marL="800100" lvl="1" indent="-342900">
              <a:spcBef>
                <a:spcPts val="580"/>
              </a:spcBef>
              <a:buSzPts val="1800"/>
              <a:buChar char="–"/>
            </a:pPr>
            <a:r>
              <a:rPr lang="en-US" sz="1800" dirty="0"/>
              <a:t>BMI and weight</a:t>
            </a:r>
          </a:p>
          <a:p>
            <a:pPr marL="800100" lvl="1" indent="-342900">
              <a:spcBef>
                <a:spcPts val="580"/>
              </a:spcBef>
              <a:buSzPts val="1800"/>
              <a:buChar char="–"/>
            </a:pPr>
            <a:endParaRPr lang="en-US" sz="1800" dirty="0"/>
          </a:p>
          <a:p>
            <a:pPr marL="800100" lvl="1" indent="-342900">
              <a:spcBef>
                <a:spcPts val="580"/>
              </a:spcBef>
              <a:buSzPts val="1800"/>
              <a:buChar char="–"/>
            </a:pPr>
            <a:r>
              <a:rPr lang="en-US" sz="1800" dirty="0"/>
              <a:t>KNN: slow in testing</a:t>
            </a:r>
            <a:endParaRPr dirty="0"/>
          </a:p>
          <a:p>
            <a:pPr marL="800100" lvl="1">
              <a:spcBef>
                <a:spcPts val="580"/>
              </a:spcBef>
              <a:buSzPts val="1800"/>
              <a:buNone/>
            </a:pPr>
            <a:endParaRPr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3"/>
          <p:cNvSpPr txBox="1">
            <a:spLocks noGrp="1"/>
          </p:cNvSpPr>
          <p:nvPr>
            <p:ph type="title"/>
          </p:nvPr>
        </p:nvSpPr>
        <p:spPr>
          <a:xfrm>
            <a:off x="1905000" y="152400"/>
            <a:ext cx="8280400" cy="533400"/>
          </a:xfrm>
          <a:prstGeom prst="rect">
            <a:avLst/>
          </a:prstGeom>
          <a:noFill/>
          <a:ln>
            <a:noFill/>
          </a:ln>
        </p:spPr>
        <p:txBody>
          <a:bodyPr spcFirstLastPara="1" vert="horz" wrap="square" lIns="90475" tIns="44450" rIns="90475" bIns="44450" rtlCol="0" anchor="b" anchorCtr="0">
            <a:noAutofit/>
          </a:bodyPr>
          <a:lstStyle/>
          <a:p>
            <a:pPr>
              <a:lnSpc>
                <a:spcPct val="113000"/>
              </a:lnSpc>
              <a:spcBef>
                <a:spcPts val="0"/>
              </a:spcBef>
            </a:pPr>
            <a:r>
              <a:rPr lang="en-US"/>
              <a:t>Improving KNN Efficiency</a:t>
            </a:r>
          </a:p>
        </p:txBody>
      </p:sp>
      <p:sp>
        <p:nvSpPr>
          <p:cNvPr id="153" name="Google Shape;153;p13"/>
          <p:cNvSpPr txBox="1">
            <a:spLocks noGrp="1"/>
          </p:cNvSpPr>
          <p:nvPr>
            <p:ph idx="1"/>
          </p:nvPr>
        </p:nvSpPr>
        <p:spPr>
          <a:xfrm>
            <a:off x="1935163" y="1143000"/>
            <a:ext cx="8318500" cy="5181600"/>
          </a:xfrm>
          <a:prstGeom prst="rect">
            <a:avLst/>
          </a:prstGeom>
          <a:noFill/>
          <a:ln>
            <a:noFill/>
          </a:ln>
        </p:spPr>
        <p:txBody>
          <a:bodyPr spcFirstLastPara="1" vert="horz" wrap="square" lIns="90475" tIns="44450" rIns="90475" bIns="44450" rtlCol="0" anchor="t" anchorCtr="0">
            <a:noAutofit/>
          </a:bodyPr>
          <a:lstStyle/>
          <a:p>
            <a:pPr marL="292100" indent="-292100">
              <a:spcBef>
                <a:spcPts val="0"/>
              </a:spcBef>
              <a:buSzPts val="2100"/>
              <a:buChar char="●"/>
            </a:pPr>
            <a:r>
              <a:rPr lang="en-US"/>
              <a:t>Avoid having to compute distance to all objects in the training set</a:t>
            </a:r>
          </a:p>
          <a:p>
            <a:pPr marL="800100" lvl="1" indent="-342900">
              <a:spcBef>
                <a:spcPts val="680"/>
              </a:spcBef>
              <a:buSzPts val="2800"/>
              <a:buChar char="–"/>
            </a:pPr>
            <a:r>
              <a:rPr lang="en-US"/>
              <a:t>Multi-dimensional access methods (k-d trees)  </a:t>
            </a:r>
          </a:p>
          <a:p>
            <a:pPr marL="800100" lvl="1" indent="-342900">
              <a:spcBef>
                <a:spcPts val="680"/>
              </a:spcBef>
              <a:buSzPts val="2800"/>
              <a:buChar char="–"/>
            </a:pPr>
            <a:r>
              <a:rPr lang="en-US"/>
              <a:t>Fast approximate similarity search</a:t>
            </a:r>
          </a:p>
          <a:p>
            <a:pPr marL="800100" lvl="1" indent="-342900">
              <a:spcBef>
                <a:spcPts val="680"/>
              </a:spcBef>
              <a:buSzPts val="2800"/>
              <a:buChar char="–"/>
            </a:pPr>
            <a:r>
              <a:rPr lang="en-US"/>
              <a:t>Locality Sensitive Hashing (LSH) </a:t>
            </a:r>
          </a:p>
          <a:p>
            <a:pPr marL="292100" indent="-292100">
              <a:spcBef>
                <a:spcPts val="680"/>
              </a:spcBef>
              <a:buSzPts val="2100"/>
              <a:buChar char="●"/>
            </a:pPr>
            <a:r>
              <a:rPr lang="en-US"/>
              <a:t>Condensing</a:t>
            </a:r>
          </a:p>
          <a:p>
            <a:pPr marL="800100" lvl="1" indent="-342900">
              <a:spcBef>
                <a:spcPts val="680"/>
              </a:spcBef>
              <a:buSzPts val="2800"/>
              <a:buChar char="–"/>
            </a:pPr>
            <a:r>
              <a:rPr lang="en-US"/>
              <a:t>Determine a smaller set of objects that give the same performance</a:t>
            </a:r>
          </a:p>
          <a:p>
            <a:pPr marL="292100" indent="-292100">
              <a:spcBef>
                <a:spcPts val="680"/>
              </a:spcBef>
              <a:buSzPts val="2100"/>
              <a:buChar char="●"/>
            </a:pPr>
            <a:r>
              <a:rPr lang="en-US"/>
              <a:t>Editing</a:t>
            </a:r>
          </a:p>
          <a:p>
            <a:pPr marL="800100" lvl="1" indent="-342900">
              <a:spcBef>
                <a:spcPts val="680"/>
              </a:spcBef>
              <a:buSzPts val="2800"/>
              <a:buChar char="–"/>
            </a:pPr>
            <a:r>
              <a:rPr lang="en-US"/>
              <a:t>Remove objects to improve efficiency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1361</Words>
  <Application>Microsoft Office PowerPoint</Application>
  <PresentationFormat>Widescreen</PresentationFormat>
  <Paragraphs>177</Paragraphs>
  <Slides>27</Slides>
  <Notes>23</Notes>
  <HiddenSlides>1</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6" baseType="lpstr">
      <vt:lpstr>Arial</vt:lpstr>
      <vt:lpstr>Calibri</vt:lpstr>
      <vt:lpstr>Calibri Light</vt:lpstr>
      <vt:lpstr>Cambria Math</vt:lpstr>
      <vt:lpstr>Garamond</vt:lpstr>
      <vt:lpstr>Times New Roman</vt:lpstr>
      <vt:lpstr>Wingdings</vt:lpstr>
      <vt:lpstr>Office Theme</vt:lpstr>
      <vt:lpstr>Visio.Drawing.6</vt:lpstr>
      <vt:lpstr>Nearest Neighbor Classifiers</vt:lpstr>
      <vt:lpstr>Nearest-Neighbor Classifiers</vt:lpstr>
      <vt:lpstr>How to Determine the class label of a Test Sample?</vt:lpstr>
      <vt:lpstr>Query Types</vt:lpstr>
      <vt:lpstr>Exact Match Query</vt:lpstr>
      <vt:lpstr>Range Query</vt:lpstr>
      <vt:lpstr>Nearest-Neighbor(s) (NN) Query</vt:lpstr>
      <vt:lpstr>Nearest Neighbor(s) Query</vt:lpstr>
      <vt:lpstr>Nearest Neighbor(s) Query (cont’d)</vt:lpstr>
      <vt:lpstr>Multi-dimensional Query</vt:lpstr>
      <vt:lpstr>Nearest Neighbor Query in High Dimensions</vt:lpstr>
      <vt:lpstr>Nearest Neighbor Query in High Dimensions</vt:lpstr>
      <vt:lpstr>Interpreting Queries Geometrically</vt:lpstr>
      <vt:lpstr>Example 1- Range Search in 2D</vt:lpstr>
      <vt:lpstr>Example 2 – Range Search in 3D</vt:lpstr>
      <vt:lpstr>Example 3 – Nearest Neighbors Search</vt:lpstr>
      <vt:lpstr>Nearest Neighbor Classification…</vt:lpstr>
      <vt:lpstr>PowerPoint Presentation</vt:lpstr>
      <vt:lpstr>K-Nearest Neighbor (kNN)</vt:lpstr>
      <vt:lpstr>K-Nearest Neighbor (kNN)</vt:lpstr>
      <vt:lpstr>PowerPoint Presentation</vt:lpstr>
      <vt:lpstr>PowerPoint Presentation</vt:lpstr>
      <vt:lpstr>Nearest Neighbor Classification…</vt:lpstr>
      <vt:lpstr>kNN sklearn and hyperparameters</vt:lpstr>
      <vt:lpstr>Nearest Neighbor Classification…</vt:lpstr>
      <vt:lpstr>K-NN Classifiers… Handling Irrelevant and Redundant Attributes</vt:lpstr>
      <vt:lpstr>Improving KNN Efficiency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Riasat Khan</cp:lastModifiedBy>
  <cp:revision>7</cp:revision>
  <dcterms:created xsi:type="dcterms:W3CDTF">2021-11-22T10:53:00Z</dcterms:created>
  <dcterms:modified xsi:type="dcterms:W3CDTF">2024-03-02T12:57:34Z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0EF1C18AB79A45739524D80FAB8F4CE3</vt:lpwstr>
  </property>
  <property fmtid="{D5CDD505-2E9C-101B-9397-08002B2CF9AE}" pid="3" name="KSOProductBuildVer">
    <vt:lpwstr>1033-11.2.0.11486</vt:lpwstr>
  </property>
</Properties>
</file>