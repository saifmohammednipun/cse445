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1"/>
  </p:notesMasterIdLst>
  <p:handoutMasterIdLst>
    <p:handoutMasterId r:id="rId22"/>
  </p:handoutMasterIdLst>
  <p:sldIdLst>
    <p:sldId id="665" r:id="rId2"/>
    <p:sldId id="667" r:id="rId3"/>
    <p:sldId id="688" r:id="rId4"/>
    <p:sldId id="669" r:id="rId5"/>
    <p:sldId id="670" r:id="rId6"/>
    <p:sldId id="671" r:id="rId7"/>
    <p:sldId id="693" r:id="rId8"/>
    <p:sldId id="692" r:id="rId9"/>
    <p:sldId id="696" r:id="rId10"/>
    <p:sldId id="697" r:id="rId11"/>
    <p:sldId id="698" r:id="rId12"/>
    <p:sldId id="700" r:id="rId13"/>
    <p:sldId id="694" r:id="rId14"/>
    <p:sldId id="699" r:id="rId15"/>
    <p:sldId id="702" r:id="rId16"/>
    <p:sldId id="703" r:id="rId17"/>
    <p:sldId id="704" r:id="rId18"/>
    <p:sldId id="705" r:id="rId19"/>
    <p:sldId id="706" r:id="rId20"/>
  </p:sldIdLst>
  <p:sldSz cx="9144000" cy="6858000" type="screen4x3"/>
  <p:notesSz cx="7315200" cy="9601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1400" b="1" kern="1200">
        <a:solidFill>
          <a:schemeClr val="tx1"/>
        </a:solidFill>
        <a:latin typeface="Arial" panose="020B0604020202020204" pitchFamily="34" charset="0"/>
        <a:ea typeface="+mn-ea"/>
        <a:cs typeface="+mn-cs"/>
      </a:defRPr>
    </a:lvl5pPr>
    <a:lvl6pPr marL="2286000" algn="l" defTabSz="914400" rtl="0" eaLnBrk="1" latinLnBrk="0" hangingPunct="1">
      <a:defRPr sz="1400" b="1" kern="1200">
        <a:solidFill>
          <a:schemeClr val="tx1"/>
        </a:solidFill>
        <a:latin typeface="Arial" panose="020B0604020202020204" pitchFamily="34" charset="0"/>
        <a:ea typeface="+mn-ea"/>
        <a:cs typeface="+mn-cs"/>
      </a:defRPr>
    </a:lvl6pPr>
    <a:lvl7pPr marL="2743200" algn="l" defTabSz="914400" rtl="0" eaLnBrk="1" latinLnBrk="0" hangingPunct="1">
      <a:defRPr sz="1400" b="1" kern="1200">
        <a:solidFill>
          <a:schemeClr val="tx1"/>
        </a:solidFill>
        <a:latin typeface="Arial" panose="020B0604020202020204" pitchFamily="34" charset="0"/>
        <a:ea typeface="+mn-ea"/>
        <a:cs typeface="+mn-cs"/>
      </a:defRPr>
    </a:lvl7pPr>
    <a:lvl8pPr marL="3200400" algn="l" defTabSz="914400" rtl="0" eaLnBrk="1" latinLnBrk="0" hangingPunct="1">
      <a:defRPr sz="1400" b="1" kern="1200">
        <a:solidFill>
          <a:schemeClr val="tx1"/>
        </a:solidFill>
        <a:latin typeface="Arial" panose="020B0604020202020204" pitchFamily="34" charset="0"/>
        <a:ea typeface="+mn-ea"/>
        <a:cs typeface="+mn-cs"/>
      </a:defRPr>
    </a:lvl8pPr>
    <a:lvl9pPr marL="3657600" algn="l" defTabSz="914400" rtl="0" eaLnBrk="1" latinLnBrk="0" hangingPunct="1">
      <a:defRPr sz="14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736">
          <p15:clr>
            <a:srgbClr val="A4A3A4"/>
          </p15:clr>
        </p15:guide>
      </p15:sldGuideLst>
    </p:ext>
    <p:ext uri="{2D200454-40CA-4A62-9FC3-DE9A4176ACB9}">
      <p15:notesGuideLst xmlns:p15="http://schemas.microsoft.com/office/powerpoint/2012/main">
        <p15:guide id="1" orient="horz" pos="3025">
          <p15:clr>
            <a:srgbClr val="A4A3A4"/>
          </p15:clr>
        </p15:guide>
        <p15:guide id="2" pos="230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4FACF7-ED36-4F5C-92CA-D890B18851F8}" v="19" dt="2024-11-04T13:13:53.6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059" autoAdjust="0"/>
    <p:restoredTop sz="92478" autoAdjust="0"/>
  </p:normalViewPr>
  <p:slideViewPr>
    <p:cSldViewPr>
      <p:cViewPr varScale="1">
        <p:scale>
          <a:sx n="77" d="100"/>
          <a:sy n="77" d="100"/>
        </p:scale>
        <p:origin x="1325" y="67"/>
      </p:cViewPr>
      <p:guideLst>
        <p:guide orient="horz" pos="2160"/>
        <p:guide pos="2736"/>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83" d="100"/>
          <a:sy n="83" d="100"/>
        </p:scale>
        <p:origin x="-840" y="-66"/>
      </p:cViewPr>
      <p:guideLst>
        <p:guide orient="horz" pos="3025"/>
        <p:guide pos="230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iasat Khan" userId="826ac62dfbb52e43" providerId="LiveId" clId="{864FACF7-ED36-4F5C-92CA-D890B18851F8}"/>
    <pc:docChg chg="undo custSel addSld delSld modSld sldOrd">
      <pc:chgData name="Riasat Khan" userId="826ac62dfbb52e43" providerId="LiveId" clId="{864FACF7-ED36-4F5C-92CA-D890B18851F8}" dt="2024-11-04T13:14:13.129" v="1059" actId="115"/>
      <pc:docMkLst>
        <pc:docMk/>
      </pc:docMkLst>
      <pc:sldChg chg="modSp mod">
        <pc:chgData name="Riasat Khan" userId="826ac62dfbb52e43" providerId="LiveId" clId="{864FACF7-ED36-4F5C-92CA-D890B18851F8}" dt="2023-05-28T23:28:59.355" v="10" actId="20577"/>
        <pc:sldMkLst>
          <pc:docMk/>
          <pc:sldMk cId="0" sldId="667"/>
        </pc:sldMkLst>
        <pc:spChg chg="mod">
          <ac:chgData name="Riasat Khan" userId="826ac62dfbb52e43" providerId="LiveId" clId="{864FACF7-ED36-4F5C-92CA-D890B18851F8}" dt="2023-05-28T23:28:59.355" v="10" actId="20577"/>
          <ac:spMkLst>
            <pc:docMk/>
            <pc:sldMk cId="0" sldId="667"/>
            <ac:spMk id="6147" creationId="{71C89AE9-2F86-4419-BB4E-E4AE6E2327DD}"/>
          </ac:spMkLst>
        </pc:spChg>
      </pc:sldChg>
      <pc:sldChg chg="modSp mod">
        <pc:chgData name="Riasat Khan" userId="826ac62dfbb52e43" providerId="LiveId" clId="{864FACF7-ED36-4F5C-92CA-D890B18851F8}" dt="2023-05-28T23:42:19.758" v="122" actId="20577"/>
        <pc:sldMkLst>
          <pc:docMk/>
          <pc:sldMk cId="0" sldId="669"/>
        </pc:sldMkLst>
        <pc:spChg chg="mod">
          <ac:chgData name="Riasat Khan" userId="826ac62dfbb52e43" providerId="LiveId" clId="{864FACF7-ED36-4F5C-92CA-D890B18851F8}" dt="2023-05-28T23:42:19.758" v="122" actId="20577"/>
          <ac:spMkLst>
            <pc:docMk/>
            <pc:sldMk cId="0" sldId="669"/>
            <ac:spMk id="10" creationId="{352FAD0B-544D-407E-9365-4255AE71FCD4}"/>
          </ac:spMkLst>
        </pc:spChg>
      </pc:sldChg>
      <pc:sldChg chg="modSp mod">
        <pc:chgData name="Riasat Khan" userId="826ac62dfbb52e43" providerId="LiveId" clId="{864FACF7-ED36-4F5C-92CA-D890B18851F8}" dt="2023-05-28T23:47:10.185" v="259" actId="20577"/>
        <pc:sldMkLst>
          <pc:docMk/>
          <pc:sldMk cId="0" sldId="688"/>
        </pc:sldMkLst>
        <pc:spChg chg="mod">
          <ac:chgData name="Riasat Khan" userId="826ac62dfbb52e43" providerId="LiveId" clId="{864FACF7-ED36-4F5C-92CA-D890B18851F8}" dt="2023-05-28T23:47:10.185" v="259" actId="20577"/>
          <ac:spMkLst>
            <pc:docMk/>
            <pc:sldMk cId="0" sldId="688"/>
            <ac:spMk id="9219" creationId="{DFA4EC1F-C8DF-4052-B7EE-8744BA235330}"/>
          </ac:spMkLst>
        </pc:spChg>
      </pc:sldChg>
      <pc:sldChg chg="modSp mod">
        <pc:chgData name="Riasat Khan" userId="826ac62dfbb52e43" providerId="LiveId" clId="{864FACF7-ED36-4F5C-92CA-D890B18851F8}" dt="2024-05-21T01:17:54.448" v="490"/>
        <pc:sldMkLst>
          <pc:docMk/>
          <pc:sldMk cId="4259362542" sldId="693"/>
        </pc:sldMkLst>
        <pc:spChg chg="mod">
          <ac:chgData name="Riasat Khan" userId="826ac62dfbb52e43" providerId="LiveId" clId="{864FACF7-ED36-4F5C-92CA-D890B18851F8}" dt="2024-05-21T01:17:54.448" v="490"/>
          <ac:spMkLst>
            <pc:docMk/>
            <pc:sldMk cId="4259362542" sldId="693"/>
            <ac:spMk id="15363" creationId="{8715C23C-06AB-4189-A0C9-F40880131140}"/>
          </ac:spMkLst>
        </pc:spChg>
      </pc:sldChg>
      <pc:sldChg chg="ord">
        <pc:chgData name="Riasat Khan" userId="826ac62dfbb52e43" providerId="LiveId" clId="{864FACF7-ED36-4F5C-92CA-D890B18851F8}" dt="2023-05-28T23:44:13.599" v="126"/>
        <pc:sldMkLst>
          <pc:docMk/>
          <pc:sldMk cId="1997768405" sldId="694"/>
        </pc:sldMkLst>
      </pc:sldChg>
      <pc:sldChg chg="addSp modSp add del mod">
        <pc:chgData name="Riasat Khan" userId="826ac62dfbb52e43" providerId="LiveId" clId="{864FACF7-ED36-4F5C-92CA-D890B18851F8}" dt="2023-05-29T00:03:02.577" v="388" actId="47"/>
        <pc:sldMkLst>
          <pc:docMk/>
          <pc:sldMk cId="3416124333" sldId="695"/>
        </pc:sldMkLst>
        <pc:spChg chg="mod">
          <ac:chgData name="Riasat Khan" userId="826ac62dfbb52e43" providerId="LiveId" clId="{864FACF7-ED36-4F5C-92CA-D890B18851F8}" dt="2023-05-28T23:47:51.463" v="275" actId="20577"/>
          <ac:spMkLst>
            <pc:docMk/>
            <pc:sldMk cId="3416124333" sldId="695"/>
            <ac:spMk id="31746" creationId="{A1AB855A-B489-4AA1-B112-72D0BC8C3F16}"/>
          </ac:spMkLst>
        </pc:spChg>
        <pc:spChg chg="mod">
          <ac:chgData name="Riasat Khan" userId="826ac62dfbb52e43" providerId="LiveId" clId="{864FACF7-ED36-4F5C-92CA-D890B18851F8}" dt="2023-05-29T00:02:27.920" v="382" actId="20577"/>
          <ac:spMkLst>
            <pc:docMk/>
            <pc:sldMk cId="3416124333" sldId="695"/>
            <ac:spMk id="31747" creationId="{91EF8DD4-94FA-4330-9CFB-812BDA66C0AD}"/>
          </ac:spMkLst>
        </pc:spChg>
        <pc:picChg chg="add mod">
          <ac:chgData name="Riasat Khan" userId="826ac62dfbb52e43" providerId="LiveId" clId="{864FACF7-ED36-4F5C-92CA-D890B18851F8}" dt="2023-05-29T00:02:45.042" v="387" actId="962"/>
          <ac:picMkLst>
            <pc:docMk/>
            <pc:sldMk cId="3416124333" sldId="695"/>
            <ac:picMk id="3" creationId="{D95D6834-E3C2-FB2B-9FAE-2A4F67F3D8B5}"/>
          </ac:picMkLst>
        </pc:picChg>
      </pc:sldChg>
      <pc:sldChg chg="add">
        <pc:chgData name="Riasat Khan" userId="826ac62dfbb52e43" providerId="LiveId" clId="{864FACF7-ED36-4F5C-92CA-D890B18851F8}" dt="2023-05-29T00:02:12.693" v="380" actId="2890"/>
        <pc:sldMkLst>
          <pc:docMk/>
          <pc:sldMk cId="3941872570" sldId="696"/>
        </pc:sldMkLst>
      </pc:sldChg>
      <pc:sldChg chg="modSp add mod">
        <pc:chgData name="Riasat Khan" userId="826ac62dfbb52e43" providerId="LiveId" clId="{864FACF7-ED36-4F5C-92CA-D890B18851F8}" dt="2023-05-29T00:10:24.883" v="446" actId="20577"/>
        <pc:sldMkLst>
          <pc:docMk/>
          <pc:sldMk cId="980377860" sldId="697"/>
        </pc:sldMkLst>
        <pc:spChg chg="mod">
          <ac:chgData name="Riasat Khan" userId="826ac62dfbb52e43" providerId="LiveId" clId="{864FACF7-ED36-4F5C-92CA-D890B18851F8}" dt="2023-05-29T00:08:16.398" v="420" actId="20577"/>
          <ac:spMkLst>
            <pc:docMk/>
            <pc:sldMk cId="980377860" sldId="697"/>
            <ac:spMk id="31746" creationId="{A1AB855A-B489-4AA1-B112-72D0BC8C3F16}"/>
          </ac:spMkLst>
        </pc:spChg>
        <pc:spChg chg="mod">
          <ac:chgData name="Riasat Khan" userId="826ac62dfbb52e43" providerId="LiveId" clId="{864FACF7-ED36-4F5C-92CA-D890B18851F8}" dt="2023-05-29T00:10:24.883" v="446" actId="20577"/>
          <ac:spMkLst>
            <pc:docMk/>
            <pc:sldMk cId="980377860" sldId="697"/>
            <ac:spMk id="31747" creationId="{91EF8DD4-94FA-4330-9CFB-812BDA66C0AD}"/>
          </ac:spMkLst>
        </pc:spChg>
      </pc:sldChg>
      <pc:sldChg chg="modSp">
        <pc:chgData name="Riasat Khan" userId="826ac62dfbb52e43" providerId="LiveId" clId="{864FACF7-ED36-4F5C-92CA-D890B18851F8}" dt="2024-05-25T03:40:01.393" v="491"/>
        <pc:sldMkLst>
          <pc:docMk/>
          <pc:sldMk cId="3163144244" sldId="699"/>
        </pc:sldMkLst>
        <pc:spChg chg="mod">
          <ac:chgData name="Riasat Khan" userId="826ac62dfbb52e43" providerId="LiveId" clId="{864FACF7-ED36-4F5C-92CA-D890B18851F8}" dt="2024-05-25T03:40:01.393" v="491"/>
          <ac:spMkLst>
            <pc:docMk/>
            <pc:sldMk cId="3163144244" sldId="699"/>
            <ac:spMk id="31747" creationId="{91EF8DD4-94FA-4330-9CFB-812BDA66C0AD}"/>
          </ac:spMkLst>
        </pc:spChg>
      </pc:sldChg>
      <pc:sldChg chg="modSp add del mod">
        <pc:chgData name="Riasat Khan" userId="826ac62dfbb52e43" providerId="LiveId" clId="{864FACF7-ED36-4F5C-92CA-D890B18851F8}" dt="2024-05-25T03:58:34.463" v="627" actId="47"/>
        <pc:sldMkLst>
          <pc:docMk/>
          <pc:sldMk cId="1375214684" sldId="701"/>
        </pc:sldMkLst>
        <pc:spChg chg="mod">
          <ac:chgData name="Riasat Khan" userId="826ac62dfbb52e43" providerId="LiveId" clId="{864FACF7-ED36-4F5C-92CA-D890B18851F8}" dt="2024-05-25T03:40:49.621" v="504" actId="20577"/>
          <ac:spMkLst>
            <pc:docMk/>
            <pc:sldMk cId="1375214684" sldId="701"/>
            <ac:spMk id="31746" creationId="{A1AB855A-B489-4AA1-B112-72D0BC8C3F16}"/>
          </ac:spMkLst>
        </pc:spChg>
        <pc:spChg chg="mod">
          <ac:chgData name="Riasat Khan" userId="826ac62dfbb52e43" providerId="LiveId" clId="{864FACF7-ED36-4F5C-92CA-D890B18851F8}" dt="2024-05-25T03:58:20.681" v="626" actId="20577"/>
          <ac:spMkLst>
            <pc:docMk/>
            <pc:sldMk cId="1375214684" sldId="701"/>
            <ac:spMk id="31747" creationId="{91EF8DD4-94FA-4330-9CFB-812BDA66C0AD}"/>
          </ac:spMkLst>
        </pc:spChg>
      </pc:sldChg>
      <pc:sldChg chg="new del">
        <pc:chgData name="Riasat Khan" userId="826ac62dfbb52e43" providerId="LiveId" clId="{864FACF7-ED36-4F5C-92CA-D890B18851F8}" dt="2024-05-25T03:40:14.325" v="494" actId="47"/>
        <pc:sldMkLst>
          <pc:docMk/>
          <pc:sldMk cId="2728248887" sldId="702"/>
        </pc:sldMkLst>
      </pc:sldChg>
      <pc:sldChg chg="modSp add mod">
        <pc:chgData name="Riasat Khan" userId="826ac62dfbb52e43" providerId="LiveId" clId="{864FACF7-ED36-4F5C-92CA-D890B18851F8}" dt="2024-05-26T01:46:02.830" v="962" actId="207"/>
        <pc:sldMkLst>
          <pc:docMk/>
          <pc:sldMk cId="4269846910" sldId="702"/>
        </pc:sldMkLst>
        <pc:spChg chg="mod">
          <ac:chgData name="Riasat Khan" userId="826ac62dfbb52e43" providerId="LiveId" clId="{864FACF7-ED36-4F5C-92CA-D890B18851F8}" dt="2024-05-26T01:46:02.830" v="962" actId="207"/>
          <ac:spMkLst>
            <pc:docMk/>
            <pc:sldMk cId="4269846910" sldId="702"/>
            <ac:spMk id="31747" creationId="{91EF8DD4-94FA-4330-9CFB-812BDA66C0AD}"/>
          </ac:spMkLst>
        </pc:spChg>
      </pc:sldChg>
      <pc:sldChg chg="addSp delSp modSp add mod">
        <pc:chgData name="Riasat Khan" userId="826ac62dfbb52e43" providerId="LiveId" clId="{864FACF7-ED36-4F5C-92CA-D890B18851F8}" dt="2024-05-26T01:46:53.771" v="971" actId="20577"/>
        <pc:sldMkLst>
          <pc:docMk/>
          <pc:sldMk cId="2774945759" sldId="703"/>
        </pc:sldMkLst>
        <pc:spChg chg="add mod">
          <ac:chgData name="Riasat Khan" userId="826ac62dfbb52e43" providerId="LiveId" clId="{864FACF7-ED36-4F5C-92CA-D890B18851F8}" dt="2024-05-26T01:46:53.771" v="971" actId="20577"/>
          <ac:spMkLst>
            <pc:docMk/>
            <pc:sldMk cId="2774945759" sldId="703"/>
            <ac:spMk id="5" creationId="{7FD7BCA0-7573-CAEA-1B42-1EE79F9964C6}"/>
          </ac:spMkLst>
        </pc:spChg>
        <pc:spChg chg="del mod">
          <ac:chgData name="Riasat Khan" userId="826ac62dfbb52e43" providerId="LiveId" clId="{864FACF7-ED36-4F5C-92CA-D890B18851F8}" dt="2024-05-25T03:58:58.196" v="630" actId="931"/>
          <ac:spMkLst>
            <pc:docMk/>
            <pc:sldMk cId="2774945759" sldId="703"/>
            <ac:spMk id="31747" creationId="{91EF8DD4-94FA-4330-9CFB-812BDA66C0AD}"/>
          </ac:spMkLst>
        </pc:spChg>
        <pc:picChg chg="add mod">
          <ac:chgData name="Riasat Khan" userId="826ac62dfbb52e43" providerId="LiveId" clId="{864FACF7-ED36-4F5C-92CA-D890B18851F8}" dt="2024-05-26T01:38:40.273" v="823" actId="1076"/>
          <ac:picMkLst>
            <pc:docMk/>
            <pc:sldMk cId="2774945759" sldId="703"/>
            <ac:picMk id="3" creationId="{945ACE81-A129-DBDB-356C-6478E15EF2DE}"/>
          </ac:picMkLst>
        </pc:picChg>
      </pc:sldChg>
      <pc:sldChg chg="addSp delSp modSp add mod">
        <pc:chgData name="Riasat Khan" userId="826ac62dfbb52e43" providerId="LiveId" clId="{864FACF7-ED36-4F5C-92CA-D890B18851F8}" dt="2024-05-25T04:04:15.148" v="746" actId="20577"/>
        <pc:sldMkLst>
          <pc:docMk/>
          <pc:sldMk cId="1108039182" sldId="704"/>
        </pc:sldMkLst>
        <pc:spChg chg="add mod">
          <ac:chgData name="Riasat Khan" userId="826ac62dfbb52e43" providerId="LiveId" clId="{864FACF7-ED36-4F5C-92CA-D890B18851F8}" dt="2024-05-25T04:04:15.148" v="746" actId="20577"/>
          <ac:spMkLst>
            <pc:docMk/>
            <pc:sldMk cId="1108039182" sldId="704"/>
            <ac:spMk id="2" creationId="{6886014D-1211-0601-CAC2-14E2F35FE4DF}"/>
          </ac:spMkLst>
        </pc:spChg>
        <pc:spChg chg="del mod">
          <ac:chgData name="Riasat Khan" userId="826ac62dfbb52e43" providerId="LiveId" clId="{864FACF7-ED36-4F5C-92CA-D890B18851F8}" dt="2024-05-25T04:01:33.981" v="669" actId="478"/>
          <ac:spMkLst>
            <pc:docMk/>
            <pc:sldMk cId="1108039182" sldId="704"/>
            <ac:spMk id="5" creationId="{7FD7BCA0-7573-CAEA-1B42-1EE79F9964C6}"/>
          </ac:spMkLst>
        </pc:spChg>
        <pc:spChg chg="mod">
          <ac:chgData name="Riasat Khan" userId="826ac62dfbb52e43" providerId="LiveId" clId="{864FACF7-ED36-4F5C-92CA-D890B18851F8}" dt="2024-05-25T04:01:27.099" v="666" actId="14100"/>
          <ac:spMkLst>
            <pc:docMk/>
            <pc:sldMk cId="1108039182" sldId="704"/>
            <ac:spMk id="31746" creationId="{A1AB855A-B489-4AA1-B112-72D0BC8C3F16}"/>
          </ac:spMkLst>
        </pc:spChg>
        <pc:picChg chg="del">
          <ac:chgData name="Riasat Khan" userId="826ac62dfbb52e43" providerId="LiveId" clId="{864FACF7-ED36-4F5C-92CA-D890B18851F8}" dt="2024-05-25T04:01:28.453" v="667" actId="478"/>
          <ac:picMkLst>
            <pc:docMk/>
            <pc:sldMk cId="1108039182" sldId="704"/>
            <ac:picMk id="3" creationId="{945ACE81-A129-DBDB-356C-6478E15EF2DE}"/>
          </ac:picMkLst>
        </pc:picChg>
      </pc:sldChg>
      <pc:sldChg chg="addSp modSp add mod">
        <pc:chgData name="Riasat Khan" userId="826ac62dfbb52e43" providerId="LiveId" clId="{864FACF7-ED36-4F5C-92CA-D890B18851F8}" dt="2024-11-04T13:14:13.129" v="1059" actId="115"/>
        <pc:sldMkLst>
          <pc:docMk/>
          <pc:sldMk cId="3448895863" sldId="705"/>
        </pc:sldMkLst>
        <pc:spChg chg="mod">
          <ac:chgData name="Riasat Khan" userId="826ac62dfbb52e43" providerId="LiveId" clId="{864FACF7-ED36-4F5C-92CA-D890B18851F8}" dt="2024-11-04T13:10:09.063" v="1012"/>
          <ac:spMkLst>
            <pc:docMk/>
            <pc:sldMk cId="3448895863" sldId="705"/>
            <ac:spMk id="2" creationId="{4CB7DDAF-C682-16F7-47A3-4129BC67968B}"/>
          </ac:spMkLst>
        </pc:spChg>
        <pc:spChg chg="add mod">
          <ac:chgData name="Riasat Khan" userId="826ac62dfbb52e43" providerId="LiveId" clId="{864FACF7-ED36-4F5C-92CA-D890B18851F8}" dt="2024-11-04T13:14:13.129" v="1059" actId="115"/>
          <ac:spMkLst>
            <pc:docMk/>
            <pc:sldMk cId="3448895863" sldId="705"/>
            <ac:spMk id="7" creationId="{92B06E9D-5ED4-1BCD-A907-DE77AE5B1AA5}"/>
          </ac:spMkLst>
        </pc:spChg>
        <pc:spChg chg="mod">
          <ac:chgData name="Riasat Khan" userId="826ac62dfbb52e43" providerId="LiveId" clId="{864FACF7-ED36-4F5C-92CA-D890B18851F8}" dt="2024-11-04T13:09:46.801" v="981" actId="20577"/>
          <ac:spMkLst>
            <pc:docMk/>
            <pc:sldMk cId="3448895863" sldId="705"/>
            <ac:spMk id="31746" creationId="{D1FB33F6-7703-CE54-DDAB-979B92C0E00A}"/>
          </ac:spMkLst>
        </pc:spChg>
        <pc:picChg chg="add mod">
          <ac:chgData name="Riasat Khan" userId="826ac62dfbb52e43" providerId="LiveId" clId="{864FACF7-ED36-4F5C-92CA-D890B18851F8}" dt="2024-11-04T13:10:25.447" v="1015" actId="27614"/>
          <ac:picMkLst>
            <pc:docMk/>
            <pc:sldMk cId="3448895863" sldId="705"/>
            <ac:picMk id="4" creationId="{578B70D2-D7BE-3090-5B7A-B437583A7447}"/>
          </ac:picMkLst>
        </pc:picChg>
      </pc:sldChg>
      <pc:sldChg chg="addSp modSp add mod">
        <pc:chgData name="Riasat Khan" userId="826ac62dfbb52e43" providerId="LiveId" clId="{864FACF7-ED36-4F5C-92CA-D890B18851F8}" dt="2024-11-04T13:13:15.569" v="1048" actId="14100"/>
        <pc:sldMkLst>
          <pc:docMk/>
          <pc:sldMk cId="2853459806" sldId="706"/>
        </pc:sldMkLst>
        <pc:spChg chg="mod">
          <ac:chgData name="Riasat Khan" userId="826ac62dfbb52e43" providerId="LiveId" clId="{864FACF7-ED36-4F5C-92CA-D890B18851F8}" dt="2024-11-04T13:12:08.352" v="1036" actId="20577"/>
          <ac:spMkLst>
            <pc:docMk/>
            <pc:sldMk cId="2853459806" sldId="706"/>
            <ac:spMk id="2" creationId="{268F8AB9-4AD0-A45C-90F6-3F830458B16F}"/>
          </ac:spMkLst>
        </pc:spChg>
        <pc:spChg chg="mod">
          <ac:chgData name="Riasat Khan" userId="826ac62dfbb52e43" providerId="LiveId" clId="{864FACF7-ED36-4F5C-92CA-D890B18851F8}" dt="2024-11-04T13:12:52.284" v="1041"/>
          <ac:spMkLst>
            <pc:docMk/>
            <pc:sldMk cId="2853459806" sldId="706"/>
            <ac:spMk id="31746" creationId="{824A22C6-9C41-34CE-A3DB-155BB0559DDA}"/>
          </ac:spMkLst>
        </pc:spChg>
        <pc:picChg chg="mod">
          <ac:chgData name="Riasat Khan" userId="826ac62dfbb52e43" providerId="LiveId" clId="{864FACF7-ED36-4F5C-92CA-D890B18851F8}" dt="2024-11-04T13:12:56.850" v="1042" actId="14100"/>
          <ac:picMkLst>
            <pc:docMk/>
            <pc:sldMk cId="2853459806" sldId="706"/>
            <ac:picMk id="4" creationId="{C1964B74-5B5D-7920-51EC-3EFCA60C87B2}"/>
          </ac:picMkLst>
        </pc:picChg>
        <pc:picChg chg="add mod">
          <ac:chgData name="Riasat Khan" userId="826ac62dfbb52e43" providerId="LiveId" clId="{864FACF7-ED36-4F5C-92CA-D890B18851F8}" dt="2024-11-04T13:13:15.569" v="1048" actId="14100"/>
          <ac:picMkLst>
            <pc:docMk/>
            <pc:sldMk cId="2853459806" sldId="706"/>
            <ac:picMk id="5" creationId="{56722429-B200-F3AB-81D2-7EB05EF592E9}"/>
          </ac:picMkLst>
        </pc:picChg>
      </pc:sldChg>
    </pc:docChg>
  </pc:docChgLst>
  <pc:docChgLst>
    <pc:chgData name="Riasat Khan" userId="826ac62dfbb52e43" providerId="LiveId" clId="{7D10A401-E52E-4536-8EC0-1A19FC3A0436}"/>
    <pc:docChg chg="modSld">
      <pc:chgData name="Riasat Khan" userId="826ac62dfbb52e43" providerId="LiveId" clId="{7D10A401-E52E-4536-8EC0-1A19FC3A0436}" dt="2023-05-31T00:13:31.585" v="45" actId="20577"/>
      <pc:docMkLst>
        <pc:docMk/>
      </pc:docMkLst>
      <pc:sldChg chg="modSp mod">
        <pc:chgData name="Riasat Khan" userId="826ac62dfbb52e43" providerId="LiveId" clId="{7D10A401-E52E-4536-8EC0-1A19FC3A0436}" dt="2023-05-30T23:48:45.291" v="25" actId="207"/>
        <pc:sldMkLst>
          <pc:docMk/>
          <pc:sldMk cId="3750291126" sldId="698"/>
        </pc:sldMkLst>
        <pc:spChg chg="mod">
          <ac:chgData name="Riasat Khan" userId="826ac62dfbb52e43" providerId="LiveId" clId="{7D10A401-E52E-4536-8EC0-1A19FC3A0436}" dt="2023-05-30T23:48:45.291" v="25" actId="207"/>
          <ac:spMkLst>
            <pc:docMk/>
            <pc:sldMk cId="3750291126" sldId="698"/>
            <ac:spMk id="31747" creationId="{91EF8DD4-94FA-4330-9CFB-812BDA66C0AD}"/>
          </ac:spMkLst>
        </pc:spChg>
      </pc:sldChg>
      <pc:sldChg chg="modSp mod">
        <pc:chgData name="Riasat Khan" userId="826ac62dfbb52e43" providerId="LiveId" clId="{7D10A401-E52E-4536-8EC0-1A19FC3A0436}" dt="2023-05-31T00:13:31.585" v="45" actId="20577"/>
        <pc:sldMkLst>
          <pc:docMk/>
          <pc:sldMk cId="3163144244" sldId="699"/>
        </pc:sldMkLst>
        <pc:spChg chg="mod">
          <ac:chgData name="Riasat Khan" userId="826ac62dfbb52e43" providerId="LiveId" clId="{7D10A401-E52E-4536-8EC0-1A19FC3A0436}" dt="2023-05-31T00:13:31.585" v="45" actId="20577"/>
          <ac:spMkLst>
            <pc:docMk/>
            <pc:sldMk cId="3163144244" sldId="699"/>
            <ac:spMk id="31747" creationId="{91EF8DD4-94FA-4330-9CFB-812BDA66C0AD}"/>
          </ac:spMkLst>
        </pc:spChg>
      </pc:sldChg>
    </pc:docChg>
  </pc:docChgLst>
  <pc:docChgLst>
    <pc:chgData name="Riasat Khan" userId="826ac62dfbb52e43" providerId="LiveId" clId="{F9AEAF72-C12E-4E75-B849-53334A4C27F1}"/>
    <pc:docChg chg="undo custSel addSld delSld modSld">
      <pc:chgData name="Riasat Khan" userId="826ac62dfbb52e43" providerId="LiveId" clId="{F9AEAF72-C12E-4E75-B849-53334A4C27F1}" dt="2023-05-30T11:12:10.893" v="661" actId="20577"/>
      <pc:docMkLst>
        <pc:docMk/>
      </pc:docMkLst>
      <pc:sldChg chg="modSp mod">
        <pc:chgData name="Riasat Khan" userId="826ac62dfbb52e43" providerId="LiveId" clId="{F9AEAF72-C12E-4E75-B849-53334A4C27F1}" dt="2023-05-30T09:32:46.673" v="530" actId="207"/>
        <pc:sldMkLst>
          <pc:docMk/>
          <pc:sldMk cId="0" sldId="667"/>
        </pc:sldMkLst>
        <pc:spChg chg="mod">
          <ac:chgData name="Riasat Khan" userId="826ac62dfbb52e43" providerId="LiveId" clId="{F9AEAF72-C12E-4E75-B849-53334A4C27F1}" dt="2023-05-30T09:32:46.673" v="530" actId="207"/>
          <ac:spMkLst>
            <pc:docMk/>
            <pc:sldMk cId="0" sldId="667"/>
            <ac:spMk id="6147" creationId="{71C89AE9-2F86-4419-BB4E-E4AE6E2327DD}"/>
          </ac:spMkLst>
        </pc:spChg>
      </pc:sldChg>
      <pc:sldChg chg="addSp modSp mod">
        <pc:chgData name="Riasat Khan" userId="826ac62dfbb52e43" providerId="LiveId" clId="{F9AEAF72-C12E-4E75-B849-53334A4C27F1}" dt="2023-05-30T09:34:07.218" v="541" actId="20577"/>
        <pc:sldMkLst>
          <pc:docMk/>
          <pc:sldMk cId="0" sldId="669"/>
        </pc:sldMkLst>
        <pc:spChg chg="add mod">
          <ac:chgData name="Riasat Khan" userId="826ac62dfbb52e43" providerId="LiveId" clId="{F9AEAF72-C12E-4E75-B849-53334A4C27F1}" dt="2023-05-24T05:39:10.615" v="226" actId="255"/>
          <ac:spMkLst>
            <pc:docMk/>
            <pc:sldMk cId="0" sldId="669"/>
            <ac:spMk id="7" creationId="{23897B4F-624B-4008-AAB1-D9997FF726E3}"/>
          </ac:spMkLst>
        </pc:spChg>
        <pc:spChg chg="add mod">
          <ac:chgData name="Riasat Khan" userId="826ac62dfbb52e43" providerId="LiveId" clId="{F9AEAF72-C12E-4E75-B849-53334A4C27F1}" dt="2023-05-24T05:41:05.139" v="240" actId="313"/>
          <ac:spMkLst>
            <pc:docMk/>
            <pc:sldMk cId="0" sldId="669"/>
            <ac:spMk id="8" creationId="{AD035DC4-2F68-4FE2-80DE-B4E548DB3A58}"/>
          </ac:spMkLst>
        </pc:spChg>
        <pc:spChg chg="add mod">
          <ac:chgData name="Riasat Khan" userId="826ac62dfbb52e43" providerId="LiveId" clId="{F9AEAF72-C12E-4E75-B849-53334A4C27F1}" dt="2023-05-24T05:43:36.117" v="250" actId="14100"/>
          <ac:spMkLst>
            <pc:docMk/>
            <pc:sldMk cId="0" sldId="669"/>
            <ac:spMk id="10" creationId="{352FAD0B-544D-407E-9365-4255AE71FCD4}"/>
          </ac:spMkLst>
        </pc:spChg>
        <pc:spChg chg="mod">
          <ac:chgData name="Riasat Khan" userId="826ac62dfbb52e43" providerId="LiveId" clId="{F9AEAF72-C12E-4E75-B849-53334A4C27F1}" dt="2023-05-24T05:46:51.728" v="264" actId="14100"/>
          <ac:spMkLst>
            <pc:docMk/>
            <pc:sldMk cId="0" sldId="669"/>
            <ac:spMk id="13314" creationId="{5B826B1C-E191-4B17-94A4-204D7E95AB57}"/>
          </ac:spMkLst>
        </pc:spChg>
        <pc:spChg chg="mod">
          <ac:chgData name="Riasat Khan" userId="826ac62dfbb52e43" providerId="LiveId" clId="{F9AEAF72-C12E-4E75-B849-53334A4C27F1}" dt="2023-05-30T09:34:07.218" v="541" actId="20577"/>
          <ac:spMkLst>
            <pc:docMk/>
            <pc:sldMk cId="0" sldId="669"/>
            <ac:spMk id="13317" creationId="{374BC95F-9831-470B-93A5-1C7C53FCB62A}"/>
          </ac:spMkLst>
        </pc:spChg>
      </pc:sldChg>
      <pc:sldChg chg="mod modShow">
        <pc:chgData name="Riasat Khan" userId="826ac62dfbb52e43" providerId="LiveId" clId="{F9AEAF72-C12E-4E75-B849-53334A4C27F1}" dt="2023-05-24T05:01:27.554" v="58" actId="729"/>
        <pc:sldMkLst>
          <pc:docMk/>
          <pc:sldMk cId="0" sldId="670"/>
        </pc:sldMkLst>
      </pc:sldChg>
      <pc:sldChg chg="modSp mod">
        <pc:chgData name="Riasat Khan" userId="826ac62dfbb52e43" providerId="LiveId" clId="{F9AEAF72-C12E-4E75-B849-53334A4C27F1}" dt="2023-05-24T05:05:13.223" v="79" actId="20577"/>
        <pc:sldMkLst>
          <pc:docMk/>
          <pc:sldMk cId="0" sldId="671"/>
        </pc:sldMkLst>
        <pc:spChg chg="mod">
          <ac:chgData name="Riasat Khan" userId="826ac62dfbb52e43" providerId="LiveId" clId="{F9AEAF72-C12E-4E75-B849-53334A4C27F1}" dt="2023-05-24T05:05:13.223" v="79" actId="20577"/>
          <ac:spMkLst>
            <pc:docMk/>
            <pc:sldMk cId="0" sldId="671"/>
            <ac:spMk id="15363" creationId="{8715C23C-06AB-4189-A0C9-F40880131140}"/>
          </ac:spMkLst>
        </pc:spChg>
      </pc:sldChg>
      <pc:sldChg chg="add del mod modShow">
        <pc:chgData name="Riasat Khan" userId="826ac62dfbb52e43" providerId="LiveId" clId="{F9AEAF72-C12E-4E75-B849-53334A4C27F1}" dt="2023-05-24T05:16:42.216" v="156" actId="47"/>
        <pc:sldMkLst>
          <pc:docMk/>
          <pc:sldMk cId="0" sldId="672"/>
        </pc:sldMkLst>
      </pc:sldChg>
      <pc:sldChg chg="add del">
        <pc:chgData name="Riasat Khan" userId="826ac62dfbb52e43" providerId="LiveId" clId="{F9AEAF72-C12E-4E75-B849-53334A4C27F1}" dt="2023-05-24T05:16:42.216" v="156" actId="47"/>
        <pc:sldMkLst>
          <pc:docMk/>
          <pc:sldMk cId="0" sldId="673"/>
        </pc:sldMkLst>
      </pc:sldChg>
      <pc:sldChg chg="add del">
        <pc:chgData name="Riasat Khan" userId="826ac62dfbb52e43" providerId="LiveId" clId="{F9AEAF72-C12E-4E75-B849-53334A4C27F1}" dt="2023-05-24T05:16:42.216" v="156" actId="47"/>
        <pc:sldMkLst>
          <pc:docMk/>
          <pc:sldMk cId="0" sldId="674"/>
        </pc:sldMkLst>
      </pc:sldChg>
      <pc:sldChg chg="add del">
        <pc:chgData name="Riasat Khan" userId="826ac62dfbb52e43" providerId="LiveId" clId="{F9AEAF72-C12E-4E75-B849-53334A4C27F1}" dt="2023-05-24T05:16:42.216" v="156" actId="47"/>
        <pc:sldMkLst>
          <pc:docMk/>
          <pc:sldMk cId="0" sldId="675"/>
        </pc:sldMkLst>
      </pc:sldChg>
      <pc:sldChg chg="add del">
        <pc:chgData name="Riasat Khan" userId="826ac62dfbb52e43" providerId="LiveId" clId="{F9AEAF72-C12E-4E75-B849-53334A4C27F1}" dt="2023-05-24T05:16:42.216" v="156" actId="47"/>
        <pc:sldMkLst>
          <pc:docMk/>
          <pc:sldMk cId="0" sldId="676"/>
        </pc:sldMkLst>
      </pc:sldChg>
      <pc:sldChg chg="add del">
        <pc:chgData name="Riasat Khan" userId="826ac62dfbb52e43" providerId="LiveId" clId="{F9AEAF72-C12E-4E75-B849-53334A4C27F1}" dt="2023-05-24T05:16:42.216" v="156" actId="47"/>
        <pc:sldMkLst>
          <pc:docMk/>
          <pc:sldMk cId="0" sldId="677"/>
        </pc:sldMkLst>
      </pc:sldChg>
      <pc:sldChg chg="add del">
        <pc:chgData name="Riasat Khan" userId="826ac62dfbb52e43" providerId="LiveId" clId="{F9AEAF72-C12E-4E75-B849-53334A4C27F1}" dt="2023-05-24T05:16:42.216" v="156" actId="47"/>
        <pc:sldMkLst>
          <pc:docMk/>
          <pc:sldMk cId="0" sldId="686"/>
        </pc:sldMkLst>
      </pc:sldChg>
      <pc:sldChg chg="modSp mod">
        <pc:chgData name="Riasat Khan" userId="826ac62dfbb52e43" providerId="LiveId" clId="{F9AEAF72-C12E-4E75-B849-53334A4C27F1}" dt="2023-05-30T09:37:21.889" v="582" actId="20577"/>
        <pc:sldMkLst>
          <pc:docMk/>
          <pc:sldMk cId="0" sldId="692"/>
        </pc:sldMkLst>
        <pc:spChg chg="mod">
          <ac:chgData name="Riasat Khan" userId="826ac62dfbb52e43" providerId="LiveId" clId="{F9AEAF72-C12E-4E75-B849-53334A4C27F1}" dt="2023-05-30T09:37:21.889" v="582" actId="20577"/>
          <ac:spMkLst>
            <pc:docMk/>
            <pc:sldMk cId="0" sldId="692"/>
            <ac:spMk id="31747" creationId="{91EF8DD4-94FA-4330-9CFB-812BDA66C0AD}"/>
          </ac:spMkLst>
        </pc:spChg>
      </pc:sldChg>
      <pc:sldChg chg="delSp modSp add del mod">
        <pc:chgData name="Riasat Khan" userId="826ac62dfbb52e43" providerId="LiveId" clId="{F9AEAF72-C12E-4E75-B849-53334A4C27F1}" dt="2023-05-30T09:37:03.539" v="567" actId="207"/>
        <pc:sldMkLst>
          <pc:docMk/>
          <pc:sldMk cId="4259362542" sldId="693"/>
        </pc:sldMkLst>
        <pc:spChg chg="mod">
          <ac:chgData name="Riasat Khan" userId="826ac62dfbb52e43" providerId="LiveId" clId="{F9AEAF72-C12E-4E75-B849-53334A4C27F1}" dt="2023-05-30T09:37:03.539" v="567" actId="207"/>
          <ac:spMkLst>
            <pc:docMk/>
            <pc:sldMk cId="4259362542" sldId="693"/>
            <ac:spMk id="15363" creationId="{8715C23C-06AB-4189-A0C9-F40880131140}"/>
          </ac:spMkLst>
        </pc:spChg>
        <pc:picChg chg="del">
          <ac:chgData name="Riasat Khan" userId="826ac62dfbb52e43" providerId="LiveId" clId="{F9AEAF72-C12E-4E75-B849-53334A4C27F1}" dt="2023-05-24T05:05:18.523" v="81" actId="478"/>
          <ac:picMkLst>
            <pc:docMk/>
            <pc:sldMk cId="4259362542" sldId="693"/>
            <ac:picMk id="15364" creationId="{9190130D-032C-4DB7-A8E0-BBF883865269}"/>
          </ac:picMkLst>
        </pc:picChg>
      </pc:sldChg>
      <pc:sldChg chg="add del">
        <pc:chgData name="Riasat Khan" userId="826ac62dfbb52e43" providerId="LiveId" clId="{F9AEAF72-C12E-4E75-B849-53334A4C27F1}" dt="2023-05-24T05:46:54.548" v="265" actId="47"/>
        <pc:sldMkLst>
          <pc:docMk/>
          <pc:sldMk cId="1386015922" sldId="694"/>
        </pc:sldMkLst>
      </pc:sldChg>
      <pc:sldChg chg="delSp modSp add del mod">
        <pc:chgData name="Riasat Khan" userId="826ac62dfbb52e43" providerId="LiveId" clId="{F9AEAF72-C12E-4E75-B849-53334A4C27F1}" dt="2023-05-29T05:57:45.314" v="472" actId="47"/>
        <pc:sldMkLst>
          <pc:docMk/>
          <pc:sldMk cId="1997768405" sldId="694"/>
        </pc:sldMkLst>
        <pc:spChg chg="del">
          <ac:chgData name="Riasat Khan" userId="826ac62dfbb52e43" providerId="LiveId" clId="{F9AEAF72-C12E-4E75-B849-53334A4C27F1}" dt="2023-05-24T05:47:32.762" v="277" actId="478"/>
          <ac:spMkLst>
            <pc:docMk/>
            <pc:sldMk cId="1997768405" sldId="694"/>
            <ac:spMk id="7" creationId="{23897B4F-624B-4008-AAB1-D9997FF726E3}"/>
          </ac:spMkLst>
        </pc:spChg>
        <pc:spChg chg="del">
          <ac:chgData name="Riasat Khan" userId="826ac62dfbb52e43" providerId="LiveId" clId="{F9AEAF72-C12E-4E75-B849-53334A4C27F1}" dt="2023-05-24T05:47:31.144" v="276" actId="478"/>
          <ac:spMkLst>
            <pc:docMk/>
            <pc:sldMk cId="1997768405" sldId="694"/>
            <ac:spMk id="8" creationId="{AD035DC4-2F68-4FE2-80DE-B4E548DB3A58}"/>
          </ac:spMkLst>
        </pc:spChg>
        <pc:spChg chg="del">
          <ac:chgData name="Riasat Khan" userId="826ac62dfbb52e43" providerId="LiveId" clId="{F9AEAF72-C12E-4E75-B849-53334A4C27F1}" dt="2023-05-29T05:49:27.839" v="401" actId="478"/>
          <ac:spMkLst>
            <pc:docMk/>
            <pc:sldMk cId="1997768405" sldId="694"/>
            <ac:spMk id="10" creationId="{352FAD0B-544D-407E-9365-4255AE71FCD4}"/>
          </ac:spMkLst>
        </pc:spChg>
        <pc:spChg chg="mod">
          <ac:chgData name="Riasat Khan" userId="826ac62dfbb52e43" providerId="LiveId" clId="{F9AEAF72-C12E-4E75-B849-53334A4C27F1}" dt="2023-05-24T05:47:03.657" v="273" actId="20577"/>
          <ac:spMkLst>
            <pc:docMk/>
            <pc:sldMk cId="1997768405" sldId="694"/>
            <ac:spMk id="13314" creationId="{5B826B1C-E191-4B17-94A4-204D7E95AB57}"/>
          </ac:spMkLst>
        </pc:spChg>
        <pc:spChg chg="del">
          <ac:chgData name="Riasat Khan" userId="826ac62dfbb52e43" providerId="LiveId" clId="{F9AEAF72-C12E-4E75-B849-53334A4C27F1}" dt="2023-05-29T05:49:26.251" v="400" actId="478"/>
          <ac:spMkLst>
            <pc:docMk/>
            <pc:sldMk cId="1997768405" sldId="694"/>
            <ac:spMk id="13317" creationId="{374BC95F-9831-470B-93A5-1C7C53FCB62A}"/>
          </ac:spMkLst>
        </pc:spChg>
        <pc:picChg chg="mod">
          <ac:chgData name="Riasat Khan" userId="826ac62dfbb52e43" providerId="LiveId" clId="{F9AEAF72-C12E-4E75-B849-53334A4C27F1}" dt="2023-05-24T05:47:28.384" v="275" actId="14100"/>
          <ac:picMkLst>
            <pc:docMk/>
            <pc:sldMk cId="1997768405" sldId="694"/>
            <ac:picMk id="13316" creationId="{9A257B3B-C337-4D47-8C42-FB02E31D4A3D}"/>
          </ac:picMkLst>
        </pc:picChg>
      </pc:sldChg>
      <pc:sldChg chg="add del">
        <pc:chgData name="Riasat Khan" userId="826ac62dfbb52e43" providerId="LiveId" clId="{F9AEAF72-C12E-4E75-B849-53334A4C27F1}" dt="2023-05-24T05:40:08.819" v="239" actId="47"/>
        <pc:sldMkLst>
          <pc:docMk/>
          <pc:sldMk cId="2091396591" sldId="694"/>
        </pc:sldMkLst>
      </pc:sldChg>
      <pc:sldChg chg="modSp">
        <pc:chgData name="Riasat Khan" userId="826ac62dfbb52e43" providerId="LiveId" clId="{F9AEAF72-C12E-4E75-B849-53334A4C27F1}" dt="2023-05-30T09:37:58.824" v="583"/>
        <pc:sldMkLst>
          <pc:docMk/>
          <pc:sldMk cId="3941872570" sldId="696"/>
        </pc:sldMkLst>
        <pc:spChg chg="mod">
          <ac:chgData name="Riasat Khan" userId="826ac62dfbb52e43" providerId="LiveId" clId="{F9AEAF72-C12E-4E75-B849-53334A4C27F1}" dt="2023-05-30T09:37:58.824" v="583"/>
          <ac:spMkLst>
            <pc:docMk/>
            <pc:sldMk cId="3941872570" sldId="696"/>
            <ac:spMk id="31747" creationId="{91EF8DD4-94FA-4330-9CFB-812BDA66C0AD}"/>
          </ac:spMkLst>
        </pc:spChg>
      </pc:sldChg>
      <pc:sldChg chg="addSp delSp modSp mod">
        <pc:chgData name="Riasat Khan" userId="826ac62dfbb52e43" providerId="LiveId" clId="{F9AEAF72-C12E-4E75-B849-53334A4C27F1}" dt="2023-05-30T11:12:10.893" v="661" actId="20577"/>
        <pc:sldMkLst>
          <pc:docMk/>
          <pc:sldMk cId="980377860" sldId="697"/>
        </pc:sldMkLst>
        <pc:spChg chg="add mod">
          <ac:chgData name="Riasat Khan" userId="826ac62dfbb52e43" providerId="LiveId" clId="{F9AEAF72-C12E-4E75-B849-53334A4C27F1}" dt="2023-05-30T11:10:38.860" v="601" actId="1076"/>
          <ac:spMkLst>
            <pc:docMk/>
            <pc:sldMk cId="980377860" sldId="697"/>
            <ac:spMk id="8" creationId="{43F94A34-6C37-4776-A939-FAA506BF5978}"/>
          </ac:spMkLst>
        </pc:spChg>
        <pc:spChg chg="add mod">
          <ac:chgData name="Riasat Khan" userId="826ac62dfbb52e43" providerId="LiveId" clId="{F9AEAF72-C12E-4E75-B849-53334A4C27F1}" dt="2023-05-30T11:11:08.219" v="606" actId="1076"/>
          <ac:spMkLst>
            <pc:docMk/>
            <pc:sldMk cId="980377860" sldId="697"/>
            <ac:spMk id="9" creationId="{34CB2160-419B-449E-9F62-DD69406C6EC2}"/>
          </ac:spMkLst>
        </pc:spChg>
        <pc:spChg chg="add mod">
          <ac:chgData name="Riasat Khan" userId="826ac62dfbb52e43" providerId="LiveId" clId="{F9AEAF72-C12E-4E75-B849-53334A4C27F1}" dt="2023-05-30T11:10:45.924" v="602" actId="1076"/>
          <ac:spMkLst>
            <pc:docMk/>
            <pc:sldMk cId="980377860" sldId="697"/>
            <ac:spMk id="10" creationId="{E8DF866C-714E-4A85-ACA7-659E9A780B9A}"/>
          </ac:spMkLst>
        </pc:spChg>
        <pc:spChg chg="add mod">
          <ac:chgData name="Riasat Khan" userId="826ac62dfbb52e43" providerId="LiveId" clId="{F9AEAF72-C12E-4E75-B849-53334A4C27F1}" dt="2023-05-30T11:12:10.893" v="661" actId="20577"/>
          <ac:spMkLst>
            <pc:docMk/>
            <pc:sldMk cId="980377860" sldId="697"/>
            <ac:spMk id="11" creationId="{B452CC29-AD21-416F-9939-3CBE05725FDA}"/>
          </ac:spMkLst>
        </pc:spChg>
        <pc:spChg chg="mod">
          <ac:chgData name="Riasat Khan" userId="826ac62dfbb52e43" providerId="LiveId" clId="{F9AEAF72-C12E-4E75-B849-53334A4C27F1}" dt="2023-05-30T11:08:25.241" v="584" actId="20577"/>
          <ac:spMkLst>
            <pc:docMk/>
            <pc:sldMk cId="980377860" sldId="697"/>
            <ac:spMk id="31747" creationId="{91EF8DD4-94FA-4330-9CFB-812BDA66C0AD}"/>
          </ac:spMkLst>
        </pc:spChg>
        <pc:picChg chg="add del mod">
          <ac:chgData name="Riasat Khan" userId="826ac62dfbb52e43" providerId="LiveId" clId="{F9AEAF72-C12E-4E75-B849-53334A4C27F1}" dt="2023-05-30T11:09:35.537" v="590" actId="14826"/>
          <ac:picMkLst>
            <pc:docMk/>
            <pc:sldMk cId="980377860" sldId="697"/>
            <ac:picMk id="3" creationId="{0467471A-E364-45B8-AC1E-C0DFA7E45F02}"/>
          </ac:picMkLst>
        </pc:picChg>
      </pc:sldChg>
      <pc:sldChg chg="modSp add mod">
        <pc:chgData name="Riasat Khan" userId="826ac62dfbb52e43" providerId="LiveId" clId="{F9AEAF72-C12E-4E75-B849-53334A4C27F1}" dt="2023-05-29T06:00:18.473" v="500" actId="207"/>
        <pc:sldMkLst>
          <pc:docMk/>
          <pc:sldMk cId="3750291126" sldId="698"/>
        </pc:sldMkLst>
        <pc:spChg chg="mod">
          <ac:chgData name="Riasat Khan" userId="826ac62dfbb52e43" providerId="LiveId" clId="{F9AEAF72-C12E-4E75-B849-53334A4C27F1}" dt="2023-05-29T05:44:06.526" v="355" actId="20577"/>
          <ac:spMkLst>
            <pc:docMk/>
            <pc:sldMk cId="3750291126" sldId="698"/>
            <ac:spMk id="31746" creationId="{A1AB855A-B489-4AA1-B112-72D0BC8C3F16}"/>
          </ac:spMkLst>
        </pc:spChg>
        <pc:spChg chg="mod">
          <ac:chgData name="Riasat Khan" userId="826ac62dfbb52e43" providerId="LiveId" clId="{F9AEAF72-C12E-4E75-B849-53334A4C27F1}" dt="2023-05-29T06:00:18.473" v="500" actId="207"/>
          <ac:spMkLst>
            <pc:docMk/>
            <pc:sldMk cId="3750291126" sldId="698"/>
            <ac:spMk id="31747" creationId="{91EF8DD4-94FA-4330-9CFB-812BDA66C0AD}"/>
          </ac:spMkLst>
        </pc:spChg>
      </pc:sldChg>
      <pc:sldChg chg="modSp add del mod">
        <pc:chgData name="Riasat Khan" userId="826ac62dfbb52e43" providerId="LiveId" clId="{F9AEAF72-C12E-4E75-B849-53334A4C27F1}" dt="2023-05-29T06:02:51.760" v="518" actId="20577"/>
        <pc:sldMkLst>
          <pc:docMk/>
          <pc:sldMk cId="3163144244" sldId="699"/>
        </pc:sldMkLst>
        <pc:spChg chg="mod">
          <ac:chgData name="Riasat Khan" userId="826ac62dfbb52e43" providerId="LiveId" clId="{F9AEAF72-C12E-4E75-B849-53334A4C27F1}" dt="2023-05-29T05:49:50.030" v="413" actId="20577"/>
          <ac:spMkLst>
            <pc:docMk/>
            <pc:sldMk cId="3163144244" sldId="699"/>
            <ac:spMk id="31746" creationId="{A1AB855A-B489-4AA1-B112-72D0BC8C3F16}"/>
          </ac:spMkLst>
        </pc:spChg>
        <pc:spChg chg="mod">
          <ac:chgData name="Riasat Khan" userId="826ac62dfbb52e43" providerId="LiveId" clId="{F9AEAF72-C12E-4E75-B849-53334A4C27F1}" dt="2023-05-29T06:02:51.760" v="518" actId="20577"/>
          <ac:spMkLst>
            <pc:docMk/>
            <pc:sldMk cId="3163144244" sldId="699"/>
            <ac:spMk id="31747" creationId="{91EF8DD4-94FA-4330-9CFB-812BDA66C0AD}"/>
          </ac:spMkLst>
        </pc:spChg>
      </pc:sldChg>
      <pc:sldChg chg="modSp add mod">
        <pc:chgData name="Riasat Khan" userId="826ac62dfbb52e43" providerId="LiveId" clId="{F9AEAF72-C12E-4E75-B849-53334A4C27F1}" dt="2023-05-29T05:54:51.810" v="469" actId="207"/>
        <pc:sldMkLst>
          <pc:docMk/>
          <pc:sldMk cId="1438571221" sldId="700"/>
        </pc:sldMkLst>
        <pc:spChg chg="mod">
          <ac:chgData name="Riasat Khan" userId="826ac62dfbb52e43" providerId="LiveId" clId="{F9AEAF72-C12E-4E75-B849-53334A4C27F1}" dt="2023-05-29T05:54:51.810" v="469" actId="207"/>
          <ac:spMkLst>
            <pc:docMk/>
            <pc:sldMk cId="1438571221" sldId="700"/>
            <ac:spMk id="31747" creationId="{91EF8DD4-94FA-4330-9CFB-812BDA66C0A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74220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B2971E53-7439-C045-8EB6-57DA60A3B2DB}"/>
              </a:ext>
            </a:extLst>
          </p:cNvPr>
          <p:cNvSpPr>
            <a:spLocks noGrp="1" noChangeArrowheads="1"/>
          </p:cNvSpPr>
          <p:nvPr>
            <p:ph type="body" sz="quarter" idx="3"/>
          </p:nvPr>
        </p:nvSpPr>
        <p:spPr bwMode="auto">
          <a:xfrm>
            <a:off x="973138" y="4560888"/>
            <a:ext cx="5367337" cy="4318000"/>
          </a:xfrm>
          <a:prstGeom prst="rect">
            <a:avLst/>
          </a:prstGeom>
          <a:noFill/>
          <a:ln w="12700">
            <a:noFill/>
            <a:miter lim="800000"/>
            <a:headEnd/>
            <a:tailEnd/>
          </a:ln>
          <a:effectLst/>
        </p:spPr>
        <p:txBody>
          <a:bodyPr vert="horz" wrap="square" lIns="100437" tIns="50221" rIns="100437" bIns="50221" numCol="1" anchor="t" anchorCtr="0" compatLnSpc="1">
            <a:prstTxWarp prst="textNoShape">
              <a:avLst/>
            </a:prstTxWarp>
          </a:bodyPr>
          <a:lstStyle/>
          <a:p>
            <a:pPr lvl="0"/>
            <a:r>
              <a:rPr lang="en-US" noProof="0"/>
              <a:t>Click to edit Master notes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5" name="Rectangle 3">
            <a:extLst>
              <a:ext uri="{FF2B5EF4-FFF2-40B4-BE49-F238E27FC236}">
                <a16:creationId xmlns:a16="http://schemas.microsoft.com/office/drawing/2014/main" id="{41F2F0B8-44CA-4045-ACE5-C9C070469CBE}"/>
              </a:ext>
            </a:extLst>
          </p:cNvPr>
          <p:cNvSpPr>
            <a:spLocks noGrp="1" noRot="1" noChangeAspect="1" noChangeArrowheads="1" noTextEdit="1"/>
          </p:cNvSpPr>
          <p:nvPr>
            <p:ph type="sldImg" idx="2"/>
          </p:nvPr>
        </p:nvSpPr>
        <p:spPr bwMode="auto">
          <a:xfrm>
            <a:off x="1270000" y="728663"/>
            <a:ext cx="4778375" cy="3584575"/>
          </a:xfrm>
          <a:prstGeom prst="rect">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sp>
    </p:spTree>
    <p:extLst>
      <p:ext uri="{BB962C8B-B14F-4D97-AF65-F5344CB8AC3E}">
        <p14:creationId xmlns:p14="http://schemas.microsoft.com/office/powerpoint/2010/main" val="3051851927"/>
      </p:ext>
    </p:extLst>
  </p:cSld>
  <p:clrMap bg1="lt1" tx1="dk1" bg2="lt2" tx2="dk2" accent1="accent1" accent2="accent2" accent3="accent3" accent4="accent4" accent5="accent5" accent6="accent6" hlink="hlink" folHlink="folHlink"/>
  <p:notesStyle>
    <a:lvl1pPr algn="l" defTabSz="963613" rtl="0" eaLnBrk="0" fontAlgn="base" hangingPunct="0">
      <a:spcBef>
        <a:spcPct val="30000"/>
      </a:spcBef>
      <a:spcAft>
        <a:spcPct val="0"/>
      </a:spcAft>
      <a:defRPr sz="1200" kern="1200">
        <a:solidFill>
          <a:schemeClr val="tx1"/>
        </a:solidFill>
        <a:latin typeface="Arial" charset="0"/>
        <a:ea typeface="+mn-ea"/>
        <a:cs typeface="+mn-cs"/>
      </a:defRPr>
    </a:lvl1pPr>
    <a:lvl2pPr marL="469900" algn="l" defTabSz="963613" rtl="0" eaLnBrk="0" fontAlgn="base" hangingPunct="0">
      <a:spcBef>
        <a:spcPct val="30000"/>
      </a:spcBef>
      <a:spcAft>
        <a:spcPct val="0"/>
      </a:spcAft>
      <a:defRPr sz="1200" kern="1200">
        <a:solidFill>
          <a:schemeClr val="tx1"/>
        </a:solidFill>
        <a:latin typeface="Arial" charset="0"/>
        <a:ea typeface="+mn-ea"/>
        <a:cs typeface="+mn-cs"/>
      </a:defRPr>
    </a:lvl2pPr>
    <a:lvl3pPr marL="938213" algn="l" defTabSz="963613" rtl="0" eaLnBrk="0" fontAlgn="base" hangingPunct="0">
      <a:spcBef>
        <a:spcPct val="30000"/>
      </a:spcBef>
      <a:spcAft>
        <a:spcPct val="0"/>
      </a:spcAft>
      <a:defRPr sz="1200" kern="1200">
        <a:solidFill>
          <a:schemeClr val="tx1"/>
        </a:solidFill>
        <a:latin typeface="Arial" charset="0"/>
        <a:ea typeface="+mn-ea"/>
        <a:cs typeface="+mn-cs"/>
      </a:defRPr>
    </a:lvl3pPr>
    <a:lvl4pPr marL="1408113" algn="l" defTabSz="963613" rtl="0" eaLnBrk="0" fontAlgn="base" hangingPunct="0">
      <a:spcBef>
        <a:spcPct val="30000"/>
      </a:spcBef>
      <a:spcAft>
        <a:spcPct val="0"/>
      </a:spcAft>
      <a:defRPr sz="1200" kern="1200">
        <a:solidFill>
          <a:schemeClr val="tx1"/>
        </a:solidFill>
        <a:latin typeface="Arial" charset="0"/>
        <a:ea typeface="+mn-ea"/>
        <a:cs typeface="+mn-cs"/>
      </a:defRPr>
    </a:lvl4pPr>
    <a:lvl5pPr marL="1876425" algn="l" defTabSz="963613"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B734C57-8139-4D76-9BAF-AB3868C5B817}"/>
              </a:ext>
            </a:extLst>
          </p:cNvPr>
          <p:cNvSpPr>
            <a:spLocks noGrp="1" noRot="1" noChangeAspect="1" noChangeArrowheads="1" noTextEdit="1"/>
          </p:cNvSpPr>
          <p:nvPr>
            <p:ph type="sldImg"/>
          </p:nvPr>
        </p:nvSpPr>
        <p:spPr>
          <a:xfrm>
            <a:off x="1262063" y="722313"/>
            <a:ext cx="4795837" cy="3597275"/>
          </a:xfrm>
          <a:solidFill>
            <a:srgbClr val="FFFFFF"/>
          </a:solidFill>
          <a:ln/>
        </p:spPr>
      </p:sp>
      <p:sp>
        <p:nvSpPr>
          <p:cNvPr id="5123" name="Rectangle 3">
            <a:extLst>
              <a:ext uri="{FF2B5EF4-FFF2-40B4-BE49-F238E27FC236}">
                <a16:creationId xmlns:a16="http://schemas.microsoft.com/office/drawing/2014/main" id="{1B2B8AEB-C750-4AA9-B438-13484E666C6E}"/>
              </a:ext>
            </a:extLst>
          </p:cNvPr>
          <p:cNvSpPr>
            <a:spLocks noGrp="1" noChangeArrowheads="1"/>
          </p:cNvSpPr>
          <p:nvPr>
            <p:ph type="body" idx="1"/>
          </p:nvPr>
        </p:nvSpPr>
        <p:spPr>
          <a:xfrm>
            <a:off x="974725" y="4560888"/>
            <a:ext cx="5365750" cy="4318000"/>
          </a:xfrm>
          <a:solidFill>
            <a:srgbClr val="FFFFFF"/>
          </a:solidFill>
          <a:ln>
            <a:solidFill>
              <a:srgbClr val="000000"/>
            </a:solidFill>
          </a:ln>
        </p:spPr>
        <p:txBody>
          <a:bodyPr lIns="94999" tIns="47495" rIns="94999" bIns="47495"/>
          <a:lstStyle/>
          <a:p>
            <a:endParaRPr lang="en-US" altLang="en-US">
              <a:latin typeface="Arial" panose="020B0604020202020204" pitchFamily="34" charset="0"/>
            </a:endParaRPr>
          </a:p>
        </p:txBody>
      </p:sp>
    </p:spTree>
    <p:extLst>
      <p:ext uri="{BB962C8B-B14F-4D97-AF65-F5344CB8AC3E}">
        <p14:creationId xmlns:p14="http://schemas.microsoft.com/office/powerpoint/2010/main" val="39027017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046F7D96-DBD1-4512-B81F-EFBD650983FF}"/>
              </a:ext>
            </a:extLst>
          </p:cNvPr>
          <p:cNvSpPr>
            <a:spLocks noGrp="1" noRot="1" noChangeAspect="1" noChangeArrowheads="1" noTextEdit="1"/>
          </p:cNvSpPr>
          <p:nvPr>
            <p:ph type="sldImg"/>
          </p:nvPr>
        </p:nvSpPr>
        <p:spPr>
          <a:ln/>
        </p:spPr>
      </p:sp>
      <p:sp>
        <p:nvSpPr>
          <p:cNvPr id="7171" name="Notes Placeholder 2">
            <a:extLst>
              <a:ext uri="{FF2B5EF4-FFF2-40B4-BE49-F238E27FC236}">
                <a16:creationId xmlns:a16="http://schemas.microsoft.com/office/drawing/2014/main" id="{68095217-7344-4B9D-BF3E-5B6F24B9F6B9}"/>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1513971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Date Placeholder 2">
            <a:extLst>
              <a:ext uri="{FF2B5EF4-FFF2-40B4-BE49-F238E27FC236}">
                <a16:creationId xmlns:a16="http://schemas.microsoft.com/office/drawing/2014/main" id="{C4A7715B-3EED-4D9A-8042-F902952BBE83}"/>
              </a:ext>
            </a:extLst>
          </p:cNvPr>
          <p:cNvSpPr>
            <a:spLocks noGrp="1"/>
          </p:cNvSpPr>
          <p:nvPr>
            <p:ph type="dt" sz="half" idx="10"/>
          </p:nvPr>
        </p:nvSpPr>
        <p:spPr/>
        <p:txBody>
          <a:bodyPr/>
          <a:lstStyle>
            <a:lvl1pPr>
              <a:defRPr/>
            </a:lvl1pPr>
          </a:lstStyle>
          <a:p>
            <a:pPr>
              <a:defRPr/>
            </a:pPr>
            <a:endParaRPr lang="en-US"/>
          </a:p>
        </p:txBody>
      </p:sp>
      <p:sp>
        <p:nvSpPr>
          <p:cNvPr id="5" name="Footer Placeholder 3">
            <a:extLst>
              <a:ext uri="{FF2B5EF4-FFF2-40B4-BE49-F238E27FC236}">
                <a16:creationId xmlns:a16="http://schemas.microsoft.com/office/drawing/2014/main" id="{CACFA483-D3A0-4234-9AC4-9D46EC73DF74}"/>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6" name="Slide Number Placeholder 4">
            <a:extLst>
              <a:ext uri="{FF2B5EF4-FFF2-40B4-BE49-F238E27FC236}">
                <a16:creationId xmlns:a16="http://schemas.microsoft.com/office/drawing/2014/main" id="{D7CC452D-D431-4BDE-BC3D-ACCDC10ECCE4}"/>
              </a:ext>
            </a:extLst>
          </p:cNvPr>
          <p:cNvSpPr>
            <a:spLocks noGrp="1"/>
          </p:cNvSpPr>
          <p:nvPr>
            <p:ph type="sldNum" sz="quarter" idx="12"/>
          </p:nvPr>
        </p:nvSpPr>
        <p:spPr/>
        <p:txBody>
          <a:bodyPr/>
          <a:lstStyle>
            <a:lvl1pPr>
              <a:defRPr/>
            </a:lvl1pPr>
          </a:lstStyle>
          <a:p>
            <a:fld id="{63037877-22D4-4518-B762-2C2117513F94}" type="slidenum">
              <a:rPr lang="en-US" altLang="en-US"/>
              <a:pPr/>
              <a:t>‹#›</a:t>
            </a:fld>
            <a:endParaRPr lang="en-US" altLang="en-US"/>
          </a:p>
        </p:txBody>
      </p:sp>
    </p:spTree>
    <p:extLst>
      <p:ext uri="{BB962C8B-B14F-4D97-AF65-F5344CB8AC3E}">
        <p14:creationId xmlns:p14="http://schemas.microsoft.com/office/powerpoint/2010/main" val="6507693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a:extLst>
              <a:ext uri="{FF2B5EF4-FFF2-40B4-BE49-F238E27FC236}">
                <a16:creationId xmlns:a16="http://schemas.microsoft.com/office/drawing/2014/main" id="{FADEAE0B-55AE-456D-8272-BDED1ECD5CB0}"/>
              </a:ext>
            </a:extLst>
          </p:cNvPr>
          <p:cNvSpPr>
            <a:spLocks noGrp="1"/>
          </p:cNvSpPr>
          <p:nvPr>
            <p:ph type="dt" sz="half" idx="10"/>
          </p:nvPr>
        </p:nvSpPr>
        <p:spPr/>
        <p:txBody>
          <a:bodyPr/>
          <a:lstStyle>
            <a:lvl1pPr>
              <a:defRPr/>
            </a:lvl1pPr>
          </a:lstStyle>
          <a:p>
            <a:pPr>
              <a:defRPr/>
            </a:pPr>
            <a:endParaRPr lang="en-US"/>
          </a:p>
        </p:txBody>
      </p:sp>
      <p:sp>
        <p:nvSpPr>
          <p:cNvPr id="5" name="Footer Placeholder 3">
            <a:extLst>
              <a:ext uri="{FF2B5EF4-FFF2-40B4-BE49-F238E27FC236}">
                <a16:creationId xmlns:a16="http://schemas.microsoft.com/office/drawing/2014/main" id="{6E744806-7769-4A80-B73E-D7FFEDCD2036}"/>
              </a:ext>
            </a:extLst>
          </p:cNvPr>
          <p:cNvSpPr>
            <a:spLocks noGrp="1"/>
          </p:cNvSpPr>
          <p:nvPr>
            <p:ph type="ftr" sz="quarter" idx="11"/>
          </p:nvPr>
        </p:nvSpPr>
        <p:spPr>
          <a:xfrm>
            <a:off x="3028950" y="6356350"/>
            <a:ext cx="3295650" cy="365125"/>
          </a:xfrm>
        </p:spPr>
        <p:txBody>
          <a:bodyPr/>
          <a:lstStyle>
            <a:lvl1pPr>
              <a:defRPr smtClean="0"/>
            </a:lvl1pPr>
          </a:lstStyle>
          <a:p>
            <a:pPr>
              <a:defRPr/>
            </a:pPr>
            <a:r>
              <a:rPr lang="en-US"/>
              <a:t>2/17/2021  Intro to Data Mining, 2nd Edition</a:t>
            </a:r>
          </a:p>
        </p:txBody>
      </p:sp>
      <p:sp>
        <p:nvSpPr>
          <p:cNvPr id="6" name="Slide Number Placeholder 4">
            <a:extLst>
              <a:ext uri="{FF2B5EF4-FFF2-40B4-BE49-F238E27FC236}">
                <a16:creationId xmlns:a16="http://schemas.microsoft.com/office/drawing/2014/main" id="{98235EC3-8ACC-4F36-A342-90A7F754FA73}"/>
              </a:ext>
            </a:extLst>
          </p:cNvPr>
          <p:cNvSpPr>
            <a:spLocks noGrp="1"/>
          </p:cNvSpPr>
          <p:nvPr>
            <p:ph type="sldNum" sz="quarter" idx="12"/>
          </p:nvPr>
        </p:nvSpPr>
        <p:spPr/>
        <p:txBody>
          <a:bodyPr/>
          <a:lstStyle>
            <a:lvl1pPr>
              <a:defRPr/>
            </a:lvl1pPr>
          </a:lstStyle>
          <a:p>
            <a:fld id="{0B818DB0-E25E-4CD0-82AB-18A1BC67842E}" type="slidenum">
              <a:rPr lang="en-US" altLang="en-US"/>
              <a:pPr/>
              <a:t>‹#›</a:t>
            </a:fld>
            <a:endParaRPr lang="en-US" altLang="en-US"/>
          </a:p>
        </p:txBody>
      </p:sp>
    </p:spTree>
    <p:extLst>
      <p:ext uri="{BB962C8B-B14F-4D97-AF65-F5344CB8AC3E}">
        <p14:creationId xmlns:p14="http://schemas.microsoft.com/office/powerpoint/2010/main" val="31040773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2">
            <a:extLst>
              <a:ext uri="{FF2B5EF4-FFF2-40B4-BE49-F238E27FC236}">
                <a16:creationId xmlns:a16="http://schemas.microsoft.com/office/drawing/2014/main" id="{E76F3499-D09E-49C2-AFC4-2A0055D6A044}"/>
              </a:ext>
            </a:extLst>
          </p:cNvPr>
          <p:cNvSpPr>
            <a:spLocks noGrp="1"/>
          </p:cNvSpPr>
          <p:nvPr>
            <p:ph type="dt" sz="half" idx="10"/>
          </p:nvPr>
        </p:nvSpPr>
        <p:spPr/>
        <p:txBody>
          <a:bodyPr/>
          <a:lstStyle>
            <a:lvl1pPr>
              <a:defRPr/>
            </a:lvl1pPr>
          </a:lstStyle>
          <a:p>
            <a:pPr>
              <a:defRPr/>
            </a:pPr>
            <a:endParaRPr lang="en-US"/>
          </a:p>
        </p:txBody>
      </p:sp>
      <p:sp>
        <p:nvSpPr>
          <p:cNvPr id="5" name="Footer Placeholder 3">
            <a:extLst>
              <a:ext uri="{FF2B5EF4-FFF2-40B4-BE49-F238E27FC236}">
                <a16:creationId xmlns:a16="http://schemas.microsoft.com/office/drawing/2014/main" id="{B39285F3-A517-4328-ABB9-BF375CAEDF87}"/>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6" name="Slide Number Placeholder 4">
            <a:extLst>
              <a:ext uri="{FF2B5EF4-FFF2-40B4-BE49-F238E27FC236}">
                <a16:creationId xmlns:a16="http://schemas.microsoft.com/office/drawing/2014/main" id="{066A2CDD-C1A4-4F2E-BA48-9853A732AE23}"/>
              </a:ext>
            </a:extLst>
          </p:cNvPr>
          <p:cNvSpPr>
            <a:spLocks noGrp="1"/>
          </p:cNvSpPr>
          <p:nvPr>
            <p:ph type="sldNum" sz="quarter" idx="12"/>
          </p:nvPr>
        </p:nvSpPr>
        <p:spPr/>
        <p:txBody>
          <a:bodyPr/>
          <a:lstStyle>
            <a:lvl1pPr>
              <a:defRPr/>
            </a:lvl1pPr>
          </a:lstStyle>
          <a:p>
            <a:fld id="{200D2EDD-2B52-4896-9DDB-6711503A551B}" type="slidenum">
              <a:rPr lang="en-US" altLang="en-US"/>
              <a:pPr/>
              <a:t>‹#›</a:t>
            </a:fld>
            <a:endParaRPr lang="en-US" altLang="en-US"/>
          </a:p>
        </p:txBody>
      </p:sp>
    </p:spTree>
    <p:extLst>
      <p:ext uri="{BB962C8B-B14F-4D97-AF65-F5344CB8AC3E}">
        <p14:creationId xmlns:p14="http://schemas.microsoft.com/office/powerpoint/2010/main" val="41384980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1116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
            <a:extLst>
              <a:ext uri="{FF2B5EF4-FFF2-40B4-BE49-F238E27FC236}">
                <a16:creationId xmlns:a16="http://schemas.microsoft.com/office/drawing/2014/main" id="{AF4DFD67-D3F6-4DAD-AF87-D2E85A4AD9F9}"/>
              </a:ext>
            </a:extLst>
          </p:cNvPr>
          <p:cNvSpPr>
            <a:spLocks noGrp="1"/>
          </p:cNvSpPr>
          <p:nvPr>
            <p:ph type="dt" sz="half" idx="10"/>
          </p:nvPr>
        </p:nvSpPr>
        <p:spPr/>
        <p:txBody>
          <a:bodyPr/>
          <a:lstStyle>
            <a:lvl1pPr>
              <a:defRPr/>
            </a:lvl1pPr>
          </a:lstStyle>
          <a:p>
            <a:pPr>
              <a:defRPr/>
            </a:pPr>
            <a:endParaRPr lang="en-US"/>
          </a:p>
        </p:txBody>
      </p:sp>
      <p:sp>
        <p:nvSpPr>
          <p:cNvPr id="6" name="Footer Placeholder 3">
            <a:extLst>
              <a:ext uri="{FF2B5EF4-FFF2-40B4-BE49-F238E27FC236}">
                <a16:creationId xmlns:a16="http://schemas.microsoft.com/office/drawing/2014/main" id="{B47332CA-9132-4245-9355-DCD3C01AB1D0}"/>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7" name="Slide Number Placeholder 4">
            <a:extLst>
              <a:ext uri="{FF2B5EF4-FFF2-40B4-BE49-F238E27FC236}">
                <a16:creationId xmlns:a16="http://schemas.microsoft.com/office/drawing/2014/main" id="{37AAF1E6-A849-4926-B976-87446317705F}"/>
              </a:ext>
            </a:extLst>
          </p:cNvPr>
          <p:cNvSpPr>
            <a:spLocks noGrp="1"/>
          </p:cNvSpPr>
          <p:nvPr>
            <p:ph type="sldNum" sz="quarter" idx="12"/>
          </p:nvPr>
        </p:nvSpPr>
        <p:spPr/>
        <p:txBody>
          <a:bodyPr/>
          <a:lstStyle>
            <a:lvl1pPr>
              <a:defRPr/>
            </a:lvl1pPr>
          </a:lstStyle>
          <a:p>
            <a:fld id="{E7FA3555-875B-4372-ABAC-3D5E23D6936D}" type="slidenum">
              <a:rPr lang="en-US" altLang="en-US"/>
              <a:pPr/>
              <a:t>‹#›</a:t>
            </a:fld>
            <a:endParaRPr lang="en-US" altLang="en-US"/>
          </a:p>
        </p:txBody>
      </p:sp>
    </p:spTree>
    <p:extLst>
      <p:ext uri="{BB962C8B-B14F-4D97-AF65-F5344CB8AC3E}">
        <p14:creationId xmlns:p14="http://schemas.microsoft.com/office/powerpoint/2010/main" val="3253326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
            <a:extLst>
              <a:ext uri="{FF2B5EF4-FFF2-40B4-BE49-F238E27FC236}">
                <a16:creationId xmlns:a16="http://schemas.microsoft.com/office/drawing/2014/main" id="{B19E3214-5999-4697-A1E0-C0D7495E11C4}"/>
              </a:ext>
            </a:extLst>
          </p:cNvPr>
          <p:cNvSpPr>
            <a:spLocks noGrp="1"/>
          </p:cNvSpPr>
          <p:nvPr>
            <p:ph type="dt" sz="half" idx="10"/>
          </p:nvPr>
        </p:nvSpPr>
        <p:spPr/>
        <p:txBody>
          <a:bodyPr/>
          <a:lstStyle>
            <a:lvl1pPr>
              <a:defRPr/>
            </a:lvl1pPr>
          </a:lstStyle>
          <a:p>
            <a:pPr>
              <a:defRPr/>
            </a:pPr>
            <a:endParaRPr lang="en-US"/>
          </a:p>
        </p:txBody>
      </p:sp>
      <p:sp>
        <p:nvSpPr>
          <p:cNvPr id="8" name="Footer Placeholder 3">
            <a:extLst>
              <a:ext uri="{FF2B5EF4-FFF2-40B4-BE49-F238E27FC236}">
                <a16:creationId xmlns:a16="http://schemas.microsoft.com/office/drawing/2014/main" id="{07D15390-0297-4573-99B3-DBCA6315CFCF}"/>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9" name="Slide Number Placeholder 4">
            <a:extLst>
              <a:ext uri="{FF2B5EF4-FFF2-40B4-BE49-F238E27FC236}">
                <a16:creationId xmlns:a16="http://schemas.microsoft.com/office/drawing/2014/main" id="{C836E07B-3F66-4E11-9602-C56AA5CCD49F}"/>
              </a:ext>
            </a:extLst>
          </p:cNvPr>
          <p:cNvSpPr>
            <a:spLocks noGrp="1"/>
          </p:cNvSpPr>
          <p:nvPr>
            <p:ph type="sldNum" sz="quarter" idx="12"/>
          </p:nvPr>
        </p:nvSpPr>
        <p:spPr/>
        <p:txBody>
          <a:bodyPr/>
          <a:lstStyle>
            <a:lvl1pPr>
              <a:defRPr/>
            </a:lvl1pPr>
          </a:lstStyle>
          <a:p>
            <a:fld id="{9C96B36A-F39C-4F3F-A9B2-6FD1A176AC15}" type="slidenum">
              <a:rPr lang="en-US" altLang="en-US"/>
              <a:pPr/>
              <a:t>‹#›</a:t>
            </a:fld>
            <a:endParaRPr lang="en-US" altLang="en-US"/>
          </a:p>
        </p:txBody>
      </p:sp>
    </p:spTree>
    <p:extLst>
      <p:ext uri="{BB962C8B-B14F-4D97-AF65-F5344CB8AC3E}">
        <p14:creationId xmlns:p14="http://schemas.microsoft.com/office/powerpoint/2010/main" val="3374468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F05DB3E-A96C-4D1B-9AB2-D0A3DAB0F753}"/>
              </a:ext>
            </a:extLst>
          </p:cNvPr>
          <p:cNvSpPr>
            <a:spLocks noGrp="1"/>
          </p:cNvSpPr>
          <p:nvPr>
            <p:ph type="dt" sz="half" idx="10"/>
          </p:nvPr>
        </p:nvSpPr>
        <p:spPr/>
        <p:txBody>
          <a:bodyPr/>
          <a:lstStyle>
            <a:lvl1pPr>
              <a:defRPr/>
            </a:lvl1pPr>
          </a:lstStyle>
          <a:p>
            <a:pPr>
              <a:defRPr/>
            </a:pPr>
            <a:endParaRPr lang="en-US"/>
          </a:p>
        </p:txBody>
      </p:sp>
      <p:sp>
        <p:nvSpPr>
          <p:cNvPr id="4" name="Footer Placeholder 3">
            <a:extLst>
              <a:ext uri="{FF2B5EF4-FFF2-40B4-BE49-F238E27FC236}">
                <a16:creationId xmlns:a16="http://schemas.microsoft.com/office/drawing/2014/main" id="{2DF01D8A-A47E-452D-822C-8F8ED45823BB}"/>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5" name="Slide Number Placeholder 4">
            <a:extLst>
              <a:ext uri="{FF2B5EF4-FFF2-40B4-BE49-F238E27FC236}">
                <a16:creationId xmlns:a16="http://schemas.microsoft.com/office/drawing/2014/main" id="{A9F2AD66-022A-4F63-92AD-E166A4FDDC5D}"/>
              </a:ext>
            </a:extLst>
          </p:cNvPr>
          <p:cNvSpPr>
            <a:spLocks noGrp="1"/>
          </p:cNvSpPr>
          <p:nvPr>
            <p:ph type="sldNum" sz="quarter" idx="12"/>
          </p:nvPr>
        </p:nvSpPr>
        <p:spPr/>
        <p:txBody>
          <a:bodyPr/>
          <a:lstStyle>
            <a:lvl1pPr>
              <a:defRPr/>
            </a:lvl1pPr>
          </a:lstStyle>
          <a:p>
            <a:fld id="{590C4350-8974-4ADC-9B8D-C06D93D94443}" type="slidenum">
              <a:rPr lang="en-US" altLang="en-US"/>
              <a:pPr/>
              <a:t>‹#›</a:t>
            </a:fld>
            <a:endParaRPr lang="en-US" altLang="en-US"/>
          </a:p>
        </p:txBody>
      </p:sp>
    </p:spTree>
    <p:extLst>
      <p:ext uri="{BB962C8B-B14F-4D97-AF65-F5344CB8AC3E}">
        <p14:creationId xmlns:p14="http://schemas.microsoft.com/office/powerpoint/2010/main" val="25052748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2">
            <a:extLst>
              <a:ext uri="{FF2B5EF4-FFF2-40B4-BE49-F238E27FC236}">
                <a16:creationId xmlns:a16="http://schemas.microsoft.com/office/drawing/2014/main" id="{6CB18E54-7232-4697-A096-82E19E3F2242}"/>
              </a:ext>
            </a:extLst>
          </p:cNvPr>
          <p:cNvSpPr>
            <a:spLocks noGrp="1"/>
          </p:cNvSpPr>
          <p:nvPr>
            <p:ph type="dt" sz="half" idx="10"/>
          </p:nvPr>
        </p:nvSpPr>
        <p:spPr/>
        <p:txBody>
          <a:bodyPr/>
          <a:lstStyle>
            <a:lvl1pPr>
              <a:defRPr/>
            </a:lvl1pPr>
          </a:lstStyle>
          <a:p>
            <a:pPr>
              <a:defRPr/>
            </a:pPr>
            <a:endParaRPr lang="en-US"/>
          </a:p>
        </p:txBody>
      </p:sp>
      <p:sp>
        <p:nvSpPr>
          <p:cNvPr id="3" name="Footer Placeholder 3">
            <a:extLst>
              <a:ext uri="{FF2B5EF4-FFF2-40B4-BE49-F238E27FC236}">
                <a16:creationId xmlns:a16="http://schemas.microsoft.com/office/drawing/2014/main" id="{02DB9027-05AE-4BBE-BA9F-E5A4F2A025A9}"/>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4" name="Slide Number Placeholder 4">
            <a:extLst>
              <a:ext uri="{FF2B5EF4-FFF2-40B4-BE49-F238E27FC236}">
                <a16:creationId xmlns:a16="http://schemas.microsoft.com/office/drawing/2014/main" id="{4E1937F1-18A5-4C5B-9935-A0356B25B48D}"/>
              </a:ext>
            </a:extLst>
          </p:cNvPr>
          <p:cNvSpPr>
            <a:spLocks noGrp="1"/>
          </p:cNvSpPr>
          <p:nvPr>
            <p:ph type="sldNum" sz="quarter" idx="12"/>
          </p:nvPr>
        </p:nvSpPr>
        <p:spPr/>
        <p:txBody>
          <a:bodyPr/>
          <a:lstStyle>
            <a:lvl1pPr>
              <a:defRPr/>
            </a:lvl1pPr>
          </a:lstStyle>
          <a:p>
            <a:fld id="{C48C401C-EE02-443C-8CB0-2C06CDD00DA1}" type="slidenum">
              <a:rPr lang="en-US" altLang="en-US"/>
              <a:pPr/>
              <a:t>‹#›</a:t>
            </a:fld>
            <a:endParaRPr lang="en-US" altLang="en-US"/>
          </a:p>
        </p:txBody>
      </p:sp>
    </p:spTree>
    <p:extLst>
      <p:ext uri="{BB962C8B-B14F-4D97-AF65-F5344CB8AC3E}">
        <p14:creationId xmlns:p14="http://schemas.microsoft.com/office/powerpoint/2010/main" val="2823781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2">
            <a:extLst>
              <a:ext uri="{FF2B5EF4-FFF2-40B4-BE49-F238E27FC236}">
                <a16:creationId xmlns:a16="http://schemas.microsoft.com/office/drawing/2014/main" id="{082C298B-2425-406C-934C-1B49ACEE6CEE}"/>
              </a:ext>
            </a:extLst>
          </p:cNvPr>
          <p:cNvSpPr>
            <a:spLocks noGrp="1"/>
          </p:cNvSpPr>
          <p:nvPr>
            <p:ph type="dt" sz="half" idx="10"/>
          </p:nvPr>
        </p:nvSpPr>
        <p:spPr/>
        <p:txBody>
          <a:bodyPr/>
          <a:lstStyle>
            <a:lvl1pPr>
              <a:defRPr/>
            </a:lvl1pPr>
          </a:lstStyle>
          <a:p>
            <a:pPr>
              <a:defRPr/>
            </a:pPr>
            <a:endParaRPr lang="en-US"/>
          </a:p>
        </p:txBody>
      </p:sp>
      <p:sp>
        <p:nvSpPr>
          <p:cNvPr id="6" name="Footer Placeholder 3">
            <a:extLst>
              <a:ext uri="{FF2B5EF4-FFF2-40B4-BE49-F238E27FC236}">
                <a16:creationId xmlns:a16="http://schemas.microsoft.com/office/drawing/2014/main" id="{B7F67708-6476-49C4-B889-9548E8EDF646}"/>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7" name="Slide Number Placeholder 4">
            <a:extLst>
              <a:ext uri="{FF2B5EF4-FFF2-40B4-BE49-F238E27FC236}">
                <a16:creationId xmlns:a16="http://schemas.microsoft.com/office/drawing/2014/main" id="{26CADFF1-8E32-43D6-A5A4-A23564A32418}"/>
              </a:ext>
            </a:extLst>
          </p:cNvPr>
          <p:cNvSpPr>
            <a:spLocks noGrp="1"/>
          </p:cNvSpPr>
          <p:nvPr>
            <p:ph type="sldNum" sz="quarter" idx="12"/>
          </p:nvPr>
        </p:nvSpPr>
        <p:spPr/>
        <p:txBody>
          <a:bodyPr/>
          <a:lstStyle>
            <a:lvl1pPr>
              <a:defRPr/>
            </a:lvl1pPr>
          </a:lstStyle>
          <a:p>
            <a:fld id="{DF1DEBD5-F594-4E33-9F03-AB95476300AD}" type="slidenum">
              <a:rPr lang="en-US" altLang="en-US"/>
              <a:pPr/>
              <a:t>‹#›</a:t>
            </a:fld>
            <a:endParaRPr lang="en-US" altLang="en-US"/>
          </a:p>
        </p:txBody>
      </p:sp>
    </p:spTree>
    <p:extLst>
      <p:ext uri="{BB962C8B-B14F-4D97-AF65-F5344CB8AC3E}">
        <p14:creationId xmlns:p14="http://schemas.microsoft.com/office/powerpoint/2010/main" val="3557182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2">
            <a:extLst>
              <a:ext uri="{FF2B5EF4-FFF2-40B4-BE49-F238E27FC236}">
                <a16:creationId xmlns:a16="http://schemas.microsoft.com/office/drawing/2014/main" id="{4E02C71C-DC23-46B7-A379-9FB1464E5CE1}"/>
              </a:ext>
            </a:extLst>
          </p:cNvPr>
          <p:cNvSpPr>
            <a:spLocks noGrp="1"/>
          </p:cNvSpPr>
          <p:nvPr>
            <p:ph type="dt" sz="half" idx="10"/>
          </p:nvPr>
        </p:nvSpPr>
        <p:spPr/>
        <p:txBody>
          <a:bodyPr/>
          <a:lstStyle>
            <a:lvl1pPr>
              <a:defRPr/>
            </a:lvl1pPr>
          </a:lstStyle>
          <a:p>
            <a:pPr>
              <a:defRPr/>
            </a:pPr>
            <a:endParaRPr lang="en-US"/>
          </a:p>
        </p:txBody>
      </p:sp>
      <p:sp>
        <p:nvSpPr>
          <p:cNvPr id="6" name="Footer Placeholder 3">
            <a:extLst>
              <a:ext uri="{FF2B5EF4-FFF2-40B4-BE49-F238E27FC236}">
                <a16:creationId xmlns:a16="http://schemas.microsoft.com/office/drawing/2014/main" id="{1EE2F2E9-7564-4D08-9E8F-AFA0257690CC}"/>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7" name="Slide Number Placeholder 4">
            <a:extLst>
              <a:ext uri="{FF2B5EF4-FFF2-40B4-BE49-F238E27FC236}">
                <a16:creationId xmlns:a16="http://schemas.microsoft.com/office/drawing/2014/main" id="{D4601FF8-42FE-4556-BF36-029051412174}"/>
              </a:ext>
            </a:extLst>
          </p:cNvPr>
          <p:cNvSpPr>
            <a:spLocks noGrp="1"/>
          </p:cNvSpPr>
          <p:nvPr>
            <p:ph type="sldNum" sz="quarter" idx="12"/>
          </p:nvPr>
        </p:nvSpPr>
        <p:spPr/>
        <p:txBody>
          <a:bodyPr/>
          <a:lstStyle>
            <a:lvl1pPr>
              <a:defRPr/>
            </a:lvl1pPr>
          </a:lstStyle>
          <a:p>
            <a:fld id="{7437F771-3E71-449B-BA24-59F02962052B}" type="slidenum">
              <a:rPr lang="en-US" altLang="en-US"/>
              <a:pPr/>
              <a:t>‹#›</a:t>
            </a:fld>
            <a:endParaRPr lang="en-US" altLang="en-US"/>
          </a:p>
        </p:txBody>
      </p:sp>
    </p:spTree>
    <p:extLst>
      <p:ext uri="{BB962C8B-B14F-4D97-AF65-F5344CB8AC3E}">
        <p14:creationId xmlns:p14="http://schemas.microsoft.com/office/powerpoint/2010/main" val="1872640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a:extLst>
              <a:ext uri="{FF2B5EF4-FFF2-40B4-BE49-F238E27FC236}">
                <a16:creationId xmlns:a16="http://schemas.microsoft.com/office/drawing/2014/main" id="{0C5D9B56-54FC-4E38-837A-F397C2D54DD3}"/>
              </a:ext>
            </a:extLst>
          </p:cNvPr>
          <p:cNvSpPr>
            <a:spLocks noGrp="1"/>
          </p:cNvSpPr>
          <p:nvPr>
            <p:ph type="dt" sz="half" idx="10"/>
          </p:nvPr>
        </p:nvSpPr>
        <p:spPr/>
        <p:txBody>
          <a:bodyPr/>
          <a:lstStyle>
            <a:lvl1pPr>
              <a:defRPr/>
            </a:lvl1pPr>
          </a:lstStyle>
          <a:p>
            <a:pPr>
              <a:defRPr/>
            </a:pPr>
            <a:endParaRPr lang="en-US"/>
          </a:p>
        </p:txBody>
      </p:sp>
      <p:sp>
        <p:nvSpPr>
          <p:cNvPr id="5" name="Footer Placeholder 3">
            <a:extLst>
              <a:ext uri="{FF2B5EF4-FFF2-40B4-BE49-F238E27FC236}">
                <a16:creationId xmlns:a16="http://schemas.microsoft.com/office/drawing/2014/main" id="{18128C79-64A9-420D-849B-BCCFD9A5594F}"/>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6" name="Slide Number Placeholder 4">
            <a:extLst>
              <a:ext uri="{FF2B5EF4-FFF2-40B4-BE49-F238E27FC236}">
                <a16:creationId xmlns:a16="http://schemas.microsoft.com/office/drawing/2014/main" id="{073349FC-4E0D-4B59-B407-4B4D4CD3DC18}"/>
              </a:ext>
            </a:extLst>
          </p:cNvPr>
          <p:cNvSpPr>
            <a:spLocks noGrp="1"/>
          </p:cNvSpPr>
          <p:nvPr>
            <p:ph type="sldNum" sz="quarter" idx="12"/>
          </p:nvPr>
        </p:nvSpPr>
        <p:spPr/>
        <p:txBody>
          <a:bodyPr/>
          <a:lstStyle>
            <a:lvl1pPr>
              <a:defRPr/>
            </a:lvl1pPr>
          </a:lstStyle>
          <a:p>
            <a:fld id="{6FB9E794-67C4-4FA0-ABE0-2C7A272BC3B7}" type="slidenum">
              <a:rPr lang="en-US" altLang="en-US"/>
              <a:pPr/>
              <a:t>‹#›</a:t>
            </a:fld>
            <a:endParaRPr lang="en-US" altLang="en-US"/>
          </a:p>
        </p:txBody>
      </p:sp>
    </p:spTree>
    <p:extLst>
      <p:ext uri="{BB962C8B-B14F-4D97-AF65-F5344CB8AC3E}">
        <p14:creationId xmlns:p14="http://schemas.microsoft.com/office/powerpoint/2010/main" val="1873618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43688" y="152400"/>
            <a:ext cx="2085975" cy="6172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1000" y="152400"/>
            <a:ext cx="6110288" cy="6172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2">
            <a:extLst>
              <a:ext uri="{FF2B5EF4-FFF2-40B4-BE49-F238E27FC236}">
                <a16:creationId xmlns:a16="http://schemas.microsoft.com/office/drawing/2014/main" id="{E7EE6C3B-046F-4502-A640-4FF3599F4EBC}"/>
              </a:ext>
            </a:extLst>
          </p:cNvPr>
          <p:cNvSpPr>
            <a:spLocks noGrp="1"/>
          </p:cNvSpPr>
          <p:nvPr>
            <p:ph type="dt" sz="half" idx="10"/>
          </p:nvPr>
        </p:nvSpPr>
        <p:spPr/>
        <p:txBody>
          <a:bodyPr/>
          <a:lstStyle>
            <a:lvl1pPr>
              <a:defRPr/>
            </a:lvl1pPr>
          </a:lstStyle>
          <a:p>
            <a:pPr>
              <a:defRPr/>
            </a:pPr>
            <a:endParaRPr lang="en-US"/>
          </a:p>
        </p:txBody>
      </p:sp>
      <p:sp>
        <p:nvSpPr>
          <p:cNvPr id="5" name="Footer Placeholder 3">
            <a:extLst>
              <a:ext uri="{FF2B5EF4-FFF2-40B4-BE49-F238E27FC236}">
                <a16:creationId xmlns:a16="http://schemas.microsoft.com/office/drawing/2014/main" id="{49AD977D-4655-41F4-AABB-53FCA263350C}"/>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6" name="Slide Number Placeholder 4">
            <a:extLst>
              <a:ext uri="{FF2B5EF4-FFF2-40B4-BE49-F238E27FC236}">
                <a16:creationId xmlns:a16="http://schemas.microsoft.com/office/drawing/2014/main" id="{1B9EC3F3-A6E3-49DB-A3A5-0C2A523826F3}"/>
              </a:ext>
            </a:extLst>
          </p:cNvPr>
          <p:cNvSpPr>
            <a:spLocks noGrp="1"/>
          </p:cNvSpPr>
          <p:nvPr>
            <p:ph type="sldNum" sz="quarter" idx="12"/>
          </p:nvPr>
        </p:nvSpPr>
        <p:spPr/>
        <p:txBody>
          <a:bodyPr/>
          <a:lstStyle>
            <a:lvl1pPr>
              <a:defRPr/>
            </a:lvl1pPr>
          </a:lstStyle>
          <a:p>
            <a:fld id="{95F8172C-9ABA-42AC-A7F5-1448F13B1953}" type="slidenum">
              <a:rPr lang="en-US" altLang="en-US"/>
              <a:pPr/>
              <a:t>‹#›</a:t>
            </a:fld>
            <a:endParaRPr lang="en-US" altLang="en-US"/>
          </a:p>
        </p:txBody>
      </p:sp>
    </p:spTree>
    <p:extLst>
      <p:ext uri="{BB962C8B-B14F-4D97-AF65-F5344CB8AC3E}">
        <p14:creationId xmlns:p14="http://schemas.microsoft.com/office/powerpoint/2010/main" val="18977670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fourObj" preserve="1">
  <p:cSld name="Title and 4 Content">
    <p:spTree>
      <p:nvGrpSpPr>
        <p:cNvPr id="1" name=""/>
        <p:cNvGrpSpPr/>
        <p:nvPr/>
      </p:nvGrpSpPr>
      <p:grpSpPr>
        <a:xfrm>
          <a:off x="0" y="0"/>
          <a:ext cx="0" cy="0"/>
          <a:chOff x="0" y="0"/>
          <a:chExt cx="0" cy="0"/>
        </a:xfrm>
      </p:grpSpPr>
      <p:sp>
        <p:nvSpPr>
          <p:cNvPr id="2" name="Title 1"/>
          <p:cNvSpPr>
            <a:spLocks noGrp="1"/>
          </p:cNvSpPr>
          <p:nvPr>
            <p:ph type="title" sz="quarter"/>
          </p:nvPr>
        </p:nvSpPr>
        <p:spPr>
          <a:xfrm>
            <a:off x="381000" y="152400"/>
            <a:ext cx="8280400" cy="533400"/>
          </a:xfrm>
        </p:spPr>
        <p:txBody>
          <a:bodyPr/>
          <a:lstStyle/>
          <a:p>
            <a:r>
              <a:rPr lang="en-US"/>
              <a:t>Click to edit Master title style</a:t>
            </a:r>
          </a:p>
        </p:txBody>
      </p:sp>
      <p:sp>
        <p:nvSpPr>
          <p:cNvPr id="3" name="Content Placeholder 2"/>
          <p:cNvSpPr>
            <a:spLocks noGrp="1"/>
          </p:cNvSpPr>
          <p:nvPr>
            <p:ph sz="quarter" idx="1"/>
          </p:nvPr>
        </p:nvSpPr>
        <p:spPr>
          <a:xfrm>
            <a:off x="41116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6613" y="1143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1116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6613" y="3810000"/>
            <a:ext cx="4083050" cy="2514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2">
            <a:extLst>
              <a:ext uri="{FF2B5EF4-FFF2-40B4-BE49-F238E27FC236}">
                <a16:creationId xmlns:a16="http://schemas.microsoft.com/office/drawing/2014/main" id="{6A21EAE1-8D45-4326-B9F0-C5E6A586830B}"/>
              </a:ext>
            </a:extLst>
          </p:cNvPr>
          <p:cNvSpPr>
            <a:spLocks noGrp="1"/>
          </p:cNvSpPr>
          <p:nvPr>
            <p:ph type="dt" sz="half" idx="10"/>
          </p:nvPr>
        </p:nvSpPr>
        <p:spPr/>
        <p:txBody>
          <a:bodyPr/>
          <a:lstStyle>
            <a:lvl1pPr>
              <a:defRPr/>
            </a:lvl1pPr>
          </a:lstStyle>
          <a:p>
            <a:pPr>
              <a:defRPr/>
            </a:pPr>
            <a:endParaRPr lang="en-US"/>
          </a:p>
        </p:txBody>
      </p:sp>
      <p:sp>
        <p:nvSpPr>
          <p:cNvPr id="8" name="Footer Placeholder 3">
            <a:extLst>
              <a:ext uri="{FF2B5EF4-FFF2-40B4-BE49-F238E27FC236}">
                <a16:creationId xmlns:a16="http://schemas.microsoft.com/office/drawing/2014/main" id="{2D37993C-0E43-4CD7-8B6D-DFCE80EB1519}"/>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9" name="Slide Number Placeholder 4">
            <a:extLst>
              <a:ext uri="{FF2B5EF4-FFF2-40B4-BE49-F238E27FC236}">
                <a16:creationId xmlns:a16="http://schemas.microsoft.com/office/drawing/2014/main" id="{308150A7-1CBC-4EB6-9C9C-3AB51797F2F4}"/>
              </a:ext>
            </a:extLst>
          </p:cNvPr>
          <p:cNvSpPr>
            <a:spLocks noGrp="1"/>
          </p:cNvSpPr>
          <p:nvPr>
            <p:ph type="sldNum" sz="quarter" idx="12"/>
          </p:nvPr>
        </p:nvSpPr>
        <p:spPr/>
        <p:txBody>
          <a:bodyPr/>
          <a:lstStyle>
            <a:lvl1pPr>
              <a:defRPr/>
            </a:lvl1pPr>
          </a:lstStyle>
          <a:p>
            <a:fld id="{9F50FF63-20C6-4237-9B92-454F1B500E19}" type="slidenum">
              <a:rPr lang="en-US" altLang="en-US"/>
              <a:pPr/>
              <a:t>‹#›</a:t>
            </a:fld>
            <a:endParaRPr lang="en-US" altLang="en-US"/>
          </a:p>
        </p:txBody>
      </p:sp>
    </p:spTree>
    <p:extLst>
      <p:ext uri="{BB962C8B-B14F-4D97-AF65-F5344CB8AC3E}">
        <p14:creationId xmlns:p14="http://schemas.microsoft.com/office/powerpoint/2010/main" val="8363334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80400" cy="533400"/>
          </a:xfrm>
        </p:spPr>
        <p:txBody>
          <a:bodyPr/>
          <a:lstStyle/>
          <a:p>
            <a:r>
              <a:rPr lang="en-US"/>
              <a:t>Click to edit Master title style</a:t>
            </a:r>
          </a:p>
        </p:txBody>
      </p:sp>
      <p:sp>
        <p:nvSpPr>
          <p:cNvPr id="3" name="Text Placeholder 2"/>
          <p:cNvSpPr>
            <a:spLocks noGrp="1"/>
          </p:cNvSpPr>
          <p:nvPr>
            <p:ph type="body" sz="half" idx="1"/>
          </p:nvPr>
        </p:nvSpPr>
        <p:spPr>
          <a:xfrm>
            <a:off x="41116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6613" y="1143000"/>
            <a:ext cx="4083050" cy="5181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2">
            <a:extLst>
              <a:ext uri="{FF2B5EF4-FFF2-40B4-BE49-F238E27FC236}">
                <a16:creationId xmlns:a16="http://schemas.microsoft.com/office/drawing/2014/main" id="{01325DDF-F0E6-45F8-A83D-1ED42C49AFDA}"/>
              </a:ext>
            </a:extLst>
          </p:cNvPr>
          <p:cNvSpPr>
            <a:spLocks noGrp="1"/>
          </p:cNvSpPr>
          <p:nvPr>
            <p:ph type="dt" sz="half" idx="10"/>
          </p:nvPr>
        </p:nvSpPr>
        <p:spPr/>
        <p:txBody>
          <a:bodyPr/>
          <a:lstStyle>
            <a:lvl1pPr>
              <a:defRPr/>
            </a:lvl1pPr>
          </a:lstStyle>
          <a:p>
            <a:pPr>
              <a:defRPr/>
            </a:pPr>
            <a:endParaRPr lang="en-US"/>
          </a:p>
        </p:txBody>
      </p:sp>
      <p:sp>
        <p:nvSpPr>
          <p:cNvPr id="6" name="Footer Placeholder 3">
            <a:extLst>
              <a:ext uri="{FF2B5EF4-FFF2-40B4-BE49-F238E27FC236}">
                <a16:creationId xmlns:a16="http://schemas.microsoft.com/office/drawing/2014/main" id="{2CD11F3D-1DE5-40A6-8B8F-EF978BBCA37F}"/>
              </a:ext>
            </a:extLst>
          </p:cNvPr>
          <p:cNvSpPr>
            <a:spLocks noGrp="1"/>
          </p:cNvSpPr>
          <p:nvPr>
            <p:ph type="ftr" sz="quarter" idx="11"/>
          </p:nvPr>
        </p:nvSpPr>
        <p:spPr/>
        <p:txBody>
          <a:bodyPr/>
          <a:lstStyle>
            <a:lvl1pPr>
              <a:defRPr/>
            </a:lvl1pPr>
          </a:lstStyle>
          <a:p>
            <a:pPr>
              <a:defRPr/>
            </a:pPr>
            <a:r>
              <a:rPr lang="en-US"/>
              <a:t>2/17/2021  Intro to Data Mining, 2nd Edition</a:t>
            </a:r>
          </a:p>
        </p:txBody>
      </p:sp>
      <p:sp>
        <p:nvSpPr>
          <p:cNvPr id="7" name="Slide Number Placeholder 4">
            <a:extLst>
              <a:ext uri="{FF2B5EF4-FFF2-40B4-BE49-F238E27FC236}">
                <a16:creationId xmlns:a16="http://schemas.microsoft.com/office/drawing/2014/main" id="{47A29662-B91F-4186-87C8-244050184687}"/>
              </a:ext>
            </a:extLst>
          </p:cNvPr>
          <p:cNvSpPr>
            <a:spLocks noGrp="1"/>
          </p:cNvSpPr>
          <p:nvPr>
            <p:ph type="sldNum" sz="quarter" idx="12"/>
          </p:nvPr>
        </p:nvSpPr>
        <p:spPr/>
        <p:txBody>
          <a:bodyPr/>
          <a:lstStyle>
            <a:lvl1pPr>
              <a:defRPr/>
            </a:lvl1pPr>
          </a:lstStyle>
          <a:p>
            <a:fld id="{4BACFB14-6A49-4336-A9DC-E7274D22C5D7}" type="slidenum">
              <a:rPr lang="en-US" altLang="en-US"/>
              <a:pPr/>
              <a:t>‹#›</a:t>
            </a:fld>
            <a:endParaRPr lang="en-US" altLang="en-US"/>
          </a:p>
        </p:txBody>
      </p:sp>
    </p:spTree>
    <p:extLst>
      <p:ext uri="{BB962C8B-B14F-4D97-AF65-F5344CB8AC3E}">
        <p14:creationId xmlns:p14="http://schemas.microsoft.com/office/powerpoint/2010/main" val="4087453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3BC54AB2-903B-4F8E-997F-C71752A2A4E2}"/>
              </a:ext>
            </a:extLst>
          </p:cNvPr>
          <p:cNvSpPr>
            <a:spLocks noGrp="1" noChangeArrowheads="1"/>
          </p:cNvSpPr>
          <p:nvPr>
            <p:ph type="title"/>
          </p:nvPr>
        </p:nvSpPr>
        <p:spPr bwMode="auto">
          <a:xfrm>
            <a:off x="381000" y="152400"/>
            <a:ext cx="82804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5A1D6B5-6FC4-4C09-A55C-429CFC9BE8AE}"/>
              </a:ext>
            </a:extLst>
          </p:cNvPr>
          <p:cNvSpPr>
            <a:spLocks noGrp="1" noChangeArrowheads="1"/>
          </p:cNvSpPr>
          <p:nvPr>
            <p:ph type="body" idx="1"/>
          </p:nvPr>
        </p:nvSpPr>
        <p:spPr bwMode="auto">
          <a:xfrm>
            <a:off x="411163" y="1143000"/>
            <a:ext cx="8318500" cy="518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0488" tIns="44450" rIns="90488" bIns="4445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 Third Level</a:t>
            </a:r>
          </a:p>
        </p:txBody>
      </p:sp>
      <p:grpSp>
        <p:nvGrpSpPr>
          <p:cNvPr id="1028" name="Group 16">
            <a:extLst>
              <a:ext uri="{FF2B5EF4-FFF2-40B4-BE49-F238E27FC236}">
                <a16:creationId xmlns:a16="http://schemas.microsoft.com/office/drawing/2014/main" id="{8FEB0D6D-A9F7-403C-B3C1-B58C39BE68DC}"/>
              </a:ext>
            </a:extLst>
          </p:cNvPr>
          <p:cNvGrpSpPr>
            <a:grpSpLocks/>
          </p:cNvGrpSpPr>
          <p:nvPr userDrawn="1"/>
        </p:nvGrpSpPr>
        <p:grpSpPr bwMode="auto">
          <a:xfrm>
            <a:off x="304800" y="838200"/>
            <a:ext cx="8534400" cy="152400"/>
            <a:chOff x="264" y="788"/>
            <a:chExt cx="5232" cy="124"/>
          </a:xfrm>
        </p:grpSpPr>
        <p:sp>
          <p:nvSpPr>
            <p:cNvPr id="1030" name="Rectangle 17">
              <a:extLst>
                <a:ext uri="{FF2B5EF4-FFF2-40B4-BE49-F238E27FC236}">
                  <a16:creationId xmlns:a16="http://schemas.microsoft.com/office/drawing/2014/main" id="{281C7C49-F2E1-1246-B5C7-A0D4C498F5B8}"/>
                </a:ext>
              </a:extLst>
            </p:cNvPr>
            <p:cNvSpPr>
              <a:spLocks noChangeArrowheads="1"/>
            </p:cNvSpPr>
            <p:nvPr/>
          </p:nvSpPr>
          <p:spPr bwMode="auto">
            <a:xfrm>
              <a:off x="264" y="788"/>
              <a:ext cx="5232" cy="61"/>
            </a:xfrm>
            <a:prstGeom prst="rect">
              <a:avLst/>
            </a:prstGeom>
            <a:gradFill rotWithShape="0">
              <a:gsLst>
                <a:gs pos="0">
                  <a:srgbClr val="0E9BBA"/>
                </a:gs>
                <a:gs pos="50000">
                  <a:srgbClr val="12C2E9"/>
                </a:gs>
                <a:gs pos="100000">
                  <a:srgbClr val="0E9BBA"/>
                </a:gs>
              </a:gsLst>
              <a:lin ang="540000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sp>
          <p:nvSpPr>
            <p:cNvPr id="1031" name="Rectangle 18">
              <a:extLst>
                <a:ext uri="{FF2B5EF4-FFF2-40B4-BE49-F238E27FC236}">
                  <a16:creationId xmlns:a16="http://schemas.microsoft.com/office/drawing/2014/main" id="{F2CB6532-56E1-4C4C-8C62-DDD8081751EF}"/>
                </a:ext>
              </a:extLst>
            </p:cNvPr>
            <p:cNvSpPr>
              <a:spLocks noChangeArrowheads="1"/>
            </p:cNvSpPr>
            <p:nvPr/>
          </p:nvSpPr>
          <p:spPr bwMode="auto">
            <a:xfrm>
              <a:off x="264" y="881"/>
              <a:ext cx="5232" cy="31"/>
            </a:xfrm>
            <a:prstGeom prst="rect">
              <a:avLst/>
            </a:prstGeom>
            <a:gradFill rotWithShape="0">
              <a:gsLst>
                <a:gs pos="0">
                  <a:srgbClr val="B200B2"/>
                </a:gs>
                <a:gs pos="50000">
                  <a:srgbClr val="FF00FF"/>
                </a:gs>
                <a:gs pos="100000">
                  <a:srgbClr val="B200B2"/>
                </a:gs>
              </a:gsLst>
              <a:lin ang="0" scaled="1"/>
            </a:gra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defRPr sz="1400" b="1">
                  <a:solidFill>
                    <a:schemeClr val="tx1"/>
                  </a:solidFill>
                  <a:latin typeface="Arial" charset="0"/>
                </a:defRPr>
              </a:lvl1pPr>
              <a:lvl2pPr marL="742950" indent="-285750">
                <a:defRPr sz="1400" b="1">
                  <a:solidFill>
                    <a:schemeClr val="tx1"/>
                  </a:solidFill>
                  <a:latin typeface="Arial" charset="0"/>
                </a:defRPr>
              </a:lvl2pPr>
              <a:lvl3pPr marL="1143000" indent="-228600">
                <a:defRPr sz="1400" b="1">
                  <a:solidFill>
                    <a:schemeClr val="tx1"/>
                  </a:solidFill>
                  <a:latin typeface="Arial" charset="0"/>
                </a:defRPr>
              </a:lvl3pPr>
              <a:lvl4pPr marL="1600200" indent="-228600">
                <a:defRPr sz="1400" b="1">
                  <a:solidFill>
                    <a:schemeClr val="tx1"/>
                  </a:solidFill>
                  <a:latin typeface="Arial" charset="0"/>
                </a:defRPr>
              </a:lvl4pPr>
              <a:lvl5pPr marL="2057400" indent="-228600">
                <a:defRPr sz="1400" b="1">
                  <a:solidFill>
                    <a:schemeClr val="tx1"/>
                  </a:solidFill>
                  <a:latin typeface="Arial" charset="0"/>
                </a:defRPr>
              </a:lvl5pPr>
              <a:lvl6pPr marL="2514600" indent="-228600" eaLnBrk="0" fontAlgn="base" hangingPunct="0">
                <a:spcBef>
                  <a:spcPct val="0"/>
                </a:spcBef>
                <a:spcAft>
                  <a:spcPct val="0"/>
                </a:spcAft>
                <a:defRPr sz="1400" b="1">
                  <a:solidFill>
                    <a:schemeClr val="tx1"/>
                  </a:solidFill>
                  <a:latin typeface="Arial" charset="0"/>
                </a:defRPr>
              </a:lvl6pPr>
              <a:lvl7pPr marL="2971800" indent="-228600" eaLnBrk="0" fontAlgn="base" hangingPunct="0">
                <a:spcBef>
                  <a:spcPct val="0"/>
                </a:spcBef>
                <a:spcAft>
                  <a:spcPct val="0"/>
                </a:spcAft>
                <a:defRPr sz="1400" b="1">
                  <a:solidFill>
                    <a:schemeClr val="tx1"/>
                  </a:solidFill>
                  <a:latin typeface="Arial" charset="0"/>
                </a:defRPr>
              </a:lvl7pPr>
              <a:lvl8pPr marL="3429000" indent="-228600" eaLnBrk="0" fontAlgn="base" hangingPunct="0">
                <a:spcBef>
                  <a:spcPct val="0"/>
                </a:spcBef>
                <a:spcAft>
                  <a:spcPct val="0"/>
                </a:spcAft>
                <a:defRPr sz="1400" b="1">
                  <a:solidFill>
                    <a:schemeClr val="tx1"/>
                  </a:solidFill>
                  <a:latin typeface="Arial" charset="0"/>
                </a:defRPr>
              </a:lvl8pPr>
              <a:lvl9pPr marL="3886200" indent="-228600" eaLnBrk="0" fontAlgn="base" hangingPunct="0">
                <a:spcBef>
                  <a:spcPct val="0"/>
                </a:spcBef>
                <a:spcAft>
                  <a:spcPct val="0"/>
                </a:spcAft>
                <a:defRPr sz="1400" b="1">
                  <a:solidFill>
                    <a:schemeClr val="tx1"/>
                  </a:solidFill>
                  <a:latin typeface="Arial" charset="0"/>
                </a:defRPr>
              </a:lvl9pPr>
            </a:lstStyle>
            <a:p>
              <a:pPr>
                <a:defRPr/>
              </a:pPr>
              <a:endParaRPr lang="en-US" altLang="en-US"/>
            </a:p>
          </p:txBody>
        </p:sp>
      </p:grpSp>
      <p:sp>
        <p:nvSpPr>
          <p:cNvPr id="3" name="Date Placeholder 2">
            <a:extLst>
              <a:ext uri="{FF2B5EF4-FFF2-40B4-BE49-F238E27FC236}">
                <a16:creationId xmlns:a16="http://schemas.microsoft.com/office/drawing/2014/main" id="{28E197EB-C9FB-904B-80A8-2022248AE0F2}"/>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endParaRPr lang="en-US" dirty="0"/>
          </a:p>
        </p:txBody>
      </p:sp>
      <p:sp>
        <p:nvSpPr>
          <p:cNvPr id="4" name="Footer Placeholder 3">
            <a:extLst>
              <a:ext uri="{FF2B5EF4-FFF2-40B4-BE49-F238E27FC236}">
                <a16:creationId xmlns:a16="http://schemas.microsoft.com/office/drawing/2014/main" id="{A4CFF1A1-5F47-7F43-9B64-81E3A2F20AD1}"/>
              </a:ext>
            </a:extLst>
          </p:cNvPr>
          <p:cNvSpPr>
            <a:spLocks noGrp="1"/>
          </p:cNvSpPr>
          <p:nvPr>
            <p:ph type="ftr" sz="quarter" idx="3"/>
          </p:nvPr>
        </p:nvSpPr>
        <p:spPr>
          <a:xfrm>
            <a:off x="3028950" y="6356350"/>
            <a:ext cx="3219450" cy="365125"/>
          </a:xfrm>
          <a:prstGeom prst="rect">
            <a:avLst/>
          </a:prstGeom>
        </p:spPr>
        <p:txBody>
          <a:bodyPr vert="horz" lIns="91440" tIns="45720" rIns="91440" bIns="45720" rtlCol="0" anchor="ctr"/>
          <a:lstStyle>
            <a:lvl1pPr algn="ctr">
              <a:defRPr sz="1200" smtClean="0">
                <a:solidFill>
                  <a:schemeClr val="tx1">
                    <a:tint val="75000"/>
                  </a:schemeClr>
                </a:solidFill>
                <a:latin typeface="Arial" charset="0"/>
              </a:defRPr>
            </a:lvl1pPr>
          </a:lstStyle>
          <a:p>
            <a:pPr>
              <a:defRPr/>
            </a:pPr>
            <a:r>
              <a:rPr lang="en-US"/>
              <a:t>2/17/2021  Intro to Data Mining, 2nd Edition</a:t>
            </a:r>
          </a:p>
        </p:txBody>
      </p:sp>
      <p:sp>
        <p:nvSpPr>
          <p:cNvPr id="5" name="Slide Number Placeholder 4">
            <a:extLst>
              <a:ext uri="{FF2B5EF4-FFF2-40B4-BE49-F238E27FC236}">
                <a16:creationId xmlns:a16="http://schemas.microsoft.com/office/drawing/2014/main" id="{EB3F9AED-3B23-0E41-AEAB-DB98D85130AB}"/>
              </a:ext>
            </a:extLst>
          </p:cNvPr>
          <p:cNvSpPr>
            <a:spLocks noGrp="1"/>
          </p:cNvSpPr>
          <p:nvPr>
            <p:ph type="sldNum" sz="quarter" idx="4"/>
          </p:nvPr>
        </p:nvSpPr>
        <p:spPr>
          <a:xfrm>
            <a:off x="6457950"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BD44861A-52C0-4055-BC69-72BE0F2F48C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41" r:id="rId1"/>
    <p:sldLayoutId id="2147483753"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 id="2147483752" r:id="rId13"/>
  </p:sldLayoutIdLst>
  <p:hf hdr="0" ftr="0" dt="0"/>
  <p:txStyles>
    <p:titleStyle>
      <a:lvl1pPr algn="l" rtl="0" eaLnBrk="0" fontAlgn="base" hangingPunct="0">
        <a:lnSpc>
          <a:spcPts val="3600"/>
        </a:lnSpc>
        <a:spcBef>
          <a:spcPct val="0"/>
        </a:spcBef>
        <a:spcAft>
          <a:spcPct val="0"/>
        </a:spcAft>
        <a:defRPr sz="3200" b="1">
          <a:solidFill>
            <a:schemeClr val="tx1"/>
          </a:solidFill>
          <a:latin typeface="+mj-lt"/>
          <a:ea typeface="+mj-ea"/>
          <a:cs typeface="+mj-cs"/>
        </a:defRPr>
      </a:lvl1pPr>
      <a:lvl2pPr algn="l" rtl="0" eaLnBrk="0" fontAlgn="base" hangingPunct="0">
        <a:lnSpc>
          <a:spcPts val="3600"/>
        </a:lnSpc>
        <a:spcBef>
          <a:spcPct val="0"/>
        </a:spcBef>
        <a:spcAft>
          <a:spcPct val="0"/>
        </a:spcAft>
        <a:defRPr sz="3200" b="1">
          <a:solidFill>
            <a:schemeClr val="tx1"/>
          </a:solidFill>
          <a:latin typeface="Tahoma" pitchFamily="34" charset="0"/>
        </a:defRPr>
      </a:lvl2pPr>
      <a:lvl3pPr algn="l" rtl="0" eaLnBrk="0" fontAlgn="base" hangingPunct="0">
        <a:lnSpc>
          <a:spcPts val="3600"/>
        </a:lnSpc>
        <a:spcBef>
          <a:spcPct val="0"/>
        </a:spcBef>
        <a:spcAft>
          <a:spcPct val="0"/>
        </a:spcAft>
        <a:defRPr sz="3200" b="1">
          <a:solidFill>
            <a:schemeClr val="tx1"/>
          </a:solidFill>
          <a:latin typeface="Tahoma" pitchFamily="34" charset="0"/>
        </a:defRPr>
      </a:lvl3pPr>
      <a:lvl4pPr algn="l" rtl="0" eaLnBrk="0" fontAlgn="base" hangingPunct="0">
        <a:lnSpc>
          <a:spcPts val="3600"/>
        </a:lnSpc>
        <a:spcBef>
          <a:spcPct val="0"/>
        </a:spcBef>
        <a:spcAft>
          <a:spcPct val="0"/>
        </a:spcAft>
        <a:defRPr sz="3200" b="1">
          <a:solidFill>
            <a:schemeClr val="tx1"/>
          </a:solidFill>
          <a:latin typeface="Tahoma" pitchFamily="34" charset="0"/>
        </a:defRPr>
      </a:lvl4pPr>
      <a:lvl5pPr algn="l" rtl="0" eaLnBrk="0" fontAlgn="base" hangingPunct="0">
        <a:lnSpc>
          <a:spcPts val="3600"/>
        </a:lnSpc>
        <a:spcBef>
          <a:spcPct val="0"/>
        </a:spcBef>
        <a:spcAft>
          <a:spcPct val="0"/>
        </a:spcAft>
        <a:defRPr sz="3200" b="1">
          <a:solidFill>
            <a:schemeClr val="tx1"/>
          </a:solidFill>
          <a:latin typeface="Tahoma" pitchFamily="34" charset="0"/>
        </a:defRPr>
      </a:lvl5pPr>
      <a:lvl6pPr marL="457200" algn="l" rtl="0" eaLnBrk="0" fontAlgn="base" hangingPunct="0">
        <a:lnSpc>
          <a:spcPts val="3600"/>
        </a:lnSpc>
        <a:spcBef>
          <a:spcPct val="0"/>
        </a:spcBef>
        <a:spcAft>
          <a:spcPct val="0"/>
        </a:spcAft>
        <a:defRPr sz="3200" b="1">
          <a:solidFill>
            <a:schemeClr val="tx1"/>
          </a:solidFill>
          <a:latin typeface="Tahoma" pitchFamily="34" charset="0"/>
        </a:defRPr>
      </a:lvl6pPr>
      <a:lvl7pPr marL="914400" algn="l" rtl="0" eaLnBrk="0" fontAlgn="base" hangingPunct="0">
        <a:lnSpc>
          <a:spcPts val="3600"/>
        </a:lnSpc>
        <a:spcBef>
          <a:spcPct val="0"/>
        </a:spcBef>
        <a:spcAft>
          <a:spcPct val="0"/>
        </a:spcAft>
        <a:defRPr sz="3200" b="1">
          <a:solidFill>
            <a:schemeClr val="tx1"/>
          </a:solidFill>
          <a:latin typeface="Tahoma" pitchFamily="34" charset="0"/>
        </a:defRPr>
      </a:lvl7pPr>
      <a:lvl8pPr marL="1371600" algn="l" rtl="0" eaLnBrk="0" fontAlgn="base" hangingPunct="0">
        <a:lnSpc>
          <a:spcPts val="3600"/>
        </a:lnSpc>
        <a:spcBef>
          <a:spcPct val="0"/>
        </a:spcBef>
        <a:spcAft>
          <a:spcPct val="0"/>
        </a:spcAft>
        <a:defRPr sz="3200" b="1">
          <a:solidFill>
            <a:schemeClr val="tx1"/>
          </a:solidFill>
          <a:latin typeface="Tahoma" pitchFamily="34" charset="0"/>
        </a:defRPr>
      </a:lvl8pPr>
      <a:lvl9pPr marL="1828800" algn="l" rtl="0" eaLnBrk="0" fontAlgn="base" hangingPunct="0">
        <a:lnSpc>
          <a:spcPts val="3600"/>
        </a:lnSpc>
        <a:spcBef>
          <a:spcPct val="0"/>
        </a:spcBef>
        <a:spcAft>
          <a:spcPct val="0"/>
        </a:spcAft>
        <a:defRPr sz="3200" b="1">
          <a:solidFill>
            <a:schemeClr val="tx1"/>
          </a:solidFill>
          <a:latin typeface="Tahoma" pitchFamily="34" charset="0"/>
        </a:defRPr>
      </a:lvl9pPr>
    </p:titleStyle>
    <p:bodyStyle>
      <a:lvl1pPr marL="292100" indent="-292100" algn="l" rtl="0" eaLnBrk="0" fontAlgn="base" hangingPunct="0">
        <a:spcBef>
          <a:spcPct val="10000"/>
        </a:spcBef>
        <a:spcAft>
          <a:spcPts val="400"/>
        </a:spcAft>
        <a:buClr>
          <a:srgbClr val="0C7B9C"/>
        </a:buClr>
        <a:buSzPct val="75000"/>
        <a:buFont typeface="Monotype Sorts" pitchFamily="2" charset="2"/>
        <a:buChar char="l"/>
        <a:defRPr sz="2800">
          <a:solidFill>
            <a:schemeClr val="tx1"/>
          </a:solidFill>
          <a:latin typeface="+mn-lt"/>
          <a:ea typeface="+mn-ea"/>
          <a:cs typeface="+mn-cs"/>
        </a:defRPr>
      </a:lvl1pPr>
      <a:lvl2pPr marL="800100" indent="-342900" algn="l" rtl="0" eaLnBrk="0" fontAlgn="base" hangingPunct="0">
        <a:spcBef>
          <a:spcPct val="10000"/>
        </a:spcBef>
        <a:spcAft>
          <a:spcPts val="400"/>
        </a:spcAft>
        <a:buClr>
          <a:srgbClr val="0C7B9C"/>
        </a:buClr>
        <a:buSzPct val="100000"/>
        <a:buFont typeface="Arial" panose="020B0604020202020204" pitchFamily="34" charset="0"/>
        <a:buChar char="–"/>
        <a:defRPr sz="2800">
          <a:solidFill>
            <a:schemeClr val="tx1"/>
          </a:solidFill>
          <a:latin typeface="+mn-lt"/>
        </a:defRPr>
      </a:lvl2pPr>
      <a:lvl3pPr marL="914400" algn="l" rtl="0" eaLnBrk="0" fontAlgn="base" hangingPunct="0">
        <a:spcBef>
          <a:spcPct val="10000"/>
        </a:spcBef>
        <a:spcAft>
          <a:spcPts val="400"/>
        </a:spcAft>
        <a:buClr>
          <a:srgbClr val="0C7B9C"/>
        </a:buClr>
        <a:buSzPct val="70000"/>
        <a:buFont typeface="Wingdings" panose="05000000000000000000" pitchFamily="2" charset="2"/>
        <a:buChar char="u"/>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Times New Roman" pitchFamily="18" charset="0"/>
        </a:defRPr>
      </a:lvl4pPr>
      <a:lvl5pPr marL="2057400" indent="-228600" algn="l" rtl="0" eaLnBrk="0" fontAlgn="base" hangingPunct="0">
        <a:spcBef>
          <a:spcPct val="20000"/>
        </a:spcBef>
        <a:spcAft>
          <a:spcPct val="0"/>
        </a:spcAft>
        <a:buSzPct val="100000"/>
        <a:buChar char="•"/>
        <a:defRPr sz="2000">
          <a:solidFill>
            <a:schemeClr val="tx1"/>
          </a:solidFill>
          <a:latin typeface="Times New Roman" pitchFamily="18" charset="0"/>
        </a:defRPr>
      </a:lvl5pPr>
      <a:lvl6pPr marL="2514600" indent="-228600" algn="l" rtl="0" eaLnBrk="0" fontAlgn="base" hangingPunct="0">
        <a:spcBef>
          <a:spcPct val="20000"/>
        </a:spcBef>
        <a:spcAft>
          <a:spcPct val="0"/>
        </a:spcAft>
        <a:buSzPct val="100000"/>
        <a:buChar char="•"/>
        <a:defRPr sz="2000">
          <a:solidFill>
            <a:schemeClr val="tx1"/>
          </a:solidFill>
          <a:latin typeface="Times New Roman" pitchFamily="18" charset="0"/>
        </a:defRPr>
      </a:lvl6pPr>
      <a:lvl7pPr marL="2971800" indent="-228600" algn="l" rtl="0" eaLnBrk="0" fontAlgn="base" hangingPunct="0">
        <a:spcBef>
          <a:spcPct val="20000"/>
        </a:spcBef>
        <a:spcAft>
          <a:spcPct val="0"/>
        </a:spcAft>
        <a:buSzPct val="100000"/>
        <a:buChar char="•"/>
        <a:defRPr sz="2000">
          <a:solidFill>
            <a:schemeClr val="tx1"/>
          </a:solidFill>
          <a:latin typeface="Times New Roman" pitchFamily="18" charset="0"/>
        </a:defRPr>
      </a:lvl7pPr>
      <a:lvl8pPr marL="3429000" indent="-228600" algn="l" rtl="0" eaLnBrk="0" fontAlgn="base" hangingPunct="0">
        <a:spcBef>
          <a:spcPct val="20000"/>
        </a:spcBef>
        <a:spcAft>
          <a:spcPct val="0"/>
        </a:spcAft>
        <a:buSzPct val="100000"/>
        <a:buChar char="•"/>
        <a:defRPr sz="2000">
          <a:solidFill>
            <a:schemeClr val="tx1"/>
          </a:solidFill>
          <a:latin typeface="Times New Roman" pitchFamily="18" charset="0"/>
        </a:defRPr>
      </a:lvl8pPr>
      <a:lvl9pPr marL="3886200" indent="-228600" algn="l" rtl="0" eaLnBrk="0" fontAlgn="base" hangingPunct="0">
        <a:spcBef>
          <a:spcPct val="20000"/>
        </a:spcBef>
        <a:spcAft>
          <a:spcPct val="0"/>
        </a:spcAft>
        <a:buSzPct val="100000"/>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www.nature.com/articles/s41598-024-77193-0#Sec10"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026">
            <a:extLst>
              <a:ext uri="{FF2B5EF4-FFF2-40B4-BE49-F238E27FC236}">
                <a16:creationId xmlns:a16="http://schemas.microsoft.com/office/drawing/2014/main" id="{587B1268-7E38-4534-A658-42D42EFF8CAF}"/>
              </a:ext>
            </a:extLst>
          </p:cNvPr>
          <p:cNvSpPr>
            <a:spLocks noGrp="1" noChangeArrowheads="1"/>
          </p:cNvSpPr>
          <p:nvPr>
            <p:ph type="title"/>
          </p:nvPr>
        </p:nvSpPr>
        <p:spPr>
          <a:xfrm>
            <a:off x="228600" y="-152400"/>
            <a:ext cx="8763000" cy="838200"/>
          </a:xfrm>
        </p:spPr>
        <p:txBody>
          <a:bodyPr/>
          <a:lstStyle/>
          <a:p>
            <a:r>
              <a:rPr lang="en-US" altLang="en-US" dirty="0"/>
              <a:t>Machine Learning</a:t>
            </a:r>
            <a:endParaRPr lang="en-US" altLang="en-US" sz="2800" dirty="0"/>
          </a:p>
        </p:txBody>
      </p:sp>
      <p:sp>
        <p:nvSpPr>
          <p:cNvPr id="4099" name="Rectangle 1027">
            <a:extLst>
              <a:ext uri="{FF2B5EF4-FFF2-40B4-BE49-F238E27FC236}">
                <a16:creationId xmlns:a16="http://schemas.microsoft.com/office/drawing/2014/main" id="{F66442BA-5953-4926-A18C-9B39491302BF}"/>
              </a:ext>
            </a:extLst>
          </p:cNvPr>
          <p:cNvSpPr>
            <a:spLocks noChangeArrowheads="1"/>
          </p:cNvSpPr>
          <p:nvPr/>
        </p:nvSpPr>
        <p:spPr bwMode="auto">
          <a:xfrm>
            <a:off x="381000" y="3095246"/>
            <a:ext cx="8229600" cy="14834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eaLnBrk="1" hangingPunct="1">
              <a:spcBef>
                <a:spcPct val="20000"/>
              </a:spcBef>
              <a:spcAft>
                <a:spcPct val="0"/>
              </a:spcAft>
              <a:buClr>
                <a:schemeClr val="folHlink"/>
              </a:buClr>
              <a:buSzPct val="60000"/>
              <a:buFont typeface="Wingdings" panose="05000000000000000000" pitchFamily="2" charset="2"/>
              <a:buNone/>
            </a:pPr>
            <a:r>
              <a:rPr lang="en-US" altLang="en-US" sz="3200" b="0" dirty="0"/>
              <a:t>Ensemble Techniques</a:t>
            </a:r>
          </a:p>
          <a:p>
            <a:pPr algn="ctr" eaLnBrk="1" hangingPunct="1">
              <a:spcBef>
                <a:spcPct val="20000"/>
              </a:spcBef>
              <a:spcAft>
                <a:spcPct val="0"/>
              </a:spcAft>
              <a:buClr>
                <a:schemeClr val="folHlink"/>
              </a:buClr>
              <a:buSzPct val="60000"/>
              <a:buFont typeface="Wingdings" panose="05000000000000000000" pitchFamily="2" charset="2"/>
              <a:buNone/>
            </a:pPr>
            <a:endParaRPr lang="en-US" altLang="en-US" sz="3200" b="0" dirty="0"/>
          </a:p>
          <a:p>
            <a:pPr>
              <a:spcBef>
                <a:spcPct val="0"/>
              </a:spcBef>
              <a:spcAft>
                <a:spcPct val="0"/>
              </a:spcAft>
              <a:buClrTx/>
              <a:buSzTx/>
              <a:buFontTx/>
              <a:buNone/>
            </a:pPr>
            <a:endParaRPr lang="en-US" altLang="en-US" sz="2000" b="0" dirty="0"/>
          </a:p>
        </p:txBody>
      </p:sp>
      <p:sp>
        <p:nvSpPr>
          <p:cNvPr id="4" name="Slide Number Placeholder 3">
            <a:extLst>
              <a:ext uri="{FF2B5EF4-FFF2-40B4-BE49-F238E27FC236}">
                <a16:creationId xmlns:a16="http://schemas.microsoft.com/office/drawing/2014/main" id="{DE9CA434-F76A-E24E-8473-88CE9EBD146D}"/>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2949DAE8-57A4-4F78-BFC3-E1B90C3EEB30}" type="slidenum">
              <a:rPr lang="en-US" altLang="en-US" sz="1200">
                <a:solidFill>
                  <a:srgbClr val="898989"/>
                </a:solidFill>
              </a:rPr>
              <a:pPr/>
              <a:t>1</a:t>
            </a:fld>
            <a:endParaRPr lang="en-US" altLang="en-US" sz="120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D5B1F0D2-9F5A-4BBF-A0A7-5A3A991C7D0A}"/>
              </a:ext>
            </a:extLst>
          </p:cNvPr>
          <p:cNvSpPr>
            <a:spLocks noGrp="1" noChangeArrowheads="1"/>
          </p:cNvSpPr>
          <p:nvPr>
            <p:ph type="title"/>
          </p:nvPr>
        </p:nvSpPr>
        <p:spPr/>
        <p:txBody>
          <a:bodyPr/>
          <a:lstStyle/>
          <a:p>
            <a:r>
              <a:rPr lang="en-US" altLang="en-US"/>
              <a:t>Ensemble Methods</a:t>
            </a:r>
          </a:p>
        </p:txBody>
      </p:sp>
      <p:sp>
        <p:nvSpPr>
          <p:cNvPr id="6147" name="Rectangle 3">
            <a:extLst>
              <a:ext uri="{FF2B5EF4-FFF2-40B4-BE49-F238E27FC236}">
                <a16:creationId xmlns:a16="http://schemas.microsoft.com/office/drawing/2014/main" id="{71C89AE9-2F86-4419-BB4E-E4AE6E2327DD}"/>
              </a:ext>
            </a:extLst>
          </p:cNvPr>
          <p:cNvSpPr>
            <a:spLocks noGrp="1" noChangeArrowheads="1"/>
          </p:cNvSpPr>
          <p:nvPr>
            <p:ph type="body" idx="1"/>
          </p:nvPr>
        </p:nvSpPr>
        <p:spPr>
          <a:xfrm>
            <a:off x="0" y="990600"/>
            <a:ext cx="9144000" cy="5181600"/>
          </a:xfrm>
        </p:spPr>
        <p:txBody>
          <a:bodyPr/>
          <a:lstStyle/>
          <a:p>
            <a:r>
              <a:rPr lang="en-US" sz="2600" b="0" i="0" dirty="0">
                <a:effectLst/>
              </a:rPr>
              <a:t>better predictive performance by combining the predictions from multiple models</a:t>
            </a:r>
            <a:endParaRPr lang="en-US" altLang="en-US" sz="2600" dirty="0"/>
          </a:p>
          <a:p>
            <a:r>
              <a:rPr lang="en-US" altLang="en-US" sz="2600" dirty="0"/>
              <a:t>Construct a set of multiple random </a:t>
            </a:r>
            <a:r>
              <a:rPr lang="en-US" altLang="en-US" sz="2600" dirty="0">
                <a:solidFill>
                  <a:srgbClr val="FF0000"/>
                </a:solidFill>
              </a:rPr>
              <a:t>base learners </a:t>
            </a:r>
            <a:r>
              <a:rPr lang="en-US" altLang="en-US" sz="2600" dirty="0"/>
              <a:t>(classifiers/regressors) learned from the training data</a:t>
            </a:r>
          </a:p>
          <a:p>
            <a:r>
              <a:rPr lang="en-US" altLang="en-US" sz="2600" dirty="0"/>
              <a:t>Predict class label of test records by combining the predictions made by multiple classifiers/regressors (e.g., by taking majority vote, mean/median)</a:t>
            </a:r>
          </a:p>
          <a:p>
            <a:r>
              <a:rPr lang="en-US" altLang="en-US" sz="2600" dirty="0">
                <a:solidFill>
                  <a:srgbClr val="FF0000"/>
                </a:solidFill>
              </a:rPr>
              <a:t>Bagging</a:t>
            </a:r>
            <a:r>
              <a:rPr lang="en-US" altLang="en-US" sz="2600" dirty="0"/>
              <a:t>: fitting many decision trees on different samples of the same dataset and averaging/majority voting the predictions.</a:t>
            </a:r>
          </a:p>
          <a:p>
            <a:r>
              <a:rPr lang="en-US" altLang="en-US" sz="2600" dirty="0">
                <a:solidFill>
                  <a:srgbClr val="FF0000"/>
                </a:solidFill>
              </a:rPr>
              <a:t>Boosting:</a:t>
            </a:r>
            <a:r>
              <a:rPr lang="en-US" altLang="en-US" sz="2600" dirty="0"/>
              <a:t> adding sequential ensemble models that correct the predictions made by prior models and outputs a weighted average of the predictions</a:t>
            </a:r>
          </a:p>
        </p:txBody>
      </p:sp>
      <p:sp>
        <p:nvSpPr>
          <p:cNvPr id="4" name="Slide Number Placeholder 3">
            <a:extLst>
              <a:ext uri="{FF2B5EF4-FFF2-40B4-BE49-F238E27FC236}">
                <a16:creationId xmlns:a16="http://schemas.microsoft.com/office/drawing/2014/main" id="{ED74AE53-F160-124D-B797-39F3DD30444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5AFF635A-036F-44CA-BA6E-C3CB8709D167}" type="slidenum">
              <a:rPr lang="en-US" altLang="en-US" sz="1200">
                <a:solidFill>
                  <a:srgbClr val="898989"/>
                </a:solidFill>
              </a:rPr>
              <a:pPr/>
              <a:t>2</a:t>
            </a:fld>
            <a:endParaRPr lang="en-US" altLang="en-US" sz="1200">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D3986E40-BDFB-4C73-B450-6B4C8B860B15}"/>
              </a:ext>
            </a:extLst>
          </p:cNvPr>
          <p:cNvSpPr>
            <a:spLocks noGrp="1" noChangeArrowheads="1"/>
          </p:cNvSpPr>
          <p:nvPr>
            <p:ph type="title"/>
          </p:nvPr>
        </p:nvSpPr>
        <p:spPr/>
        <p:txBody>
          <a:bodyPr/>
          <a:lstStyle/>
          <a:p>
            <a:r>
              <a:rPr lang="en-US" altLang="en-US" sz="2800"/>
              <a:t>Necessary Conditions for Ensemble Methods</a:t>
            </a:r>
          </a:p>
        </p:txBody>
      </p:sp>
      <p:sp>
        <p:nvSpPr>
          <p:cNvPr id="9219" name="Rectangle 3">
            <a:extLst>
              <a:ext uri="{FF2B5EF4-FFF2-40B4-BE49-F238E27FC236}">
                <a16:creationId xmlns:a16="http://schemas.microsoft.com/office/drawing/2014/main" id="{DFA4EC1F-C8DF-4052-B7EE-8744BA235330}"/>
              </a:ext>
            </a:extLst>
          </p:cNvPr>
          <p:cNvSpPr>
            <a:spLocks noGrp="1" noChangeArrowheads="1"/>
          </p:cNvSpPr>
          <p:nvPr>
            <p:ph type="body" sz="half" idx="1"/>
          </p:nvPr>
        </p:nvSpPr>
        <p:spPr>
          <a:xfrm>
            <a:off x="0" y="1143000"/>
            <a:ext cx="9144000" cy="5181600"/>
          </a:xfrm>
        </p:spPr>
        <p:txBody>
          <a:bodyPr/>
          <a:lstStyle/>
          <a:p>
            <a:r>
              <a:rPr lang="en-US" altLang="en-US" sz="2400" dirty="0"/>
              <a:t>Ensemble Methods work better than a single base classifier if:</a:t>
            </a:r>
          </a:p>
          <a:p>
            <a:pPr marL="965200" lvl="1" indent="-457200">
              <a:buFont typeface="Tahoma" panose="020B0604030504040204" pitchFamily="34" charset="0"/>
              <a:buAutoNum type="arabicPeriod"/>
            </a:pPr>
            <a:r>
              <a:rPr lang="en-US" altLang="en-US" sz="2400" dirty="0"/>
              <a:t>All base classifiers are independent of each other</a:t>
            </a:r>
          </a:p>
          <a:p>
            <a:pPr marL="965200" lvl="1" indent="-457200">
              <a:buFont typeface="Tahoma" panose="020B0604030504040204" pitchFamily="34" charset="0"/>
              <a:buAutoNum type="arabicPeriod"/>
            </a:pPr>
            <a:r>
              <a:rPr lang="en-US" altLang="en-US" sz="2400" dirty="0"/>
              <a:t>All base classifiers perform better than random guessing (error rate &lt; 0.5 for binary classification)</a:t>
            </a:r>
          </a:p>
          <a:p>
            <a:pPr marL="0" lvl="1">
              <a:buFont typeface="Wingdings" panose="05000000000000000000" pitchFamily="2" charset="2"/>
              <a:buChar char="q"/>
            </a:pPr>
            <a:r>
              <a:rPr lang="en-US" altLang="en-US" sz="2400" dirty="0"/>
              <a:t>Rather than making one model and hoping this model is the best/most accurate predictor, ensemble methods take many models and reduces variance (Overfit to balanced-fit)</a:t>
            </a:r>
          </a:p>
          <a:p>
            <a:pPr marL="0" lvl="1">
              <a:buFont typeface="Wingdings" panose="05000000000000000000" pitchFamily="2" charset="2"/>
              <a:buChar char="q"/>
            </a:pPr>
            <a:r>
              <a:rPr lang="en-US" altLang="en-US" sz="2400" dirty="0">
                <a:solidFill>
                  <a:srgbClr val="FF0000"/>
                </a:solidFill>
              </a:rPr>
              <a:t>Custom/Voting Ensemble</a:t>
            </a:r>
            <a:r>
              <a:rPr lang="en-US" altLang="en-US" sz="2400" dirty="0"/>
              <a:t>: </a:t>
            </a:r>
            <a:r>
              <a:rPr lang="en-US" sz="2400" b="0" i="0" dirty="0">
                <a:effectLst/>
                <a:latin typeface="+mn-lt"/>
              </a:rPr>
              <a:t>Random row selection with </a:t>
            </a:r>
            <a:r>
              <a:rPr lang="en-US" sz="2400" b="0" dirty="0">
                <a:latin typeface="+mn-lt"/>
              </a:rPr>
              <a:t>Replacement; Multiple models, NOT all the models are decision tree</a:t>
            </a:r>
          </a:p>
          <a:p>
            <a:pPr marL="0" lvl="1">
              <a:buFont typeface="Wingdings" panose="05000000000000000000" pitchFamily="2" charset="2"/>
              <a:buChar char="q"/>
            </a:pPr>
            <a:r>
              <a:rPr lang="en-US" altLang="en-US" sz="2400" dirty="0">
                <a:solidFill>
                  <a:srgbClr val="FF0000"/>
                </a:solidFill>
              </a:rPr>
              <a:t>Random Forest</a:t>
            </a:r>
            <a:r>
              <a:rPr lang="en-US" altLang="en-US" sz="2400" dirty="0"/>
              <a:t>: </a:t>
            </a:r>
            <a:r>
              <a:rPr lang="en-US" sz="2400" b="0" i="0" dirty="0">
                <a:effectLst/>
                <a:latin typeface="+mn-lt"/>
              </a:rPr>
              <a:t>Random row and feature selection with </a:t>
            </a:r>
            <a:r>
              <a:rPr lang="en-US" sz="2400" b="0" dirty="0">
                <a:latin typeface="+mn-lt"/>
              </a:rPr>
              <a:t>Replacement; Multiple models, ALL the models are decision tree</a:t>
            </a:r>
          </a:p>
          <a:p>
            <a:pPr marL="0" lvl="1">
              <a:buFont typeface="Wingdings" panose="05000000000000000000" pitchFamily="2" charset="2"/>
              <a:buChar char="q"/>
            </a:pPr>
            <a:endParaRPr lang="en-US" altLang="en-US" sz="2400" dirty="0"/>
          </a:p>
          <a:p>
            <a:pPr marL="850900" lvl="1">
              <a:buFont typeface="Wingdings" panose="05000000000000000000" pitchFamily="2" charset="2"/>
              <a:buChar char="q"/>
            </a:pPr>
            <a:endParaRPr lang="en-US" altLang="en-US" sz="2400" dirty="0"/>
          </a:p>
          <a:p>
            <a:pPr marL="965200" lvl="1" indent="-457200">
              <a:buFont typeface="Tahoma" panose="020B0604030504040204" pitchFamily="34" charset="0"/>
              <a:buAutoNum type="arabicPeriod"/>
            </a:pPr>
            <a:endParaRPr lang="en-US" altLang="en-US" sz="2400" dirty="0"/>
          </a:p>
          <a:p>
            <a:endParaRPr lang="en-US" altLang="en-US" sz="2400" dirty="0"/>
          </a:p>
        </p:txBody>
      </p:sp>
      <p:sp>
        <p:nvSpPr>
          <p:cNvPr id="4" name="Slide Number Placeholder 3">
            <a:extLst>
              <a:ext uri="{FF2B5EF4-FFF2-40B4-BE49-F238E27FC236}">
                <a16:creationId xmlns:a16="http://schemas.microsoft.com/office/drawing/2014/main" id="{81065034-F6B7-6346-90DD-68183D3F00AE}"/>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35F29A70-DDBA-4B09-A7A6-FA656E3CB308}" type="slidenum">
              <a:rPr lang="en-US" altLang="en-US" sz="1200">
                <a:solidFill>
                  <a:srgbClr val="898989"/>
                </a:solidFill>
              </a:rPr>
              <a:pPr/>
              <a:t>3</a:t>
            </a:fld>
            <a:endParaRPr lang="en-US" altLang="en-US" sz="1200">
              <a:solidFill>
                <a:srgbClr val="898989"/>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B826B1C-E191-4B17-94A4-204D7E95AB57}"/>
              </a:ext>
            </a:extLst>
          </p:cNvPr>
          <p:cNvSpPr>
            <a:spLocks noGrp="1" noChangeArrowheads="1"/>
          </p:cNvSpPr>
          <p:nvPr>
            <p:ph type="title"/>
          </p:nvPr>
        </p:nvSpPr>
        <p:spPr>
          <a:xfrm>
            <a:off x="0" y="152400"/>
            <a:ext cx="9144000" cy="533400"/>
          </a:xfrm>
        </p:spPr>
        <p:txBody>
          <a:bodyPr/>
          <a:lstStyle/>
          <a:p>
            <a:r>
              <a:rPr lang="en-US" altLang="en-US" dirty="0"/>
              <a:t>Approach of Ensemble Learning (Bagging)</a:t>
            </a:r>
          </a:p>
        </p:txBody>
      </p:sp>
      <p:sp>
        <p:nvSpPr>
          <p:cNvPr id="4" name="Slide Number Placeholder 3">
            <a:extLst>
              <a:ext uri="{FF2B5EF4-FFF2-40B4-BE49-F238E27FC236}">
                <a16:creationId xmlns:a16="http://schemas.microsoft.com/office/drawing/2014/main" id="{31C31BB9-0B09-3E45-8A78-215A73C88CF4}"/>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03FEEB28-D8D0-419C-A557-95DAE5454D07}" type="slidenum">
              <a:rPr lang="en-US" altLang="en-US" sz="1200">
                <a:solidFill>
                  <a:srgbClr val="898989"/>
                </a:solidFill>
              </a:rPr>
              <a:pPr/>
              <a:t>4</a:t>
            </a:fld>
            <a:endParaRPr lang="en-US" altLang="en-US" sz="1200">
              <a:solidFill>
                <a:srgbClr val="898989"/>
              </a:solidFill>
            </a:endParaRPr>
          </a:p>
        </p:txBody>
      </p:sp>
      <p:pic>
        <p:nvPicPr>
          <p:cNvPr id="13316" name="Picture 6">
            <a:extLst>
              <a:ext uri="{FF2B5EF4-FFF2-40B4-BE49-F238E27FC236}">
                <a16:creationId xmlns:a16="http://schemas.microsoft.com/office/drawing/2014/main" id="{9A257B3B-C337-4D47-8C42-FB02E31D4A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990600"/>
            <a:ext cx="7224713"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TextBox 7">
            <a:extLst>
              <a:ext uri="{FF2B5EF4-FFF2-40B4-BE49-F238E27FC236}">
                <a16:creationId xmlns:a16="http://schemas.microsoft.com/office/drawing/2014/main" id="{374BC95F-9831-470B-93A5-1C7C53FCB62A}"/>
              </a:ext>
            </a:extLst>
          </p:cNvPr>
          <p:cNvSpPr txBox="1">
            <a:spLocks noChangeArrowheads="1"/>
          </p:cNvSpPr>
          <p:nvPr/>
        </p:nvSpPr>
        <p:spPr bwMode="auto">
          <a:xfrm>
            <a:off x="5391150" y="4419600"/>
            <a:ext cx="31242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10000"/>
              </a:spcBef>
              <a:spcAft>
                <a:spcPts val="400"/>
              </a:spcAft>
              <a:buClr>
                <a:srgbClr val="0C7B9C"/>
              </a:buClr>
              <a:buSzPct val="75000"/>
              <a:buFont typeface="Monotype Sorts" pitchFamily="2" charset="2"/>
              <a:buChar char="l"/>
              <a:defRPr sz="2800">
                <a:solidFill>
                  <a:schemeClr val="tx1"/>
                </a:solidFill>
                <a:latin typeface="Arial" panose="020B0604020202020204" pitchFamily="34" charset="0"/>
              </a:defRPr>
            </a:lvl1pPr>
            <a:lvl2pPr marL="742950" indent="-285750">
              <a:spcBef>
                <a:spcPct val="10000"/>
              </a:spcBef>
              <a:spcAft>
                <a:spcPts val="400"/>
              </a:spcAft>
              <a:buClr>
                <a:srgbClr val="0C7B9C"/>
              </a:buClr>
              <a:buSzPct val="100000"/>
              <a:buFont typeface="Arial" panose="020B0604020202020204" pitchFamily="34" charset="0"/>
              <a:buChar char="–"/>
              <a:defRPr sz="2800">
                <a:solidFill>
                  <a:schemeClr val="tx1"/>
                </a:solidFill>
                <a:latin typeface="Arial" panose="020B0604020202020204" pitchFamily="34" charset="0"/>
              </a:defRPr>
            </a:lvl2pPr>
            <a:lvl3pPr marL="1143000" indent="-228600">
              <a:spcBef>
                <a:spcPct val="10000"/>
              </a:spcBef>
              <a:spcAft>
                <a:spcPts val="400"/>
              </a:spcAft>
              <a:buClr>
                <a:srgbClr val="0C7B9C"/>
              </a:buClr>
              <a:buSzPct val="70000"/>
              <a:buFont typeface="Wingdings" panose="05000000000000000000" pitchFamily="2" charset="2"/>
              <a:buChar char="u"/>
              <a:defRPr sz="2400">
                <a:solidFill>
                  <a:schemeClr val="tx1"/>
                </a:solidFill>
                <a:latin typeface="Arial" panose="020B0604020202020204" pitchFamily="34" charset="0"/>
              </a:defRPr>
            </a:lvl3pPr>
            <a:lvl4pPr marL="1600200" indent="-228600">
              <a:spcBef>
                <a:spcPct val="20000"/>
              </a:spcBef>
              <a:buSzPct val="100000"/>
              <a:buChar char="–"/>
              <a:defRPr sz="2000">
                <a:solidFill>
                  <a:schemeClr val="tx1"/>
                </a:solidFill>
                <a:latin typeface="Times New Roman" panose="02020603050405020304" pitchFamily="18" charset="0"/>
              </a:defRPr>
            </a:lvl4pPr>
            <a:lvl5pPr marL="2057400" indent="-228600">
              <a:spcBef>
                <a:spcPct val="20000"/>
              </a:spcBef>
              <a:buSzPct val="100000"/>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SzPct val="100000"/>
              <a:buChar char="•"/>
              <a:defRPr sz="2000">
                <a:solidFill>
                  <a:schemeClr val="tx1"/>
                </a:solidFill>
                <a:latin typeface="Times New Roman" panose="02020603050405020304" pitchFamily="18" charset="0"/>
              </a:defRPr>
            </a:lvl9pPr>
          </a:lstStyle>
          <a:p>
            <a:pPr algn="ctr">
              <a:spcBef>
                <a:spcPct val="0"/>
              </a:spcBef>
              <a:spcAft>
                <a:spcPct val="0"/>
              </a:spcAft>
              <a:buClrTx/>
              <a:buSzTx/>
              <a:buFontTx/>
              <a:buNone/>
            </a:pPr>
            <a:r>
              <a:rPr lang="en-US" altLang="en-US" sz="1800" b="0" dirty="0"/>
              <a:t>Using majority vote or averaging</a:t>
            </a:r>
          </a:p>
        </p:txBody>
      </p:sp>
      <p:sp>
        <p:nvSpPr>
          <p:cNvPr id="7" name="TextBox 6">
            <a:extLst>
              <a:ext uri="{FF2B5EF4-FFF2-40B4-BE49-F238E27FC236}">
                <a16:creationId xmlns:a16="http://schemas.microsoft.com/office/drawing/2014/main" id="{23897B4F-624B-4008-AAB1-D9997FF726E3}"/>
              </a:ext>
            </a:extLst>
          </p:cNvPr>
          <p:cNvSpPr txBox="1"/>
          <p:nvPr/>
        </p:nvSpPr>
        <p:spPr>
          <a:xfrm>
            <a:off x="6953250" y="3275111"/>
            <a:ext cx="2190750" cy="400110"/>
          </a:xfrm>
          <a:prstGeom prst="rect">
            <a:avLst/>
          </a:prstGeom>
          <a:noFill/>
        </p:spPr>
        <p:txBody>
          <a:bodyPr wrap="square">
            <a:spAutoFit/>
          </a:bodyPr>
          <a:lstStyle/>
          <a:p>
            <a:r>
              <a:rPr lang="en-US" altLang="en-US" sz="2000" dirty="0">
                <a:solidFill>
                  <a:srgbClr val="FF0000"/>
                </a:solidFill>
              </a:rPr>
              <a:t>Bootstrap</a:t>
            </a:r>
            <a:endParaRPr lang="en-US" sz="2000" dirty="0">
              <a:solidFill>
                <a:srgbClr val="FF0000"/>
              </a:solidFill>
            </a:endParaRPr>
          </a:p>
        </p:txBody>
      </p:sp>
      <p:sp>
        <p:nvSpPr>
          <p:cNvPr id="8" name="TextBox 7">
            <a:extLst>
              <a:ext uri="{FF2B5EF4-FFF2-40B4-BE49-F238E27FC236}">
                <a16:creationId xmlns:a16="http://schemas.microsoft.com/office/drawing/2014/main" id="{AD035DC4-2F68-4FE2-80DE-B4E548DB3A58}"/>
              </a:ext>
            </a:extLst>
          </p:cNvPr>
          <p:cNvSpPr txBox="1"/>
          <p:nvPr/>
        </p:nvSpPr>
        <p:spPr>
          <a:xfrm>
            <a:off x="2381250" y="4425485"/>
            <a:ext cx="2190750" cy="400110"/>
          </a:xfrm>
          <a:prstGeom prst="rect">
            <a:avLst/>
          </a:prstGeom>
          <a:noFill/>
        </p:spPr>
        <p:txBody>
          <a:bodyPr wrap="square">
            <a:spAutoFit/>
          </a:bodyPr>
          <a:lstStyle/>
          <a:p>
            <a:r>
              <a:rPr lang="en-US" altLang="en-US" sz="2000" dirty="0">
                <a:solidFill>
                  <a:srgbClr val="FF0000"/>
                </a:solidFill>
              </a:rPr>
              <a:t>Aggregate</a:t>
            </a:r>
            <a:endParaRPr lang="en-US" sz="2000" dirty="0">
              <a:solidFill>
                <a:srgbClr val="FF0000"/>
              </a:solidFill>
            </a:endParaRPr>
          </a:p>
        </p:txBody>
      </p:sp>
      <p:sp>
        <p:nvSpPr>
          <p:cNvPr id="10" name="TextBox 9">
            <a:extLst>
              <a:ext uri="{FF2B5EF4-FFF2-40B4-BE49-F238E27FC236}">
                <a16:creationId xmlns:a16="http://schemas.microsoft.com/office/drawing/2014/main" id="{352FAD0B-544D-407E-9365-4255AE71FCD4}"/>
              </a:ext>
            </a:extLst>
          </p:cNvPr>
          <p:cNvSpPr txBox="1"/>
          <p:nvPr/>
        </p:nvSpPr>
        <p:spPr>
          <a:xfrm>
            <a:off x="0" y="5662136"/>
            <a:ext cx="9144000" cy="1200329"/>
          </a:xfrm>
          <a:prstGeom prst="rect">
            <a:avLst/>
          </a:prstGeom>
          <a:noFill/>
        </p:spPr>
        <p:txBody>
          <a:bodyPr wrap="square">
            <a:spAutoFit/>
          </a:bodyPr>
          <a:lstStyle/>
          <a:p>
            <a:r>
              <a:rPr lang="en-US" sz="1800" b="0" i="0" dirty="0">
                <a:solidFill>
                  <a:srgbClr val="555555"/>
                </a:solidFill>
                <a:effectLst/>
                <a:latin typeface="+mn-lt"/>
              </a:rPr>
              <a:t>Random row selection with </a:t>
            </a:r>
            <a:r>
              <a:rPr lang="en-US" sz="1800" b="0" dirty="0">
                <a:solidFill>
                  <a:srgbClr val="555555"/>
                </a:solidFill>
                <a:latin typeface="+mn-lt"/>
              </a:rPr>
              <a:t>Replacement: </a:t>
            </a:r>
            <a:r>
              <a:rPr lang="en-US" sz="1800" b="0" i="0" dirty="0">
                <a:solidFill>
                  <a:srgbClr val="555555"/>
                </a:solidFill>
                <a:effectLst/>
                <a:latin typeface="+mn-lt"/>
              </a:rPr>
              <a:t>Replacement means that if a row is selected, it is returned to the training dataset for potential re-selection in the same training dataset. This means that a row of data may be selected zero, one, or multiple times for a given training dataset</a:t>
            </a:r>
            <a:endParaRPr lang="en-US" sz="1800" dirty="0">
              <a:latin typeface="+mn-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C5A7FBA3-7AD0-4A9C-947B-6CE14CEF64B5}"/>
              </a:ext>
            </a:extLst>
          </p:cNvPr>
          <p:cNvSpPr>
            <a:spLocks noGrp="1" noChangeArrowheads="1"/>
          </p:cNvSpPr>
          <p:nvPr>
            <p:ph type="title"/>
          </p:nvPr>
        </p:nvSpPr>
        <p:spPr/>
        <p:txBody>
          <a:bodyPr/>
          <a:lstStyle/>
          <a:p>
            <a:r>
              <a:rPr lang="en-US" altLang="en-US"/>
              <a:t>Constructing Ensemble Classifiers</a:t>
            </a:r>
          </a:p>
        </p:txBody>
      </p:sp>
      <p:sp>
        <p:nvSpPr>
          <p:cNvPr id="6147" name="Rectangle 3">
            <a:extLst>
              <a:ext uri="{FF2B5EF4-FFF2-40B4-BE49-F238E27FC236}">
                <a16:creationId xmlns:a16="http://schemas.microsoft.com/office/drawing/2014/main" id="{0DD13D8E-96D8-0C4F-AB84-90437D9ABF5E}"/>
              </a:ext>
            </a:extLst>
          </p:cNvPr>
          <p:cNvSpPr>
            <a:spLocks noGrp="1" noChangeArrowheads="1"/>
          </p:cNvSpPr>
          <p:nvPr>
            <p:ph type="body" idx="1"/>
          </p:nvPr>
        </p:nvSpPr>
        <p:spPr>
          <a:xfrm>
            <a:off x="228600" y="1143000"/>
            <a:ext cx="8501063" cy="5181600"/>
          </a:xfrm>
        </p:spPr>
        <p:txBody>
          <a:bodyPr/>
          <a:lstStyle/>
          <a:p>
            <a:pPr marL="0" indent="0">
              <a:lnSpc>
                <a:spcPct val="90000"/>
              </a:lnSpc>
              <a:buFont typeface="Monotype Sorts" pitchFamily="2" charset="2"/>
              <a:buNone/>
              <a:defRPr/>
            </a:pPr>
            <a:endParaRPr lang="en-US" altLang="en-US" dirty="0"/>
          </a:p>
          <a:p>
            <a:pPr>
              <a:lnSpc>
                <a:spcPct val="90000"/>
              </a:lnSpc>
              <a:defRPr/>
            </a:pPr>
            <a:r>
              <a:rPr lang="en-US" altLang="en-US" dirty="0"/>
              <a:t>By manipulating training set</a:t>
            </a:r>
          </a:p>
          <a:p>
            <a:pPr lvl="1">
              <a:lnSpc>
                <a:spcPct val="90000"/>
              </a:lnSpc>
              <a:defRPr/>
            </a:pPr>
            <a:r>
              <a:rPr lang="en-US" altLang="en-US" sz="2000" dirty="0"/>
              <a:t>Example: bagging, boosting, random forests</a:t>
            </a:r>
          </a:p>
          <a:p>
            <a:pPr>
              <a:lnSpc>
                <a:spcPct val="90000"/>
              </a:lnSpc>
              <a:defRPr/>
            </a:pPr>
            <a:endParaRPr lang="en-US" altLang="en-US" sz="1000" dirty="0"/>
          </a:p>
          <a:p>
            <a:pPr>
              <a:lnSpc>
                <a:spcPct val="90000"/>
              </a:lnSpc>
              <a:defRPr/>
            </a:pPr>
            <a:r>
              <a:rPr lang="en-US" altLang="en-US" dirty="0"/>
              <a:t>By manipulating input features</a:t>
            </a:r>
          </a:p>
          <a:p>
            <a:pPr lvl="1">
              <a:lnSpc>
                <a:spcPct val="90000"/>
              </a:lnSpc>
              <a:defRPr/>
            </a:pPr>
            <a:r>
              <a:rPr lang="en-US" altLang="en-US" sz="2000" dirty="0"/>
              <a:t>Example: random forests</a:t>
            </a:r>
          </a:p>
          <a:p>
            <a:pPr>
              <a:lnSpc>
                <a:spcPct val="90000"/>
              </a:lnSpc>
              <a:defRPr/>
            </a:pPr>
            <a:endParaRPr lang="en-US" altLang="en-US" sz="1000" dirty="0">
              <a:solidFill>
                <a:srgbClr val="000000"/>
              </a:solidFill>
            </a:endParaRPr>
          </a:p>
          <a:p>
            <a:pPr>
              <a:lnSpc>
                <a:spcPct val="90000"/>
              </a:lnSpc>
              <a:defRPr/>
            </a:pPr>
            <a:r>
              <a:rPr lang="en-US" altLang="en-US" dirty="0"/>
              <a:t>By manipulating class labels</a:t>
            </a:r>
          </a:p>
          <a:p>
            <a:pPr lvl="1">
              <a:lnSpc>
                <a:spcPct val="90000"/>
              </a:lnSpc>
              <a:defRPr/>
            </a:pPr>
            <a:r>
              <a:rPr lang="en-US" altLang="en-US" sz="2000" dirty="0"/>
              <a:t>Example: error-correcting output coding</a:t>
            </a:r>
          </a:p>
          <a:p>
            <a:pPr marL="457200" lvl="1" indent="0">
              <a:lnSpc>
                <a:spcPct val="90000"/>
              </a:lnSpc>
              <a:buFont typeface="Arial" panose="020B0604020202020204" pitchFamily="34" charset="0"/>
              <a:buNone/>
              <a:defRPr/>
            </a:pPr>
            <a:r>
              <a:rPr lang="en-US" altLang="en-US" sz="1000" dirty="0"/>
              <a:t> </a:t>
            </a:r>
            <a:endParaRPr lang="en-US" altLang="en-US" sz="1000" dirty="0">
              <a:solidFill>
                <a:srgbClr val="000000"/>
              </a:solidFill>
            </a:endParaRPr>
          </a:p>
          <a:p>
            <a:pPr>
              <a:lnSpc>
                <a:spcPct val="90000"/>
              </a:lnSpc>
              <a:defRPr/>
            </a:pPr>
            <a:r>
              <a:rPr lang="en-US" altLang="en-US" dirty="0"/>
              <a:t>By manipulating learning algorithm</a:t>
            </a:r>
          </a:p>
          <a:p>
            <a:pPr lvl="1">
              <a:lnSpc>
                <a:spcPct val="90000"/>
              </a:lnSpc>
              <a:defRPr/>
            </a:pPr>
            <a:r>
              <a:rPr lang="en-US" altLang="en-US" sz="2000" dirty="0"/>
              <a:t>Example: injecting randomness in the initial weights of  ANN</a:t>
            </a:r>
            <a:endParaRPr lang="en-US" altLang="en-US" sz="2400" dirty="0"/>
          </a:p>
        </p:txBody>
      </p:sp>
      <p:sp>
        <p:nvSpPr>
          <p:cNvPr id="4" name="Slide Number Placeholder 3">
            <a:extLst>
              <a:ext uri="{FF2B5EF4-FFF2-40B4-BE49-F238E27FC236}">
                <a16:creationId xmlns:a16="http://schemas.microsoft.com/office/drawing/2014/main" id="{BF21D516-BA3A-1344-A276-018AFDF7DB08}"/>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6A83EBEF-6D56-484B-9C77-96ACA627635D}" type="slidenum">
              <a:rPr lang="en-US" altLang="en-US" sz="1200">
                <a:solidFill>
                  <a:srgbClr val="898989"/>
                </a:solidFill>
              </a:rPr>
              <a:pPr/>
              <a:t>5</a:t>
            </a:fld>
            <a:endParaRPr lang="en-US" altLang="en-US" sz="1200">
              <a:solidFill>
                <a:srgbClr val="898989"/>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CEBE6F2-EA68-4B04-AA31-6E0DA60C840C}"/>
              </a:ext>
            </a:extLst>
          </p:cNvPr>
          <p:cNvSpPr>
            <a:spLocks noGrp="1" noChangeArrowheads="1"/>
          </p:cNvSpPr>
          <p:nvPr>
            <p:ph type="title"/>
          </p:nvPr>
        </p:nvSpPr>
        <p:spPr/>
        <p:txBody>
          <a:bodyPr/>
          <a:lstStyle/>
          <a:p>
            <a:r>
              <a:rPr lang="en-US" altLang="en-US"/>
              <a:t>Bagging (Bootstrap AGGregatING)</a:t>
            </a:r>
          </a:p>
        </p:txBody>
      </p:sp>
      <p:sp>
        <p:nvSpPr>
          <p:cNvPr id="15363" name="Rectangle 3">
            <a:extLst>
              <a:ext uri="{FF2B5EF4-FFF2-40B4-BE49-F238E27FC236}">
                <a16:creationId xmlns:a16="http://schemas.microsoft.com/office/drawing/2014/main" id="{8715C23C-06AB-4189-A0C9-F40880131140}"/>
              </a:ext>
            </a:extLst>
          </p:cNvPr>
          <p:cNvSpPr>
            <a:spLocks noGrp="1" noChangeArrowheads="1"/>
          </p:cNvSpPr>
          <p:nvPr>
            <p:ph type="body" idx="1"/>
          </p:nvPr>
        </p:nvSpPr>
        <p:spPr>
          <a:xfrm>
            <a:off x="0" y="1143000"/>
            <a:ext cx="9144000" cy="5181600"/>
          </a:xfrm>
        </p:spPr>
        <p:txBody>
          <a:bodyPr/>
          <a:lstStyle/>
          <a:p>
            <a:r>
              <a:rPr lang="en-US" altLang="en-US" dirty="0"/>
              <a:t>Bootstrap sampling: random sampling with replacement</a:t>
            </a:r>
          </a:p>
          <a:p>
            <a:endParaRPr lang="en-US" altLang="en-US" dirty="0"/>
          </a:p>
          <a:p>
            <a:pPr marL="0" indent="0">
              <a:buNone/>
            </a:pPr>
            <a:endParaRPr lang="en-US" altLang="en-US" dirty="0"/>
          </a:p>
          <a:p>
            <a:r>
              <a:rPr lang="en-US" altLang="en-US" dirty="0"/>
              <a:t>Build classifier on each bootstrap sample</a:t>
            </a:r>
          </a:p>
          <a:p>
            <a:pPr lvl="1"/>
            <a:endParaRPr lang="en-US" altLang="en-US" baseline="30000" dirty="0"/>
          </a:p>
        </p:txBody>
      </p:sp>
      <p:pic>
        <p:nvPicPr>
          <p:cNvPr id="15364" name="Picture 289">
            <a:extLst>
              <a:ext uri="{FF2B5EF4-FFF2-40B4-BE49-F238E27FC236}">
                <a16:creationId xmlns:a16="http://schemas.microsoft.com/office/drawing/2014/main" id="{9190130D-032C-4DB7-A8E0-BBF883865269}"/>
              </a:ext>
            </a:extLst>
          </p:cNvPr>
          <p:cNvPicPr>
            <a:picLocks noGrp="1" noChangeAspect="1" noChangeArrowheads="1"/>
          </p:cNvPicPr>
          <p:nvPr>
            <p:ph sz="half" idx="4294967295"/>
          </p:nvPr>
        </p:nvPicPr>
        <p:blipFill>
          <a:blip r:embed="rId2" cstate="print">
            <a:extLst>
              <a:ext uri="{28A0092B-C50C-407E-A947-70E740481C1C}">
                <a14:useLocalDpi xmlns:a14="http://schemas.microsoft.com/office/drawing/2010/main" val="0"/>
              </a:ext>
            </a:extLst>
          </a:blip>
          <a:srcRect/>
          <a:stretch>
            <a:fillRect/>
          </a:stretch>
        </p:blipFill>
        <p:spPr>
          <a:xfrm>
            <a:off x="838200" y="2271713"/>
            <a:ext cx="7239000" cy="852487"/>
          </a:xfrm>
          <a:noFill/>
        </p:spPr>
      </p:pic>
      <p:sp>
        <p:nvSpPr>
          <p:cNvPr id="4" name="Slide Number Placeholder 3">
            <a:extLst>
              <a:ext uri="{FF2B5EF4-FFF2-40B4-BE49-F238E27FC236}">
                <a16:creationId xmlns:a16="http://schemas.microsoft.com/office/drawing/2014/main" id="{3E9B76F1-B9BF-5346-9896-02AF21BD3D6E}"/>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23553E86-C845-4860-976A-EE109BEBF044}" type="slidenum">
              <a:rPr lang="en-US" altLang="en-US" sz="1200">
                <a:solidFill>
                  <a:srgbClr val="898989"/>
                </a:solidFill>
              </a:rPr>
              <a:pPr/>
              <a:t>6</a:t>
            </a:fld>
            <a:endParaRPr lang="en-US" altLang="en-US" sz="1200">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BCEBE6F2-EA68-4B04-AA31-6E0DA60C840C}"/>
              </a:ext>
            </a:extLst>
          </p:cNvPr>
          <p:cNvSpPr>
            <a:spLocks noGrp="1" noChangeArrowheads="1"/>
          </p:cNvSpPr>
          <p:nvPr>
            <p:ph type="title"/>
          </p:nvPr>
        </p:nvSpPr>
        <p:spPr/>
        <p:txBody>
          <a:bodyPr/>
          <a:lstStyle/>
          <a:p>
            <a:r>
              <a:rPr lang="en-US" altLang="en-US"/>
              <a:t>Bagging (Bootstrap AGGregatING)</a:t>
            </a:r>
          </a:p>
        </p:txBody>
      </p:sp>
      <mc:AlternateContent xmlns:mc="http://schemas.openxmlformats.org/markup-compatibility/2006" xmlns:a14="http://schemas.microsoft.com/office/drawing/2010/main">
        <mc:Choice Requires="a14">
          <p:sp>
            <p:nvSpPr>
              <p:cNvPr id="15363" name="Rectangle 3">
                <a:extLst>
                  <a:ext uri="{FF2B5EF4-FFF2-40B4-BE49-F238E27FC236}">
                    <a16:creationId xmlns:a16="http://schemas.microsoft.com/office/drawing/2014/main" id="{8715C23C-06AB-4189-A0C9-F40880131140}"/>
                  </a:ext>
                </a:extLst>
              </p:cNvPr>
              <p:cNvSpPr>
                <a:spLocks noGrp="1" noChangeArrowheads="1"/>
              </p:cNvSpPr>
              <p:nvPr>
                <p:ph type="body" idx="1"/>
              </p:nvPr>
            </p:nvSpPr>
            <p:spPr>
              <a:xfrm>
                <a:off x="0" y="1143000"/>
                <a:ext cx="9144000" cy="5715000"/>
              </a:xfrm>
            </p:spPr>
            <p:txBody>
              <a:bodyPr/>
              <a:lstStyle/>
              <a:p>
                <a:r>
                  <a:rPr lang="en-US" altLang="en-US" sz="2600" dirty="0"/>
                  <a:t>Probability that a particular observation is chosen from a set of </a:t>
                </a:r>
                <a14:m>
                  <m:oMath xmlns:m="http://schemas.openxmlformats.org/officeDocument/2006/math">
                    <m:r>
                      <a:rPr lang="en-US" altLang="en-US" sz="2600" i="1" dirty="0" smtClean="0">
                        <a:latin typeface="Cambria Math" panose="02040503050406030204" pitchFamily="18" charset="0"/>
                      </a:rPr>
                      <m:t>𝑛</m:t>
                    </m:r>
                  </m:oMath>
                </a14:m>
                <a:r>
                  <a:rPr lang="en-US" altLang="en-US" sz="2600" dirty="0"/>
                  <a:t> observations: </a:t>
                </a:r>
                <a14:m>
                  <m:oMath xmlns:m="http://schemas.openxmlformats.org/officeDocument/2006/math">
                    <m:f>
                      <m:fPr>
                        <m:type m:val="lin"/>
                        <m:ctrlPr>
                          <a:rPr lang="en-US" altLang="en-US" sz="2600" i="1" dirty="0" smtClean="0">
                            <a:latin typeface="Cambria Math" panose="02040503050406030204" pitchFamily="18" charset="0"/>
                          </a:rPr>
                        </m:ctrlPr>
                      </m:fPr>
                      <m:num>
                        <m:r>
                          <a:rPr lang="en-US" altLang="en-US" sz="2600" b="0" i="1" dirty="0" smtClean="0">
                            <a:latin typeface="Cambria Math" panose="02040503050406030204" pitchFamily="18" charset="0"/>
                          </a:rPr>
                          <m:t>1</m:t>
                        </m:r>
                      </m:num>
                      <m:den>
                        <m:r>
                          <a:rPr lang="en-US" altLang="en-US" sz="2600" b="0" i="1" dirty="0" smtClean="0">
                            <a:latin typeface="Cambria Math" panose="02040503050406030204" pitchFamily="18" charset="0"/>
                          </a:rPr>
                          <m:t>𝑛</m:t>
                        </m:r>
                      </m:den>
                    </m:f>
                  </m:oMath>
                </a14:m>
                <a:endParaRPr lang="en-US" altLang="en-US" sz="2600" dirty="0"/>
              </a:p>
              <a:p>
                <a:r>
                  <a:rPr lang="en-US" altLang="en-US" sz="2600" dirty="0"/>
                  <a:t>Probability that a particular observation is </a:t>
                </a:r>
                <a:r>
                  <a:rPr lang="en-US" altLang="en-US" sz="2600" dirty="0">
                    <a:solidFill>
                      <a:srgbClr val="FF0000"/>
                    </a:solidFill>
                  </a:rPr>
                  <a:t>not</a:t>
                </a:r>
                <a:r>
                  <a:rPr lang="en-US" altLang="en-US" sz="2600" dirty="0"/>
                  <a:t> chosen from a set of </a:t>
                </a:r>
                <a14:m>
                  <m:oMath xmlns:m="http://schemas.openxmlformats.org/officeDocument/2006/math">
                    <m:r>
                      <a:rPr lang="en-US" altLang="en-US" sz="2600" i="1" dirty="0" smtClean="0">
                        <a:latin typeface="Cambria Math" panose="02040503050406030204" pitchFamily="18" charset="0"/>
                      </a:rPr>
                      <m:t>𝑛</m:t>
                    </m:r>
                  </m:oMath>
                </a14:m>
                <a:r>
                  <a:rPr lang="en-US" altLang="en-US" sz="2600" dirty="0"/>
                  <a:t> observations: </a:t>
                </a:r>
                <a14:m>
                  <m:oMath xmlns:m="http://schemas.openxmlformats.org/officeDocument/2006/math">
                    <m:r>
                      <a:rPr lang="en-US" altLang="en-US" sz="2600" b="0" i="0" dirty="0" smtClean="0">
                        <a:latin typeface="Cambria Math" panose="02040503050406030204" pitchFamily="18" charset="0"/>
                      </a:rPr>
                      <m:t>1−</m:t>
                    </m:r>
                    <m:f>
                      <m:fPr>
                        <m:type m:val="lin"/>
                        <m:ctrlPr>
                          <a:rPr lang="en-US" altLang="en-US" sz="2600" i="1" dirty="0" smtClean="0">
                            <a:latin typeface="Cambria Math" panose="02040503050406030204" pitchFamily="18" charset="0"/>
                          </a:rPr>
                        </m:ctrlPr>
                      </m:fPr>
                      <m:num>
                        <m:r>
                          <a:rPr lang="en-US" altLang="en-US" sz="2600" b="0" i="1" dirty="0" smtClean="0">
                            <a:latin typeface="Cambria Math" panose="02040503050406030204" pitchFamily="18" charset="0"/>
                          </a:rPr>
                          <m:t>1</m:t>
                        </m:r>
                      </m:num>
                      <m:den>
                        <m:r>
                          <a:rPr lang="en-US" altLang="en-US" sz="2600" b="0" i="1" dirty="0" smtClean="0">
                            <a:latin typeface="Cambria Math" panose="02040503050406030204" pitchFamily="18" charset="0"/>
                          </a:rPr>
                          <m:t>𝑛</m:t>
                        </m:r>
                      </m:den>
                    </m:f>
                  </m:oMath>
                </a14:m>
                <a:endParaRPr lang="en-US" altLang="en-US" sz="2600" dirty="0"/>
              </a:p>
              <a:p>
                <a:r>
                  <a:rPr lang="en-US" altLang="en-US" sz="2600" dirty="0"/>
                  <a:t>Probability that the observation is not chosen </a:t>
                </a:r>
                <a14:m>
                  <m:oMath xmlns:m="http://schemas.openxmlformats.org/officeDocument/2006/math">
                    <m:r>
                      <a:rPr lang="en-US" altLang="en-US" sz="2600" b="0" i="1" dirty="0" smtClean="0">
                        <a:latin typeface="Cambria Math" panose="02040503050406030204" pitchFamily="18" charset="0"/>
                      </a:rPr>
                      <m:t>𝑚</m:t>
                    </m:r>
                  </m:oMath>
                </a14:m>
                <a:r>
                  <a:rPr lang="en-US" altLang="en-US" sz="2600" dirty="0"/>
                  <a:t> times: </a:t>
                </a:r>
                <a14:m>
                  <m:oMath xmlns:m="http://schemas.openxmlformats.org/officeDocument/2006/math">
                    <m:r>
                      <a:rPr lang="en-US" altLang="en-US" sz="2600" b="0" i="0" dirty="0" smtClean="0">
                        <a:latin typeface="Cambria Math" panose="02040503050406030204" pitchFamily="18" charset="0"/>
                      </a:rPr>
                      <m:t>(</m:t>
                    </m:r>
                    <m:r>
                      <a:rPr lang="en-US" altLang="en-US" sz="2600" dirty="0">
                        <a:latin typeface="Cambria Math" panose="02040503050406030204" pitchFamily="18" charset="0"/>
                      </a:rPr>
                      <m:t>1−</m:t>
                    </m:r>
                    <m:f>
                      <m:fPr>
                        <m:type m:val="lin"/>
                        <m:ctrlPr>
                          <a:rPr lang="en-US" altLang="en-US" sz="2600" i="1" dirty="0">
                            <a:latin typeface="Cambria Math" panose="02040503050406030204" pitchFamily="18" charset="0"/>
                          </a:rPr>
                        </m:ctrlPr>
                      </m:fPr>
                      <m:num>
                        <m:r>
                          <a:rPr lang="en-US" altLang="en-US" sz="2600" i="1" dirty="0">
                            <a:latin typeface="Cambria Math" panose="02040503050406030204" pitchFamily="18" charset="0"/>
                          </a:rPr>
                          <m:t>1</m:t>
                        </m:r>
                      </m:num>
                      <m:den>
                        <m:r>
                          <a:rPr lang="en-US" altLang="en-US" sz="2600" i="1" dirty="0">
                            <a:latin typeface="Cambria Math" panose="02040503050406030204" pitchFamily="18" charset="0"/>
                          </a:rPr>
                          <m:t>𝑛</m:t>
                        </m:r>
                      </m:den>
                    </m:f>
                    <m:r>
                      <a:rPr lang="en-US" altLang="en-US" sz="2600" b="0" i="1" dirty="0" smtClean="0">
                        <a:latin typeface="Cambria Math" panose="02040503050406030204" pitchFamily="18" charset="0"/>
                      </a:rPr>
                      <m:t>)</m:t>
                    </m:r>
                    <m:r>
                      <a:rPr lang="en-US" altLang="en-US" sz="2600" i="1" dirty="0">
                        <a:latin typeface="Cambria Math" panose="02040503050406030204" pitchFamily="18" charset="0"/>
                      </a:rPr>
                      <m:t> </m:t>
                    </m:r>
                    <m:r>
                      <a:rPr lang="en-US" altLang="en-US" sz="2600" i="1" dirty="0" smtClean="0">
                        <a:latin typeface="Cambria Math" panose="02040503050406030204" pitchFamily="18" charset="0"/>
                      </a:rPr>
                      <m:t>^</m:t>
                    </m:r>
                    <m:r>
                      <a:rPr lang="en-US" altLang="en-US" sz="2600" b="0" i="1" dirty="0" smtClean="0">
                        <a:latin typeface="Cambria Math" panose="02040503050406030204" pitchFamily="18" charset="0"/>
                      </a:rPr>
                      <m:t>𝑚</m:t>
                    </m:r>
                  </m:oMath>
                </a14:m>
                <a:endParaRPr lang="en-US" altLang="en-US" sz="2600" dirty="0"/>
              </a:p>
              <a:p>
                <a14:m>
                  <m:oMath xmlns:m="http://schemas.openxmlformats.org/officeDocument/2006/math">
                    <m:r>
                      <a:rPr lang="en-US" altLang="en-US" sz="2600" b="0" i="1" dirty="0" smtClean="0">
                        <a:latin typeface="Cambria Math" panose="02040503050406030204" pitchFamily="18" charset="0"/>
                      </a:rPr>
                      <m:t>𝑚</m:t>
                    </m:r>
                  </m:oMath>
                </a14:m>
                <a:r>
                  <a:rPr lang="en-US" altLang="en-US" sz="2600" dirty="0"/>
                  <a:t>= the number of estimators/decision trees</a:t>
                </a:r>
              </a:p>
              <a:p>
                <a:r>
                  <a:rPr lang="en-US" altLang="en-US" sz="2600" dirty="0"/>
                  <a:t>Probability of a training instance being selected in a bootstrap sample:</a:t>
                </a:r>
                <a14:m>
                  <m:oMath xmlns:m="http://schemas.openxmlformats.org/officeDocument/2006/math">
                    <m:r>
                      <a:rPr lang="en-US" altLang="en-US" sz="2600" b="0" i="0" dirty="0" smtClean="0">
                        <a:latin typeface="Cambria Math" panose="02040503050406030204" pitchFamily="18" charset="0"/>
                      </a:rPr>
                      <m:t>1−(</m:t>
                    </m:r>
                    <m:r>
                      <a:rPr lang="en-US" altLang="en-US" sz="2600" dirty="0">
                        <a:latin typeface="Cambria Math" panose="02040503050406030204" pitchFamily="18" charset="0"/>
                      </a:rPr>
                      <m:t>1−</m:t>
                    </m:r>
                    <m:f>
                      <m:fPr>
                        <m:type m:val="lin"/>
                        <m:ctrlPr>
                          <a:rPr lang="en-US" altLang="en-US" sz="2600" i="1" dirty="0">
                            <a:latin typeface="Cambria Math" panose="02040503050406030204" pitchFamily="18" charset="0"/>
                          </a:rPr>
                        </m:ctrlPr>
                      </m:fPr>
                      <m:num>
                        <m:r>
                          <a:rPr lang="en-US" altLang="en-US" sz="2600" i="1" dirty="0">
                            <a:latin typeface="Cambria Math" panose="02040503050406030204" pitchFamily="18" charset="0"/>
                          </a:rPr>
                          <m:t>1</m:t>
                        </m:r>
                      </m:num>
                      <m:den>
                        <m:r>
                          <a:rPr lang="en-US" altLang="en-US" sz="2600" i="1" dirty="0">
                            <a:latin typeface="Cambria Math" panose="02040503050406030204" pitchFamily="18" charset="0"/>
                          </a:rPr>
                          <m:t>𝑛</m:t>
                        </m:r>
                      </m:den>
                    </m:f>
                    <m:r>
                      <a:rPr lang="en-US" altLang="en-US" sz="2600" b="0" i="1" dirty="0" smtClean="0">
                        <a:latin typeface="Cambria Math" panose="02040503050406030204" pitchFamily="18" charset="0"/>
                      </a:rPr>
                      <m:t>)</m:t>
                    </m:r>
                    <m:r>
                      <a:rPr lang="en-US" altLang="en-US" sz="2600" i="1" dirty="0">
                        <a:latin typeface="Cambria Math" panose="02040503050406030204" pitchFamily="18" charset="0"/>
                      </a:rPr>
                      <m:t> </m:t>
                    </m:r>
                    <m:r>
                      <a:rPr lang="en-US" altLang="en-US" sz="2600" i="1" dirty="0" smtClean="0">
                        <a:latin typeface="Cambria Math" panose="02040503050406030204" pitchFamily="18" charset="0"/>
                      </a:rPr>
                      <m:t>^</m:t>
                    </m:r>
                    <m:r>
                      <a:rPr lang="en-US" altLang="en-US" sz="2600" b="0" i="1" dirty="0" smtClean="0">
                        <a:latin typeface="Cambria Math" panose="02040503050406030204" pitchFamily="18" charset="0"/>
                      </a:rPr>
                      <m:t>𝑚</m:t>
                    </m:r>
                  </m:oMath>
                </a14:m>
                <a:r>
                  <a:rPr lang="en-US" altLang="en-US" sz="2600" baseline="30000" dirty="0"/>
                  <a:t> </a:t>
                </a:r>
                <a:r>
                  <a:rPr lang="en-US" altLang="en-US" sz="2600" dirty="0"/>
                  <a:t> (</a:t>
                </a:r>
                <a14:m>
                  <m:oMath xmlns:m="http://schemas.openxmlformats.org/officeDocument/2006/math">
                    <m:r>
                      <a:rPr lang="en-US" altLang="en-US" sz="2600" i="1" dirty="0" smtClean="0">
                        <a:latin typeface="Cambria Math" panose="02040503050406030204" pitchFamily="18" charset="0"/>
                      </a:rPr>
                      <m:t>𝑛</m:t>
                    </m:r>
                  </m:oMath>
                </a14:m>
                <a:r>
                  <a:rPr lang="en-US" altLang="en-US" sz="2600" dirty="0"/>
                  <a:t>: number of training instances)</a:t>
                </a:r>
              </a:p>
              <a:p>
                <a:pPr lvl="1">
                  <a:buFont typeface="Wingdings" panose="05000000000000000000" pitchFamily="2" charset="2"/>
                  <a:buChar char="Ø"/>
                </a:pPr>
                <a:r>
                  <a:rPr lang="en-US" altLang="en-US" sz="2600" dirty="0"/>
                  <a:t>P (selected) </a:t>
                </a:r>
                <a14:m>
                  <m:oMath xmlns:m="http://schemas.openxmlformats.org/officeDocument/2006/math">
                    <m:r>
                      <a:rPr lang="en-US" altLang="en-US" sz="2600" i="1" smtClean="0">
                        <a:latin typeface="Cambria Math" panose="02040503050406030204" pitchFamily="18" charset="0"/>
                        <a:ea typeface="Cambria Math" panose="02040503050406030204" pitchFamily="18" charset="0"/>
                      </a:rPr>
                      <m:t>≅</m:t>
                    </m:r>
                  </m:oMath>
                </a14:m>
                <a:r>
                  <a:rPr lang="en-US" altLang="en-US" sz="2600" dirty="0"/>
                  <a:t> 0.632 when </a:t>
                </a:r>
                <a14:m>
                  <m:oMath xmlns:m="http://schemas.openxmlformats.org/officeDocument/2006/math">
                    <m:r>
                      <a:rPr lang="en-US" altLang="en-US" sz="2600" i="1" dirty="0" smtClean="0">
                        <a:latin typeface="Cambria Math" panose="02040503050406030204" pitchFamily="18" charset="0"/>
                      </a:rPr>
                      <m:t>𝑛</m:t>
                    </m:r>
                  </m:oMath>
                </a14:m>
                <a:r>
                  <a:rPr lang="en-US" altLang="en-US" sz="2600" dirty="0"/>
                  <a:t> is large </a:t>
                </a:r>
              </a:p>
              <a:p>
                <a:pPr lvl="1">
                  <a:buFont typeface="Wingdings" panose="05000000000000000000" pitchFamily="2" charset="2"/>
                  <a:buChar char="Ø"/>
                </a:pPr>
                <a:r>
                  <a:rPr lang="en-US" altLang="en-US" sz="2600" dirty="0"/>
                  <a:t>P (not selected) </a:t>
                </a:r>
                <a14:m>
                  <m:oMath xmlns:m="http://schemas.openxmlformats.org/officeDocument/2006/math">
                    <m:r>
                      <a:rPr lang="en-US" altLang="en-US" sz="2600" i="1" smtClean="0">
                        <a:latin typeface="Cambria Math" panose="02040503050406030204" pitchFamily="18" charset="0"/>
                        <a:ea typeface="Cambria Math" panose="02040503050406030204" pitchFamily="18" charset="0"/>
                      </a:rPr>
                      <m:t>≅</m:t>
                    </m:r>
                  </m:oMath>
                </a14:m>
                <a:r>
                  <a:rPr lang="en-US" altLang="en-US" sz="2600" dirty="0"/>
                  <a:t> 0.368 when </a:t>
                </a:r>
                <a14:m>
                  <m:oMath xmlns:m="http://schemas.openxmlformats.org/officeDocument/2006/math">
                    <m:r>
                      <a:rPr lang="en-US" altLang="en-US" sz="2600" i="1" dirty="0" smtClean="0">
                        <a:latin typeface="Cambria Math" panose="02040503050406030204" pitchFamily="18" charset="0"/>
                      </a:rPr>
                      <m:t>𝑛</m:t>
                    </m:r>
                    <m:r>
                      <a:rPr lang="en-US" altLang="en-US" sz="2600" i="1" dirty="0" smtClean="0">
                        <a:latin typeface="Cambria Math" panose="02040503050406030204" pitchFamily="18" charset="0"/>
                      </a:rPr>
                      <m:t> </m:t>
                    </m:r>
                  </m:oMath>
                </a14:m>
                <a:r>
                  <a:rPr lang="en-US" altLang="en-US" sz="2600" dirty="0"/>
                  <a:t>is large = </a:t>
                </a:r>
                <a:r>
                  <a:rPr lang="en-US" altLang="en-US" sz="2600" dirty="0">
                    <a:solidFill>
                      <a:srgbClr val="FF0000"/>
                    </a:solidFill>
                  </a:rPr>
                  <a:t>Out-of-bag samples </a:t>
                </a:r>
              </a:p>
              <a:p>
                <a:pPr lvl="1"/>
                <a:endParaRPr lang="en-US" altLang="en-US" sz="2600" baseline="30000" dirty="0"/>
              </a:p>
              <a:p>
                <a:pPr marL="457200" lvl="1" indent="0">
                  <a:buNone/>
                </a:pPr>
                <a:endParaRPr lang="en-US" altLang="en-US" sz="2600" baseline="30000" dirty="0"/>
              </a:p>
            </p:txBody>
          </p:sp>
        </mc:Choice>
        <mc:Fallback xmlns="">
          <p:sp>
            <p:nvSpPr>
              <p:cNvPr id="15363" name="Rectangle 3">
                <a:extLst>
                  <a:ext uri="{FF2B5EF4-FFF2-40B4-BE49-F238E27FC236}">
                    <a16:creationId xmlns:a16="http://schemas.microsoft.com/office/drawing/2014/main" id="{8715C23C-06AB-4189-A0C9-F40880131140}"/>
                  </a:ext>
                </a:extLst>
              </p:cNvPr>
              <p:cNvSpPr>
                <a:spLocks noGrp="1" noRot="1" noChangeAspect="1" noMove="1" noResize="1" noEditPoints="1" noAdjustHandles="1" noChangeArrowheads="1" noChangeShapeType="1" noTextEdit="1"/>
              </p:cNvSpPr>
              <p:nvPr>
                <p:ph type="body" idx="1"/>
              </p:nvPr>
            </p:nvSpPr>
            <p:spPr>
              <a:xfrm>
                <a:off x="0" y="1143000"/>
                <a:ext cx="9144000" cy="5715000"/>
              </a:xfrm>
              <a:blipFill>
                <a:blip r:embed="rId2"/>
                <a:stretch>
                  <a:fillRect l="-867" t="-1067" r="-467" b="-3949"/>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3E9B76F1-B9BF-5346-9896-02AF21BD3D6E}"/>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23553E86-C845-4860-976A-EE109BEBF044}" type="slidenum">
              <a:rPr lang="en-US" altLang="en-US" sz="1200">
                <a:solidFill>
                  <a:srgbClr val="898989"/>
                </a:solidFill>
              </a:rPr>
              <a:pPr/>
              <a:t>7</a:t>
            </a:fld>
            <a:endParaRPr lang="en-US" altLang="en-US" sz="1200">
              <a:solidFill>
                <a:srgbClr val="898989"/>
              </a:solidFill>
            </a:endParaRPr>
          </a:p>
        </p:txBody>
      </p:sp>
    </p:spTree>
    <p:extLst>
      <p:ext uri="{BB962C8B-B14F-4D97-AF65-F5344CB8AC3E}">
        <p14:creationId xmlns:p14="http://schemas.microsoft.com/office/powerpoint/2010/main" val="425936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p:txBody>
          <a:bodyPr/>
          <a:lstStyle/>
          <a:p>
            <a:r>
              <a:rPr lang="en-US" altLang="en-US"/>
              <a:t>Random Forest Algorithm</a:t>
            </a:r>
          </a:p>
        </p:txBody>
      </p:sp>
      <mc:AlternateContent xmlns:mc="http://schemas.openxmlformats.org/markup-compatibility/2006" xmlns:a14="http://schemas.microsoft.com/office/drawing/2010/main">
        <mc:Choice Requires="a14">
          <p:sp>
            <p:nvSpPr>
              <p:cNvPr id="31747" name="Content Placeholder 2">
                <a:extLst>
                  <a:ext uri="{FF2B5EF4-FFF2-40B4-BE49-F238E27FC236}">
                    <a16:creationId xmlns:a16="http://schemas.microsoft.com/office/drawing/2014/main" id="{91EF8DD4-94FA-4330-9CFB-812BDA66C0AD}"/>
                  </a:ext>
                </a:extLst>
              </p:cNvPr>
              <p:cNvSpPr>
                <a:spLocks noGrp="1" noChangeArrowheads="1"/>
              </p:cNvSpPr>
              <p:nvPr>
                <p:ph idx="1"/>
              </p:nvPr>
            </p:nvSpPr>
            <p:spPr/>
            <p:txBody>
              <a:bodyPr/>
              <a:lstStyle/>
              <a:p>
                <a:r>
                  <a:rPr lang="en-US" altLang="en-US" dirty="0"/>
                  <a:t>Construct an ensemble of decision trees by manipulating training set instances/rows as well as features</a:t>
                </a:r>
              </a:p>
              <a:p>
                <a:endParaRPr lang="en-US" altLang="en-US" sz="1000" dirty="0"/>
              </a:p>
              <a:p>
                <a:pPr lvl="1"/>
                <a:r>
                  <a:rPr lang="en-US" altLang="en-US" dirty="0"/>
                  <a:t>Use bootstrap sample to train every decision tree (similar to Bagging)</a:t>
                </a:r>
              </a:p>
              <a:p>
                <a:pPr lvl="1"/>
                <a:r>
                  <a:rPr lang="en-US" altLang="en-US" dirty="0"/>
                  <a:t>Use the following tree induction algorithm:</a:t>
                </a:r>
              </a:p>
              <a:p>
                <a:pPr lvl="2"/>
                <a:r>
                  <a:rPr lang="en-US" altLang="en-US" dirty="0"/>
                  <a:t> At every internal node of decision tree, randomly sample </a:t>
                </a:r>
                <a14:m>
                  <m:oMath xmlns:m="http://schemas.openxmlformats.org/officeDocument/2006/math">
                    <m:r>
                      <a:rPr lang="en-US" altLang="en-US" i="1" dirty="0" smtClean="0">
                        <a:latin typeface="Cambria Math" panose="02040503050406030204" pitchFamily="18" charset="0"/>
                      </a:rPr>
                      <m:t>𝑚</m:t>
                    </m:r>
                  </m:oMath>
                </a14:m>
                <a:r>
                  <a:rPr lang="en-US" altLang="en-US" dirty="0"/>
                  <a:t> attributes for selecting split criterion</a:t>
                </a:r>
              </a:p>
              <a:p>
                <a:pPr lvl="2"/>
                <a:r>
                  <a:rPr lang="en-US" altLang="en-US" dirty="0"/>
                  <a:t> Repeat this procedure until all leaves are pure (unpruned tree)</a:t>
                </a:r>
              </a:p>
              <a:p>
                <a:pPr lvl="1"/>
                <a:endParaRPr lang="en-US" altLang="en-US" dirty="0"/>
              </a:p>
              <a:p>
                <a:pPr lvl="1"/>
                <a:endParaRPr lang="en-US" altLang="en-US" dirty="0"/>
              </a:p>
              <a:p>
                <a:pPr lvl="2"/>
                <a:endParaRPr lang="en-US" altLang="en-US" dirty="0"/>
              </a:p>
            </p:txBody>
          </p:sp>
        </mc:Choice>
        <mc:Fallback xmlns="">
          <p:sp>
            <p:nvSpPr>
              <p:cNvPr id="31747" name="Content Placeholder 2">
                <a:extLst>
                  <a:ext uri="{FF2B5EF4-FFF2-40B4-BE49-F238E27FC236}">
                    <a16:creationId xmlns:a16="http://schemas.microsoft.com/office/drawing/2014/main" id="{91EF8DD4-94FA-4330-9CFB-812BDA66C0AD}"/>
                  </a:ext>
                </a:extLst>
              </p:cNvPr>
              <p:cNvSpPr>
                <a:spLocks noGrp="1" noRot="1" noChangeAspect="1" noMove="1" noResize="1" noEditPoints="1" noAdjustHandles="1" noChangeArrowheads="1" noChangeShapeType="1" noTextEdit="1"/>
              </p:cNvSpPr>
              <p:nvPr>
                <p:ph idx="1"/>
              </p:nvPr>
            </p:nvSpPr>
            <p:spPr>
              <a:blipFill>
                <a:blip r:embed="rId2"/>
                <a:stretch>
                  <a:fillRect l="-1026" t="-1294"/>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3E436A0A-1193-5241-AF16-45F810F577A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8</a:t>
            </a:fld>
            <a:endParaRPr lang="en-US" altLang="en-US" sz="1200">
              <a:solidFill>
                <a:srgbClr val="898989"/>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p:txBody>
          <a:bodyPr/>
          <a:lstStyle/>
          <a:p>
            <a:r>
              <a:rPr lang="en-US" altLang="en-US" dirty="0"/>
              <a:t>Random Forest Hyperparameters</a:t>
            </a:r>
          </a:p>
        </p:txBody>
      </p:sp>
      <mc:AlternateContent xmlns:mc="http://schemas.openxmlformats.org/markup-compatibility/2006" xmlns:a14="http://schemas.microsoft.com/office/drawing/2010/main">
        <mc:Choice Requires="a14">
          <p:sp>
            <p:nvSpPr>
              <p:cNvPr id="31747" name="Content Placeholder 2">
                <a:extLst>
                  <a:ext uri="{FF2B5EF4-FFF2-40B4-BE49-F238E27FC236}">
                    <a16:creationId xmlns:a16="http://schemas.microsoft.com/office/drawing/2014/main" id="{91EF8DD4-94FA-4330-9CFB-812BDA66C0AD}"/>
                  </a:ext>
                </a:extLst>
              </p:cNvPr>
              <p:cNvSpPr>
                <a:spLocks noGrp="1" noChangeArrowheads="1"/>
              </p:cNvSpPr>
              <p:nvPr>
                <p:ph idx="1"/>
              </p:nvPr>
            </p:nvSpPr>
            <p:spPr>
              <a:xfrm>
                <a:off x="0" y="1143000"/>
                <a:ext cx="9144000" cy="5715000"/>
              </a:xfrm>
            </p:spPr>
            <p:txBody>
              <a:bodyPr/>
              <a:lstStyle/>
              <a:p>
                <a:pPr lvl="1">
                  <a:spcBef>
                    <a:spcPts val="0"/>
                  </a:spcBef>
                </a:pPr>
                <a:r>
                  <a:rPr lang="en-US" altLang="en-US" dirty="0" err="1">
                    <a:solidFill>
                      <a:srgbClr val="FF0000"/>
                    </a:solidFill>
                  </a:rPr>
                  <a:t>n_estimators</a:t>
                </a:r>
                <a:r>
                  <a:rPr lang="en-US" altLang="en-US" dirty="0"/>
                  <a:t>: default=100. The number of trees in the forest</a:t>
                </a:r>
              </a:p>
              <a:p>
                <a:pPr lvl="1">
                  <a:spcBef>
                    <a:spcPts val="0"/>
                  </a:spcBef>
                </a:pPr>
                <a:r>
                  <a:rPr lang="en-US" altLang="en-US" dirty="0" err="1">
                    <a:solidFill>
                      <a:srgbClr val="FF0000"/>
                    </a:solidFill>
                  </a:rPr>
                  <a:t>max_samples</a:t>
                </a:r>
                <a:r>
                  <a:rPr lang="en-US" altLang="en-US" dirty="0"/>
                  <a:t>: The number of samples to draw from </a:t>
                </a:r>
                <a14:m>
                  <m:oMath xmlns:m="http://schemas.openxmlformats.org/officeDocument/2006/math">
                    <m:r>
                      <a:rPr lang="en-US" altLang="en-US" i="1" dirty="0" smtClean="0">
                        <a:latin typeface="Cambria Math" panose="02040503050406030204" pitchFamily="18" charset="0"/>
                      </a:rPr>
                      <m:t>𝑋</m:t>
                    </m:r>
                  </m:oMath>
                </a14:m>
                <a:r>
                  <a:rPr lang="en-US" altLang="en-US" dirty="0"/>
                  <a:t> to train each base estimator</a:t>
                </a:r>
              </a:p>
              <a:p>
                <a:pPr lvl="1">
                  <a:spcBef>
                    <a:spcPts val="0"/>
                  </a:spcBef>
                </a:pPr>
                <a:r>
                  <a:rPr lang="en-US" altLang="en-US" dirty="0" err="1">
                    <a:solidFill>
                      <a:srgbClr val="FF0000"/>
                    </a:solidFill>
                  </a:rPr>
                  <a:t>oob_score</a:t>
                </a:r>
                <a:r>
                  <a:rPr lang="en-US" altLang="en-US" dirty="0"/>
                  <a:t>: Out-of-bag Score of the training dataset obtained using an out-of-bag estimate. </a:t>
                </a:r>
              </a:p>
              <a:p>
                <a:pPr lvl="1"/>
                <a:r>
                  <a:rPr lang="en-US" altLang="en-US" dirty="0"/>
                  <a:t>Since the bootstrapping samples the data with the possibility of selecting one sample multiple times, it is very likely that we won’t select all the samples from the original data set. Therefore, one smart decision would be to exploit somehow these unselected samples, called out-of-bag samples</a:t>
                </a:r>
              </a:p>
              <a:p>
                <a:pPr lvl="2"/>
                <a:endParaRPr lang="en-US" altLang="en-US" dirty="0"/>
              </a:p>
            </p:txBody>
          </p:sp>
        </mc:Choice>
        <mc:Fallback xmlns="">
          <p:sp>
            <p:nvSpPr>
              <p:cNvPr id="31747" name="Content Placeholder 2">
                <a:extLst>
                  <a:ext uri="{FF2B5EF4-FFF2-40B4-BE49-F238E27FC236}">
                    <a16:creationId xmlns:a16="http://schemas.microsoft.com/office/drawing/2014/main" id="{91EF8DD4-94FA-4330-9CFB-812BDA66C0AD}"/>
                  </a:ext>
                </a:extLst>
              </p:cNvPr>
              <p:cNvSpPr>
                <a:spLocks noGrp="1" noRot="1" noChangeAspect="1" noMove="1" noResize="1" noEditPoints="1" noAdjustHandles="1" noChangeArrowheads="1" noChangeShapeType="1" noTextEdit="1"/>
              </p:cNvSpPr>
              <p:nvPr>
                <p:ph idx="1"/>
              </p:nvPr>
            </p:nvSpPr>
            <p:spPr>
              <a:xfrm>
                <a:off x="0" y="1143000"/>
                <a:ext cx="9144000" cy="5715000"/>
              </a:xfrm>
              <a:blipFill>
                <a:blip r:embed="rId2"/>
                <a:stretch>
                  <a:fillRect t="-1174" r="-1933"/>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3E436A0A-1193-5241-AF16-45F810F577A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9</a:t>
            </a:fld>
            <a:endParaRPr lang="en-US" altLang="en-US" sz="1200">
              <a:solidFill>
                <a:srgbClr val="898989"/>
              </a:solidFill>
            </a:endParaRPr>
          </a:p>
        </p:txBody>
      </p:sp>
    </p:spTree>
    <p:extLst>
      <p:ext uri="{BB962C8B-B14F-4D97-AF65-F5344CB8AC3E}">
        <p14:creationId xmlns:p14="http://schemas.microsoft.com/office/powerpoint/2010/main" val="39418725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p:txBody>
          <a:bodyPr/>
          <a:lstStyle/>
          <a:p>
            <a:r>
              <a:rPr lang="en-US" altLang="en-US" dirty="0"/>
              <a:t>Hard and Soft Voting Classifier</a:t>
            </a:r>
          </a:p>
        </p:txBody>
      </p:sp>
      <p:sp>
        <p:nvSpPr>
          <p:cNvPr id="31747" name="Content Placeholder 2">
            <a:extLst>
              <a:ext uri="{FF2B5EF4-FFF2-40B4-BE49-F238E27FC236}">
                <a16:creationId xmlns:a16="http://schemas.microsoft.com/office/drawing/2014/main" id="{91EF8DD4-94FA-4330-9CFB-812BDA66C0AD}"/>
              </a:ext>
            </a:extLst>
          </p:cNvPr>
          <p:cNvSpPr>
            <a:spLocks noGrp="1" noChangeArrowheads="1"/>
          </p:cNvSpPr>
          <p:nvPr>
            <p:ph idx="1"/>
          </p:nvPr>
        </p:nvSpPr>
        <p:spPr>
          <a:xfrm>
            <a:off x="0" y="1143000"/>
            <a:ext cx="9144000" cy="5715000"/>
          </a:xfrm>
        </p:spPr>
        <p:txBody>
          <a:bodyPr/>
          <a:lstStyle/>
          <a:p>
            <a:pPr lvl="2">
              <a:spcBef>
                <a:spcPts val="0"/>
              </a:spcBef>
            </a:pPr>
            <a:r>
              <a:rPr lang="en-US" altLang="en-US" dirty="0"/>
              <a:t>In </a:t>
            </a:r>
            <a:r>
              <a:rPr lang="en-US" altLang="en-US" dirty="0">
                <a:solidFill>
                  <a:srgbClr val="FF0000"/>
                </a:solidFill>
              </a:rPr>
              <a:t>hard voting</a:t>
            </a:r>
            <a:r>
              <a:rPr lang="en-US" altLang="en-US" dirty="0"/>
              <a:t>, we combine the outputs by returning the mode, i.e., the most frequently/majority voting occurring label among the base classifiers’ outputs</a:t>
            </a:r>
          </a:p>
          <a:p>
            <a:pPr lvl="2">
              <a:spcBef>
                <a:spcPts val="0"/>
              </a:spcBef>
            </a:pPr>
            <a:r>
              <a:rPr lang="en-US" altLang="en-US" dirty="0"/>
              <a:t>In </a:t>
            </a:r>
            <a:r>
              <a:rPr lang="en-US" altLang="en-US" dirty="0">
                <a:solidFill>
                  <a:srgbClr val="FF0000"/>
                </a:solidFill>
              </a:rPr>
              <a:t>soft voting</a:t>
            </a:r>
            <a:r>
              <a:rPr lang="en-US" altLang="en-US" dirty="0"/>
              <a:t>, the base classifiers output probabilities or numerical scores</a:t>
            </a:r>
          </a:p>
          <a:p>
            <a:pPr lvl="2">
              <a:spcBef>
                <a:spcPts val="0"/>
              </a:spcBef>
            </a:pPr>
            <a:r>
              <a:rPr lang="en-US" altLang="en-US" dirty="0">
                <a:solidFill>
                  <a:srgbClr val="FF0000"/>
                </a:solidFill>
              </a:rPr>
              <a:t>Soft voting </a:t>
            </a:r>
            <a:r>
              <a:rPr lang="en-US" altLang="en-US" dirty="0"/>
              <a:t>classifier classifies input data based on the probabilities of all the predictions made by different classifiers</a:t>
            </a:r>
          </a:p>
          <a:p>
            <a:pPr lvl="2">
              <a:spcBef>
                <a:spcPts val="0"/>
              </a:spcBef>
            </a:pPr>
            <a:endParaRPr lang="en-US" altLang="en-US" dirty="0"/>
          </a:p>
        </p:txBody>
      </p:sp>
      <p:sp>
        <p:nvSpPr>
          <p:cNvPr id="6" name="Slide Number Placeholder 5">
            <a:extLst>
              <a:ext uri="{FF2B5EF4-FFF2-40B4-BE49-F238E27FC236}">
                <a16:creationId xmlns:a16="http://schemas.microsoft.com/office/drawing/2014/main" id="{3E436A0A-1193-5241-AF16-45F810F577A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10</a:t>
            </a:fld>
            <a:endParaRPr lang="en-US" altLang="en-US" sz="1200">
              <a:solidFill>
                <a:srgbClr val="898989"/>
              </a:solidFill>
            </a:endParaRPr>
          </a:p>
        </p:txBody>
      </p:sp>
      <p:pic>
        <p:nvPicPr>
          <p:cNvPr id="3" name="Picture 2">
            <a:extLst>
              <a:ext uri="{FF2B5EF4-FFF2-40B4-BE49-F238E27FC236}">
                <a16:creationId xmlns:a16="http://schemas.microsoft.com/office/drawing/2014/main" id="{0467471A-E364-45B8-AC1E-C0DFA7E45F0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143000" y="4269313"/>
            <a:ext cx="4522124" cy="2434174"/>
          </a:xfrm>
          <a:prstGeom prst="rect">
            <a:avLst/>
          </a:prstGeom>
        </p:spPr>
      </p:pic>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3F94A34-6C37-4776-A939-FAA506BF5978}"/>
                  </a:ext>
                </a:extLst>
              </p:cNvPr>
              <p:cNvSpPr txBox="1"/>
              <p:nvPr/>
            </p:nvSpPr>
            <p:spPr>
              <a:xfrm>
                <a:off x="628650" y="6077247"/>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sz="2400" b="1" i="1" dirty="0" smtClean="0">
                          <a:solidFill>
                            <a:srgbClr val="FF0000"/>
                          </a:solidFill>
                          <a:latin typeface="Cambria Math" panose="02040503050406030204" pitchFamily="18" charset="0"/>
                        </a:rPr>
                        <m:t>𝑨</m:t>
                      </m:r>
                    </m:oMath>
                  </m:oMathPara>
                </a14:m>
                <a:endParaRPr lang="en-US" sz="2400" dirty="0">
                  <a:solidFill>
                    <a:srgbClr val="FF0000"/>
                  </a:solidFill>
                </a:endParaRPr>
              </a:p>
            </p:txBody>
          </p:sp>
        </mc:Choice>
        <mc:Fallback xmlns="">
          <p:sp>
            <p:nvSpPr>
              <p:cNvPr id="8" name="TextBox 7">
                <a:extLst>
                  <a:ext uri="{FF2B5EF4-FFF2-40B4-BE49-F238E27FC236}">
                    <a16:creationId xmlns:a16="http://schemas.microsoft.com/office/drawing/2014/main" id="{43F94A34-6C37-4776-A939-FAA506BF5978}"/>
                  </a:ext>
                </a:extLst>
              </p:cNvPr>
              <p:cNvSpPr txBox="1">
                <a:spLocks noRot="1" noChangeAspect="1" noMove="1" noResize="1" noEditPoints="1" noAdjustHandles="1" noChangeArrowheads="1" noChangeShapeType="1" noTextEdit="1"/>
              </p:cNvSpPr>
              <p:nvPr/>
            </p:nvSpPr>
            <p:spPr>
              <a:xfrm>
                <a:off x="628650" y="6077247"/>
                <a:ext cx="4572000"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4CB2160-419B-449E-9F62-DD69406C6EC2}"/>
                  </a:ext>
                </a:extLst>
              </p:cNvPr>
              <p:cNvSpPr txBox="1"/>
              <p:nvPr/>
            </p:nvSpPr>
            <p:spPr>
              <a:xfrm>
                <a:off x="315761" y="5176078"/>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sz="2400" b="1" i="1" dirty="0" smtClean="0">
                          <a:solidFill>
                            <a:srgbClr val="FF0000"/>
                          </a:solidFill>
                          <a:latin typeface="Cambria Math" panose="02040503050406030204" pitchFamily="18" charset="0"/>
                        </a:rPr>
                        <m:t>𝑩</m:t>
                      </m:r>
                    </m:oMath>
                  </m:oMathPara>
                </a14:m>
                <a:endParaRPr lang="en-US" sz="2400" dirty="0">
                  <a:solidFill>
                    <a:srgbClr val="FF0000"/>
                  </a:solidFill>
                </a:endParaRPr>
              </a:p>
            </p:txBody>
          </p:sp>
        </mc:Choice>
        <mc:Fallback xmlns="">
          <p:sp>
            <p:nvSpPr>
              <p:cNvPr id="9" name="TextBox 8">
                <a:extLst>
                  <a:ext uri="{FF2B5EF4-FFF2-40B4-BE49-F238E27FC236}">
                    <a16:creationId xmlns:a16="http://schemas.microsoft.com/office/drawing/2014/main" id="{34CB2160-419B-449E-9F62-DD69406C6EC2}"/>
                  </a:ext>
                </a:extLst>
              </p:cNvPr>
              <p:cNvSpPr txBox="1">
                <a:spLocks noRot="1" noChangeAspect="1" noMove="1" noResize="1" noEditPoints="1" noAdjustHandles="1" noChangeArrowheads="1" noChangeShapeType="1" noTextEdit="1"/>
              </p:cNvSpPr>
              <p:nvPr/>
            </p:nvSpPr>
            <p:spPr>
              <a:xfrm>
                <a:off x="315761" y="5176078"/>
                <a:ext cx="4572000" cy="461665"/>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8DF866C-714E-4A85-ACA7-659E9A780B9A}"/>
                  </a:ext>
                </a:extLst>
              </p:cNvPr>
              <p:cNvSpPr txBox="1"/>
              <p:nvPr/>
            </p:nvSpPr>
            <p:spPr>
              <a:xfrm>
                <a:off x="684828" y="4626157"/>
                <a:ext cx="4572000"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en-US" sz="2400" b="1" i="1" dirty="0" smtClean="0">
                          <a:solidFill>
                            <a:srgbClr val="FF0000"/>
                          </a:solidFill>
                          <a:latin typeface="Cambria Math" panose="02040503050406030204" pitchFamily="18" charset="0"/>
                        </a:rPr>
                        <m:t>𝑨</m:t>
                      </m:r>
                    </m:oMath>
                  </m:oMathPara>
                </a14:m>
                <a:endParaRPr lang="en-US" sz="2400" dirty="0">
                  <a:solidFill>
                    <a:srgbClr val="FF0000"/>
                  </a:solidFill>
                </a:endParaRPr>
              </a:p>
            </p:txBody>
          </p:sp>
        </mc:Choice>
        <mc:Fallback xmlns="">
          <p:sp>
            <p:nvSpPr>
              <p:cNvPr id="10" name="TextBox 9">
                <a:extLst>
                  <a:ext uri="{FF2B5EF4-FFF2-40B4-BE49-F238E27FC236}">
                    <a16:creationId xmlns:a16="http://schemas.microsoft.com/office/drawing/2014/main" id="{E8DF866C-714E-4A85-ACA7-659E9A780B9A}"/>
                  </a:ext>
                </a:extLst>
              </p:cNvPr>
              <p:cNvSpPr txBox="1">
                <a:spLocks noRot="1" noChangeAspect="1" noMove="1" noResize="1" noEditPoints="1" noAdjustHandles="1" noChangeArrowheads="1" noChangeShapeType="1" noTextEdit="1"/>
              </p:cNvSpPr>
              <p:nvPr/>
            </p:nvSpPr>
            <p:spPr>
              <a:xfrm>
                <a:off x="684828" y="4626157"/>
                <a:ext cx="4572000"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452CC29-AD21-416F-9939-3CBE05725FDA}"/>
                  </a:ext>
                </a:extLst>
              </p:cNvPr>
              <p:cNvSpPr txBox="1"/>
              <p:nvPr/>
            </p:nvSpPr>
            <p:spPr>
              <a:xfrm>
                <a:off x="5771177" y="4920520"/>
                <a:ext cx="3302153" cy="1243802"/>
              </a:xfrm>
              <a:prstGeom prst="rect">
                <a:avLst/>
              </a:prstGeom>
              <a:noFill/>
            </p:spPr>
            <p:txBody>
              <a:bodyPr wrap="square">
                <a:spAutoFit/>
              </a:bodyPr>
              <a:lstStyle/>
              <a:p>
                <a:r>
                  <a:rPr lang="en-US" altLang="en-US" sz="2400" b="1" dirty="0">
                    <a:solidFill>
                      <a:srgbClr val="FF0000"/>
                    </a:solidFill>
                  </a:rPr>
                  <a:t>Predicted Output (</a:t>
                </a:r>
                <a14:m>
                  <m:oMath xmlns:m="http://schemas.openxmlformats.org/officeDocument/2006/math">
                    <m:acc>
                      <m:accPr>
                        <m:chr m:val="̃"/>
                        <m:ctrlPr>
                          <a:rPr lang="en-US" altLang="en-US" sz="2400" b="1" i="1" smtClean="0">
                            <a:solidFill>
                              <a:srgbClr val="FF0000"/>
                            </a:solidFill>
                            <a:latin typeface="Cambria Math" panose="02040503050406030204" pitchFamily="18" charset="0"/>
                          </a:rPr>
                        </m:ctrlPr>
                      </m:accPr>
                      <m:e>
                        <m:r>
                          <a:rPr lang="en-US" altLang="en-US" sz="2400" b="1" i="1" smtClean="0">
                            <a:solidFill>
                              <a:srgbClr val="FF0000"/>
                            </a:solidFill>
                            <a:latin typeface="Cambria Math" panose="02040503050406030204" pitchFamily="18" charset="0"/>
                          </a:rPr>
                          <m:t>𝒚</m:t>
                        </m:r>
                      </m:e>
                    </m:acc>
                  </m:oMath>
                </a14:m>
                <a:r>
                  <a:rPr lang="en-US" altLang="en-US" sz="2400" b="1" dirty="0">
                    <a:solidFill>
                      <a:srgbClr val="FF0000"/>
                    </a:solidFill>
                  </a:rPr>
                  <a:t>)</a:t>
                </a:r>
              </a:p>
              <a:p>
                <a:r>
                  <a:rPr lang="en-US" altLang="en-US" sz="2400" b="1" dirty="0">
                    <a:solidFill>
                      <a:srgbClr val="FF0000"/>
                    </a:solidFill>
                  </a:rPr>
                  <a:t>Hard Voting: </a:t>
                </a:r>
                <a14:m>
                  <m:oMath xmlns:m="http://schemas.openxmlformats.org/officeDocument/2006/math">
                    <m:r>
                      <a:rPr lang="en-US" altLang="en-US" sz="2400" b="1" i="1" dirty="0" smtClean="0">
                        <a:solidFill>
                          <a:srgbClr val="FF0000"/>
                        </a:solidFill>
                        <a:latin typeface="Cambria Math" panose="02040503050406030204" pitchFamily="18" charset="0"/>
                      </a:rPr>
                      <m:t>𝑨</m:t>
                    </m:r>
                  </m:oMath>
                </a14:m>
                <a:endParaRPr lang="en-US" altLang="en-US" sz="2400" b="1" dirty="0">
                  <a:solidFill>
                    <a:srgbClr val="FF0000"/>
                  </a:solidFill>
                </a:endParaRPr>
              </a:p>
              <a:p>
                <a:r>
                  <a:rPr lang="en-US" altLang="en-US" sz="2400" b="1" dirty="0">
                    <a:solidFill>
                      <a:srgbClr val="FF0000"/>
                    </a:solidFill>
                  </a:rPr>
                  <a:t>Soft Voting: </a:t>
                </a:r>
                <a14:m>
                  <m:oMath xmlns:m="http://schemas.openxmlformats.org/officeDocument/2006/math">
                    <m:r>
                      <a:rPr lang="en-US" altLang="en-US" sz="2400" b="1" i="1" dirty="0" smtClean="0">
                        <a:solidFill>
                          <a:srgbClr val="FF0000"/>
                        </a:solidFill>
                        <a:latin typeface="Cambria Math" panose="02040503050406030204" pitchFamily="18" charset="0"/>
                      </a:rPr>
                      <m:t>𝑩</m:t>
                    </m:r>
                  </m:oMath>
                </a14:m>
                <a:endParaRPr lang="en-US" sz="2400" dirty="0">
                  <a:solidFill>
                    <a:srgbClr val="FF0000"/>
                  </a:solidFill>
                </a:endParaRPr>
              </a:p>
            </p:txBody>
          </p:sp>
        </mc:Choice>
        <mc:Fallback xmlns="">
          <p:sp>
            <p:nvSpPr>
              <p:cNvPr id="11" name="TextBox 10">
                <a:extLst>
                  <a:ext uri="{FF2B5EF4-FFF2-40B4-BE49-F238E27FC236}">
                    <a16:creationId xmlns:a16="http://schemas.microsoft.com/office/drawing/2014/main" id="{B452CC29-AD21-416F-9939-3CBE05725FDA}"/>
                  </a:ext>
                </a:extLst>
              </p:cNvPr>
              <p:cNvSpPr txBox="1">
                <a:spLocks noRot="1" noChangeAspect="1" noMove="1" noResize="1" noEditPoints="1" noAdjustHandles="1" noChangeArrowheads="1" noChangeShapeType="1" noTextEdit="1"/>
              </p:cNvSpPr>
              <p:nvPr/>
            </p:nvSpPr>
            <p:spPr>
              <a:xfrm>
                <a:off x="5771177" y="4920520"/>
                <a:ext cx="3302153" cy="1243802"/>
              </a:xfrm>
              <a:prstGeom prst="rect">
                <a:avLst/>
              </a:prstGeom>
              <a:blipFill>
                <a:blip r:embed="rId6"/>
                <a:stretch>
                  <a:fillRect l="-2957" t="-3431" r="-7579" b="-7353"/>
                </a:stretch>
              </a:blipFill>
            </p:spPr>
            <p:txBody>
              <a:bodyPr/>
              <a:lstStyle/>
              <a:p>
                <a:r>
                  <a:rPr lang="en-US">
                    <a:noFill/>
                  </a:rPr>
                  <a:t> </a:t>
                </a:r>
              </a:p>
            </p:txBody>
          </p:sp>
        </mc:Fallback>
      </mc:AlternateContent>
    </p:spTree>
    <p:extLst>
      <p:ext uri="{BB962C8B-B14F-4D97-AF65-F5344CB8AC3E}">
        <p14:creationId xmlns:p14="http://schemas.microsoft.com/office/powerpoint/2010/main" val="9803778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p:txBody>
          <a:bodyPr/>
          <a:lstStyle/>
          <a:p>
            <a:r>
              <a:rPr lang="en-US" altLang="en-US" dirty="0"/>
              <a:t>Boosting Algorithms</a:t>
            </a:r>
          </a:p>
        </p:txBody>
      </p:sp>
      <p:sp>
        <p:nvSpPr>
          <p:cNvPr id="31747" name="Content Placeholder 2">
            <a:extLst>
              <a:ext uri="{FF2B5EF4-FFF2-40B4-BE49-F238E27FC236}">
                <a16:creationId xmlns:a16="http://schemas.microsoft.com/office/drawing/2014/main" id="{91EF8DD4-94FA-4330-9CFB-812BDA66C0AD}"/>
              </a:ext>
            </a:extLst>
          </p:cNvPr>
          <p:cNvSpPr>
            <a:spLocks noGrp="1" noChangeArrowheads="1"/>
          </p:cNvSpPr>
          <p:nvPr>
            <p:ph idx="1"/>
          </p:nvPr>
        </p:nvSpPr>
        <p:spPr>
          <a:xfrm>
            <a:off x="0" y="1143000"/>
            <a:ext cx="9144000" cy="5715000"/>
          </a:xfrm>
        </p:spPr>
        <p:txBody>
          <a:bodyPr/>
          <a:lstStyle/>
          <a:p>
            <a:pPr marL="0" lvl="2">
              <a:spcBef>
                <a:spcPts val="0"/>
              </a:spcBef>
              <a:buFont typeface="Arial" panose="020B0604020202020204" pitchFamily="34" charset="0"/>
              <a:buChar char="•"/>
            </a:pPr>
            <a:r>
              <a:rPr lang="en-US" altLang="en-US" sz="2200" dirty="0"/>
              <a:t> Boosting: </a:t>
            </a:r>
            <a:r>
              <a:rPr lang="en-US" altLang="en-US" sz="2200" dirty="0">
                <a:solidFill>
                  <a:srgbClr val="FF0000"/>
                </a:solidFill>
              </a:rPr>
              <a:t>sequential ensemble algorithms</a:t>
            </a:r>
            <a:r>
              <a:rPr lang="en-US" altLang="en-US" sz="2200" dirty="0"/>
              <a:t> which converts weak/base learner to strong learners in series.</a:t>
            </a:r>
          </a:p>
          <a:p>
            <a:pPr marL="0" lvl="2">
              <a:spcBef>
                <a:spcPts val="0"/>
              </a:spcBef>
              <a:buFont typeface="Arial" panose="020B0604020202020204" pitchFamily="34" charset="0"/>
              <a:buChar char="•"/>
            </a:pPr>
            <a:r>
              <a:rPr lang="en-US" altLang="en-US" sz="2200" dirty="0"/>
              <a:t> </a:t>
            </a:r>
            <a:r>
              <a:rPr lang="en-US" altLang="en-US" sz="2200" dirty="0">
                <a:solidFill>
                  <a:srgbClr val="FF0000"/>
                </a:solidFill>
              </a:rPr>
              <a:t>Step 1</a:t>
            </a:r>
            <a:r>
              <a:rPr lang="en-US" altLang="en-US" sz="2200" dirty="0"/>
              <a:t>:  The base learner takes all the distributions and assign equal weight/attention to each observation/sample.</a:t>
            </a:r>
          </a:p>
          <a:p>
            <a:pPr marL="0" lvl="2">
              <a:spcBef>
                <a:spcPts val="0"/>
              </a:spcBef>
              <a:buFont typeface="Arial" panose="020B0604020202020204" pitchFamily="34" charset="0"/>
              <a:buChar char="•"/>
            </a:pPr>
            <a:r>
              <a:rPr lang="en-US" altLang="en-US" sz="2200" dirty="0"/>
              <a:t> </a:t>
            </a:r>
            <a:r>
              <a:rPr lang="en-US" altLang="en-US" sz="2200" dirty="0">
                <a:solidFill>
                  <a:srgbClr val="FF0000"/>
                </a:solidFill>
              </a:rPr>
              <a:t>Step 2</a:t>
            </a:r>
            <a:r>
              <a:rPr lang="en-US" altLang="en-US" sz="2200" dirty="0"/>
              <a:t>: If there is any prediction error caused by first base learning algorithm, then we pay </a:t>
            </a:r>
            <a:r>
              <a:rPr lang="en-US" altLang="en-US" sz="2200" dirty="0">
                <a:solidFill>
                  <a:srgbClr val="FF0000"/>
                </a:solidFill>
              </a:rPr>
              <a:t>higher attention/weight to observations having prediction error</a:t>
            </a:r>
            <a:r>
              <a:rPr lang="en-US" altLang="en-US" sz="2200" dirty="0"/>
              <a:t>. Then, we apply the next base learning algorithm. S</a:t>
            </a:r>
            <a:r>
              <a:rPr lang="en-US" sz="2200" b="0" i="0" dirty="0">
                <a:effectLst/>
              </a:rPr>
              <a:t>econd model/step is built which tries to correct the errors present in the first model.</a:t>
            </a:r>
            <a:endParaRPr lang="en-US" altLang="en-US" sz="2200" dirty="0"/>
          </a:p>
          <a:p>
            <a:pPr marL="0" lvl="2">
              <a:spcBef>
                <a:spcPts val="0"/>
              </a:spcBef>
              <a:buFont typeface="Arial" panose="020B0604020202020204" pitchFamily="34" charset="0"/>
              <a:buChar char="•"/>
            </a:pPr>
            <a:r>
              <a:rPr lang="en-US" altLang="en-US" sz="2200" dirty="0"/>
              <a:t> </a:t>
            </a:r>
            <a:r>
              <a:rPr lang="en-US" altLang="en-US" sz="2200" dirty="0">
                <a:solidFill>
                  <a:srgbClr val="FF0000"/>
                </a:solidFill>
              </a:rPr>
              <a:t>Step 3</a:t>
            </a:r>
            <a:r>
              <a:rPr lang="en-US" altLang="en-US" sz="2200" dirty="0"/>
              <a:t>: Iterate Step 2 till the limit of base learning algorithm is reached or higher accuracy is achieved. Complete training dataset is predicted correctly or the maximum number of models are added</a:t>
            </a:r>
          </a:p>
          <a:p>
            <a:pPr marL="0" lvl="2">
              <a:spcBef>
                <a:spcPts val="0"/>
              </a:spcBef>
              <a:buFont typeface="Arial" panose="020B0604020202020204" pitchFamily="34" charset="0"/>
              <a:buChar char="•"/>
            </a:pPr>
            <a:r>
              <a:rPr lang="en-US" altLang="en-US" sz="2200" dirty="0"/>
              <a:t> Finally, it combines the outputs from weak learner and creates  a strong learner which eventually improves the prediction power of the model. Boosting pays higher focus on examples which are misclassiﬁed or have higher errors by preceding weak rules.</a:t>
            </a:r>
          </a:p>
        </p:txBody>
      </p:sp>
      <p:sp>
        <p:nvSpPr>
          <p:cNvPr id="6" name="Slide Number Placeholder 5">
            <a:extLst>
              <a:ext uri="{FF2B5EF4-FFF2-40B4-BE49-F238E27FC236}">
                <a16:creationId xmlns:a16="http://schemas.microsoft.com/office/drawing/2014/main" id="{3E436A0A-1193-5241-AF16-45F810F577A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11</a:t>
            </a:fld>
            <a:endParaRPr lang="en-US" altLang="en-US" sz="1200">
              <a:solidFill>
                <a:srgbClr val="898989"/>
              </a:solidFill>
            </a:endParaRPr>
          </a:p>
        </p:txBody>
      </p:sp>
    </p:spTree>
    <p:extLst>
      <p:ext uri="{BB962C8B-B14F-4D97-AF65-F5344CB8AC3E}">
        <p14:creationId xmlns:p14="http://schemas.microsoft.com/office/powerpoint/2010/main" val="37502911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p:txBody>
          <a:bodyPr/>
          <a:lstStyle/>
          <a:p>
            <a:r>
              <a:rPr lang="en-US" altLang="en-US" dirty="0"/>
              <a:t>Boosting Algorithms</a:t>
            </a:r>
          </a:p>
        </p:txBody>
      </p:sp>
      <p:sp>
        <p:nvSpPr>
          <p:cNvPr id="31747" name="Content Placeholder 2">
            <a:extLst>
              <a:ext uri="{FF2B5EF4-FFF2-40B4-BE49-F238E27FC236}">
                <a16:creationId xmlns:a16="http://schemas.microsoft.com/office/drawing/2014/main" id="{91EF8DD4-94FA-4330-9CFB-812BDA66C0AD}"/>
              </a:ext>
            </a:extLst>
          </p:cNvPr>
          <p:cNvSpPr>
            <a:spLocks noGrp="1" noChangeArrowheads="1"/>
          </p:cNvSpPr>
          <p:nvPr>
            <p:ph idx="1"/>
          </p:nvPr>
        </p:nvSpPr>
        <p:spPr>
          <a:xfrm>
            <a:off x="0" y="1143000"/>
            <a:ext cx="9144000" cy="5715000"/>
          </a:xfrm>
        </p:spPr>
        <p:txBody>
          <a:bodyPr/>
          <a:lstStyle/>
          <a:p>
            <a:pPr marL="0" lvl="2">
              <a:spcBef>
                <a:spcPts val="0"/>
              </a:spcBef>
              <a:buFont typeface="Arial" panose="020B0604020202020204" pitchFamily="34" charset="0"/>
              <a:buChar char="•"/>
            </a:pPr>
            <a:r>
              <a:rPr lang="en-US" altLang="en-US" sz="2300" dirty="0"/>
              <a:t> Improved Accuracy – Boosting can improve the accuracy of the model by combining several weak models’ accuracies and averaging them for regression or voting over them for classification to increase the accuracy of the final model. </a:t>
            </a:r>
          </a:p>
          <a:p>
            <a:pPr marL="0" lvl="2">
              <a:spcBef>
                <a:spcPts val="0"/>
              </a:spcBef>
              <a:buFont typeface="Arial" panose="020B0604020202020204" pitchFamily="34" charset="0"/>
              <a:buChar char="•"/>
            </a:pPr>
            <a:r>
              <a:rPr lang="en-US" altLang="en-US" sz="2300" dirty="0"/>
              <a:t> Robustness to Overfitting – Boosting can reduce the risk of overfitting by reweighting the inputs that are classified wrongly. </a:t>
            </a:r>
          </a:p>
          <a:p>
            <a:pPr marL="0" lvl="2">
              <a:spcBef>
                <a:spcPts val="0"/>
              </a:spcBef>
              <a:buFont typeface="Arial" panose="020B0604020202020204" pitchFamily="34" charset="0"/>
              <a:buChar char="•"/>
            </a:pPr>
            <a:r>
              <a:rPr lang="en-US" altLang="en-US" sz="2300" dirty="0"/>
              <a:t> Better handling of imbalanced data – Boosting can handle the imbalance data by focusing more on the data points that are misclassified </a:t>
            </a:r>
          </a:p>
          <a:p>
            <a:pPr marL="0" lvl="2">
              <a:spcBef>
                <a:spcPts val="0"/>
              </a:spcBef>
              <a:buFont typeface="Arial" panose="020B0604020202020204" pitchFamily="34" charset="0"/>
              <a:buChar char="•"/>
            </a:pPr>
            <a:r>
              <a:rPr lang="en-US" altLang="en-US" sz="2300" dirty="0"/>
              <a:t> Better Interpretability – Boosting can increase the interpretability of the model by breaking the model decision process into multiple processes. </a:t>
            </a:r>
          </a:p>
          <a:p>
            <a:pPr marL="457200" lvl="2" indent="-457200">
              <a:spcBef>
                <a:spcPts val="0"/>
              </a:spcBef>
              <a:buFont typeface="+mj-lt"/>
              <a:buAutoNum type="arabicPeriod"/>
            </a:pPr>
            <a:r>
              <a:rPr lang="en-US" altLang="en-US" sz="2300" dirty="0"/>
              <a:t> AdaBoost (Adaptive Boosting)</a:t>
            </a:r>
          </a:p>
          <a:p>
            <a:pPr marL="457200" lvl="2" indent="-457200">
              <a:spcBef>
                <a:spcPts val="0"/>
              </a:spcBef>
              <a:buFont typeface="+mj-lt"/>
              <a:buAutoNum type="arabicPeriod"/>
            </a:pPr>
            <a:r>
              <a:rPr lang="en-US" altLang="en-US" sz="2300" dirty="0"/>
              <a:t>Gradient Tree Boosting</a:t>
            </a:r>
          </a:p>
          <a:p>
            <a:pPr marL="457200" lvl="2" indent="-457200">
              <a:spcBef>
                <a:spcPts val="0"/>
              </a:spcBef>
              <a:buFont typeface="+mj-lt"/>
              <a:buAutoNum type="arabicPeriod"/>
            </a:pPr>
            <a:r>
              <a:rPr lang="en-US" altLang="en-US" sz="2300" dirty="0" err="1"/>
              <a:t>XGBoost</a:t>
            </a:r>
            <a:endParaRPr lang="en-US" altLang="en-US" sz="2300" dirty="0"/>
          </a:p>
        </p:txBody>
      </p:sp>
      <p:sp>
        <p:nvSpPr>
          <p:cNvPr id="6" name="Slide Number Placeholder 5">
            <a:extLst>
              <a:ext uri="{FF2B5EF4-FFF2-40B4-BE49-F238E27FC236}">
                <a16:creationId xmlns:a16="http://schemas.microsoft.com/office/drawing/2014/main" id="{3E436A0A-1193-5241-AF16-45F810F577A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12</a:t>
            </a:fld>
            <a:endParaRPr lang="en-US" altLang="en-US" sz="1200">
              <a:solidFill>
                <a:srgbClr val="898989"/>
              </a:solidFill>
            </a:endParaRPr>
          </a:p>
        </p:txBody>
      </p:sp>
    </p:spTree>
    <p:extLst>
      <p:ext uri="{BB962C8B-B14F-4D97-AF65-F5344CB8AC3E}">
        <p14:creationId xmlns:p14="http://schemas.microsoft.com/office/powerpoint/2010/main" val="14385712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5B826B1C-E191-4B17-94A4-204D7E95AB57}"/>
              </a:ext>
            </a:extLst>
          </p:cNvPr>
          <p:cNvSpPr>
            <a:spLocks noGrp="1" noChangeArrowheads="1"/>
          </p:cNvSpPr>
          <p:nvPr>
            <p:ph type="title"/>
          </p:nvPr>
        </p:nvSpPr>
        <p:spPr>
          <a:xfrm>
            <a:off x="0" y="152400"/>
            <a:ext cx="9144000" cy="533400"/>
          </a:xfrm>
        </p:spPr>
        <p:txBody>
          <a:bodyPr/>
          <a:lstStyle/>
          <a:p>
            <a:r>
              <a:rPr lang="en-US" altLang="en-US" dirty="0"/>
              <a:t>Approach of Ensemble Learning (Boosting)</a:t>
            </a:r>
          </a:p>
        </p:txBody>
      </p:sp>
      <p:sp>
        <p:nvSpPr>
          <p:cNvPr id="4" name="Slide Number Placeholder 3">
            <a:extLst>
              <a:ext uri="{FF2B5EF4-FFF2-40B4-BE49-F238E27FC236}">
                <a16:creationId xmlns:a16="http://schemas.microsoft.com/office/drawing/2014/main" id="{31C31BB9-0B09-3E45-8A78-215A73C88CF4}"/>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03FEEB28-D8D0-419C-A557-95DAE5454D07}" type="slidenum">
              <a:rPr lang="en-US" altLang="en-US" sz="1200">
                <a:solidFill>
                  <a:srgbClr val="898989"/>
                </a:solidFill>
              </a:rPr>
              <a:pPr/>
              <a:t>13</a:t>
            </a:fld>
            <a:endParaRPr lang="en-US" altLang="en-US" sz="1200">
              <a:solidFill>
                <a:srgbClr val="898989"/>
              </a:solidFill>
            </a:endParaRPr>
          </a:p>
        </p:txBody>
      </p:sp>
      <p:pic>
        <p:nvPicPr>
          <p:cNvPr id="13316" name="Picture 6">
            <a:extLst>
              <a:ext uri="{FF2B5EF4-FFF2-40B4-BE49-F238E27FC236}">
                <a16:creationId xmlns:a16="http://schemas.microsoft.com/office/drawing/2014/main" id="{9A257B3B-C337-4D47-8C42-FB02E31D4A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p:blipFill>
        <p:spPr bwMode="auto">
          <a:xfrm>
            <a:off x="1066800" y="990600"/>
            <a:ext cx="4337639"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97768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p:txBody>
          <a:bodyPr/>
          <a:lstStyle/>
          <a:p>
            <a:r>
              <a:rPr lang="en-US" altLang="en-US" dirty="0"/>
              <a:t>Boosting Hyperparameters</a:t>
            </a:r>
          </a:p>
        </p:txBody>
      </p:sp>
      <mc:AlternateContent xmlns:mc="http://schemas.openxmlformats.org/markup-compatibility/2006" xmlns:a14="http://schemas.microsoft.com/office/drawing/2010/main">
        <mc:Choice Requires="a14">
          <p:sp>
            <p:nvSpPr>
              <p:cNvPr id="31747" name="Content Placeholder 2">
                <a:extLst>
                  <a:ext uri="{FF2B5EF4-FFF2-40B4-BE49-F238E27FC236}">
                    <a16:creationId xmlns:a16="http://schemas.microsoft.com/office/drawing/2014/main" id="{91EF8DD4-94FA-4330-9CFB-812BDA66C0AD}"/>
                  </a:ext>
                </a:extLst>
              </p:cNvPr>
              <p:cNvSpPr>
                <a:spLocks noGrp="1" noChangeArrowheads="1"/>
              </p:cNvSpPr>
              <p:nvPr>
                <p:ph idx="1"/>
              </p:nvPr>
            </p:nvSpPr>
            <p:spPr>
              <a:xfrm>
                <a:off x="0" y="1143000"/>
                <a:ext cx="9144000" cy="5715000"/>
              </a:xfrm>
            </p:spPr>
            <p:txBody>
              <a:bodyPr/>
              <a:lstStyle/>
              <a:p>
                <a:pPr lvl="1">
                  <a:spcBef>
                    <a:spcPts val="0"/>
                  </a:spcBef>
                </a:pPr>
                <a:r>
                  <a:rPr lang="en-US" altLang="en-US" dirty="0">
                    <a:solidFill>
                      <a:srgbClr val="FF0000"/>
                    </a:solidFill>
                  </a:rPr>
                  <a:t>estimators</a:t>
                </a:r>
                <a:r>
                  <a:rPr lang="en-US" altLang="en-US" dirty="0"/>
                  <a:t>: The base estimator from which the boosted ensemble is built. default= Decision Tree with </a:t>
                </a:r>
                <a:r>
                  <a:rPr lang="en-US" altLang="en-US" dirty="0" err="1"/>
                  <a:t>max_depth</a:t>
                </a:r>
                <a:r>
                  <a:rPr lang="en-US" altLang="en-US" dirty="0"/>
                  <a:t>=1 (Decision Stump)</a:t>
                </a:r>
              </a:p>
              <a:p>
                <a:pPr lvl="1">
                  <a:spcBef>
                    <a:spcPts val="0"/>
                  </a:spcBef>
                </a:pPr>
                <a:r>
                  <a:rPr lang="en-US" altLang="en-US" dirty="0">
                    <a:solidFill>
                      <a:srgbClr val="FF0000"/>
                    </a:solidFill>
                  </a:rPr>
                  <a:t># of estimators: </a:t>
                </a:r>
                <a:r>
                  <a:rPr lang="en-US" altLang="en-US" dirty="0"/>
                  <a:t>maximum number of estimators at which boosting is terminated. In case of perfect fit, the learning procedure is stopped early</a:t>
                </a:r>
              </a:p>
              <a:p>
                <a:pPr lvl="1">
                  <a:spcBef>
                    <a:spcPts val="0"/>
                  </a:spcBef>
                </a:pPr>
                <a:r>
                  <a:rPr lang="en-US" altLang="en-US" dirty="0" err="1">
                    <a:solidFill>
                      <a:srgbClr val="FF0000"/>
                    </a:solidFill>
                  </a:rPr>
                  <a:t>max_samples</a:t>
                </a:r>
                <a:r>
                  <a:rPr lang="en-US" altLang="en-US" dirty="0"/>
                  <a:t>: The number of samples to draw from </a:t>
                </a:r>
                <a14:m>
                  <m:oMath xmlns:m="http://schemas.openxmlformats.org/officeDocument/2006/math">
                    <m:r>
                      <a:rPr lang="en-US" altLang="en-US" i="1" dirty="0" smtClean="0">
                        <a:latin typeface="Cambria Math" panose="02040503050406030204" pitchFamily="18" charset="0"/>
                      </a:rPr>
                      <m:t>𝑋</m:t>
                    </m:r>
                  </m:oMath>
                </a14:m>
                <a:r>
                  <a:rPr lang="en-US" altLang="en-US" dirty="0"/>
                  <a:t> to train each base estimator</a:t>
                </a:r>
              </a:p>
              <a:p>
                <a:pPr lvl="1">
                  <a:spcBef>
                    <a:spcPts val="0"/>
                  </a:spcBef>
                </a:pPr>
                <a:r>
                  <a:rPr lang="en-US" altLang="en-US" dirty="0">
                    <a:solidFill>
                      <a:srgbClr val="FF0000"/>
                    </a:solidFill>
                  </a:rPr>
                  <a:t>Algorithm: </a:t>
                </a:r>
                <a:r>
                  <a:rPr lang="en-US" altLang="en-US" dirty="0"/>
                  <a:t>{‘SAMME’, ‘SAMME.R’}, default=’SAMME.R’.</a:t>
                </a:r>
              </a:p>
            </p:txBody>
          </p:sp>
        </mc:Choice>
        <mc:Fallback xmlns="">
          <p:sp>
            <p:nvSpPr>
              <p:cNvPr id="31747" name="Content Placeholder 2">
                <a:extLst>
                  <a:ext uri="{FF2B5EF4-FFF2-40B4-BE49-F238E27FC236}">
                    <a16:creationId xmlns:a16="http://schemas.microsoft.com/office/drawing/2014/main" id="{91EF8DD4-94FA-4330-9CFB-812BDA66C0AD}"/>
                  </a:ext>
                </a:extLst>
              </p:cNvPr>
              <p:cNvSpPr>
                <a:spLocks noGrp="1" noRot="1" noChangeAspect="1" noMove="1" noResize="1" noEditPoints="1" noAdjustHandles="1" noChangeArrowheads="1" noChangeShapeType="1" noTextEdit="1"/>
              </p:cNvSpPr>
              <p:nvPr>
                <p:ph idx="1"/>
              </p:nvPr>
            </p:nvSpPr>
            <p:spPr>
              <a:xfrm>
                <a:off x="0" y="1143000"/>
                <a:ext cx="9144000" cy="5715000"/>
              </a:xfrm>
              <a:blipFill>
                <a:blip r:embed="rId2"/>
                <a:stretch>
                  <a:fillRect t="-1174"/>
                </a:stretch>
              </a:blipFill>
            </p:spPr>
            <p:txBody>
              <a:bodyPr/>
              <a:lstStyle/>
              <a:p>
                <a:r>
                  <a:rPr lang="en-US">
                    <a:noFill/>
                  </a:rPr>
                  <a:t> </a:t>
                </a:r>
              </a:p>
            </p:txBody>
          </p:sp>
        </mc:Fallback>
      </mc:AlternateContent>
      <p:sp>
        <p:nvSpPr>
          <p:cNvPr id="6" name="Slide Number Placeholder 5">
            <a:extLst>
              <a:ext uri="{FF2B5EF4-FFF2-40B4-BE49-F238E27FC236}">
                <a16:creationId xmlns:a16="http://schemas.microsoft.com/office/drawing/2014/main" id="{3E436A0A-1193-5241-AF16-45F810F577A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14</a:t>
            </a:fld>
            <a:endParaRPr lang="en-US" altLang="en-US" sz="1200">
              <a:solidFill>
                <a:srgbClr val="898989"/>
              </a:solidFill>
            </a:endParaRPr>
          </a:p>
        </p:txBody>
      </p:sp>
    </p:spTree>
    <p:extLst>
      <p:ext uri="{BB962C8B-B14F-4D97-AF65-F5344CB8AC3E}">
        <p14:creationId xmlns:p14="http://schemas.microsoft.com/office/powerpoint/2010/main" val="31631442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p:txBody>
          <a:bodyPr/>
          <a:lstStyle/>
          <a:p>
            <a:r>
              <a:rPr lang="en-US" altLang="en-US" dirty="0"/>
              <a:t>Stacking and Blending Ensemble</a:t>
            </a:r>
          </a:p>
        </p:txBody>
      </p:sp>
      <p:sp>
        <p:nvSpPr>
          <p:cNvPr id="31747" name="Content Placeholder 2">
            <a:extLst>
              <a:ext uri="{FF2B5EF4-FFF2-40B4-BE49-F238E27FC236}">
                <a16:creationId xmlns:a16="http://schemas.microsoft.com/office/drawing/2014/main" id="{91EF8DD4-94FA-4330-9CFB-812BDA66C0AD}"/>
              </a:ext>
            </a:extLst>
          </p:cNvPr>
          <p:cNvSpPr>
            <a:spLocks noGrp="1" noChangeArrowheads="1"/>
          </p:cNvSpPr>
          <p:nvPr>
            <p:ph idx="1"/>
          </p:nvPr>
        </p:nvSpPr>
        <p:spPr>
          <a:xfrm>
            <a:off x="0" y="990600"/>
            <a:ext cx="9144000" cy="5867400"/>
          </a:xfrm>
        </p:spPr>
        <p:txBody>
          <a:bodyPr/>
          <a:lstStyle/>
          <a:p>
            <a:pPr lvl="1">
              <a:spcBef>
                <a:spcPts val="0"/>
              </a:spcBef>
            </a:pPr>
            <a:r>
              <a:rPr lang="en-US" altLang="en-US" sz="2100" dirty="0"/>
              <a:t>Heterogeneous base/weak learners</a:t>
            </a:r>
          </a:p>
          <a:p>
            <a:pPr lvl="1">
              <a:spcBef>
                <a:spcPts val="0"/>
              </a:spcBef>
            </a:pPr>
            <a:r>
              <a:rPr lang="en-US" altLang="en-US" sz="2100" dirty="0"/>
              <a:t>Intermediate meta model from predictions of base</a:t>
            </a:r>
          </a:p>
          <a:p>
            <a:pPr lvl="1">
              <a:spcBef>
                <a:spcPts val="0"/>
              </a:spcBef>
            </a:pPr>
            <a:r>
              <a:rPr lang="en-US" altLang="en-US" sz="2100" dirty="0"/>
              <a:t>Train set is split into training and validation sets.</a:t>
            </a:r>
          </a:p>
          <a:p>
            <a:pPr lvl="1">
              <a:spcBef>
                <a:spcPts val="0"/>
              </a:spcBef>
            </a:pPr>
            <a:r>
              <a:rPr lang="en-US" altLang="en-US" sz="2100" dirty="0"/>
              <a:t>We train the base models on the training set.</a:t>
            </a:r>
          </a:p>
          <a:p>
            <a:pPr lvl="1">
              <a:spcBef>
                <a:spcPts val="0"/>
              </a:spcBef>
            </a:pPr>
            <a:r>
              <a:rPr lang="en-US" altLang="en-US" sz="2100" dirty="0"/>
              <a:t>We make predictions only on the validation set.</a:t>
            </a:r>
          </a:p>
          <a:p>
            <a:pPr lvl="1">
              <a:spcBef>
                <a:spcPts val="0"/>
              </a:spcBef>
            </a:pPr>
            <a:r>
              <a:rPr lang="en-US" altLang="en-US" sz="2100" dirty="0"/>
              <a:t>The validation predictions are used as features to build a new model.</a:t>
            </a:r>
          </a:p>
          <a:p>
            <a:pPr lvl="1">
              <a:spcBef>
                <a:spcPts val="0"/>
              </a:spcBef>
            </a:pPr>
            <a:r>
              <a:rPr lang="en-US" altLang="en-US" sz="2100" dirty="0"/>
              <a:t>Output of base learners are used to create a new dataset and meta learner</a:t>
            </a:r>
          </a:p>
          <a:p>
            <a:pPr lvl="1">
              <a:spcBef>
                <a:spcPts val="0"/>
              </a:spcBef>
            </a:pPr>
            <a:r>
              <a:rPr lang="en-US" altLang="en-US" sz="2100" dirty="0"/>
              <a:t>This model is used to make final predictions on the test set using the prediction values as features.</a:t>
            </a:r>
          </a:p>
          <a:p>
            <a:pPr lvl="1">
              <a:spcBef>
                <a:spcPts val="0"/>
              </a:spcBef>
            </a:pPr>
            <a:r>
              <a:rPr lang="en-US" altLang="en-US" sz="2100" dirty="0">
                <a:solidFill>
                  <a:srgbClr val="FF0000"/>
                </a:solidFill>
              </a:rPr>
              <a:t>Step 1: Split the custom dataset into training, validation and test. Step 2: Train the multiple base models with the training samples.</a:t>
            </a:r>
          </a:p>
          <a:p>
            <a:pPr lvl="1">
              <a:spcBef>
                <a:spcPts val="0"/>
              </a:spcBef>
            </a:pPr>
            <a:r>
              <a:rPr lang="en-US" altLang="en-US" sz="2100" dirty="0">
                <a:solidFill>
                  <a:srgbClr val="FF0000"/>
                </a:solidFill>
              </a:rPr>
              <a:t>Step 3: Generate the new dataset from predictions of base models with validation samples.</a:t>
            </a:r>
          </a:p>
          <a:p>
            <a:pPr lvl="1">
              <a:spcBef>
                <a:spcPts val="0"/>
              </a:spcBef>
            </a:pPr>
            <a:r>
              <a:rPr lang="en-US" altLang="en-US" sz="2100" dirty="0">
                <a:solidFill>
                  <a:srgbClr val="FF0000"/>
                </a:solidFill>
              </a:rPr>
              <a:t>Step 4: Train the meta model with the new dataset</a:t>
            </a:r>
            <a:r>
              <a:rPr lang="en-US" altLang="en-US" sz="2100" dirty="0"/>
              <a:t>.</a:t>
            </a:r>
          </a:p>
        </p:txBody>
      </p:sp>
      <p:sp>
        <p:nvSpPr>
          <p:cNvPr id="6" name="Slide Number Placeholder 5">
            <a:extLst>
              <a:ext uri="{FF2B5EF4-FFF2-40B4-BE49-F238E27FC236}">
                <a16:creationId xmlns:a16="http://schemas.microsoft.com/office/drawing/2014/main" id="{3E436A0A-1193-5241-AF16-45F810F577A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15</a:t>
            </a:fld>
            <a:endParaRPr lang="en-US" altLang="en-US" sz="1200">
              <a:solidFill>
                <a:srgbClr val="898989"/>
              </a:solidFill>
            </a:endParaRPr>
          </a:p>
        </p:txBody>
      </p:sp>
    </p:spTree>
    <p:extLst>
      <p:ext uri="{BB962C8B-B14F-4D97-AF65-F5344CB8AC3E}">
        <p14:creationId xmlns:p14="http://schemas.microsoft.com/office/powerpoint/2010/main" val="4269846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p:txBody>
          <a:bodyPr/>
          <a:lstStyle/>
          <a:p>
            <a:r>
              <a:rPr lang="en-US" altLang="en-US" dirty="0"/>
              <a:t>Stacking and Blending Ensemble</a:t>
            </a:r>
          </a:p>
        </p:txBody>
      </p:sp>
      <p:pic>
        <p:nvPicPr>
          <p:cNvPr id="3" name="Content Placeholder 2" descr="A diagram of a model&#10;&#10;Description automatically generated">
            <a:extLst>
              <a:ext uri="{FF2B5EF4-FFF2-40B4-BE49-F238E27FC236}">
                <a16:creationId xmlns:a16="http://schemas.microsoft.com/office/drawing/2014/main" id="{945ACE81-A129-DBDB-356C-6478E15EF2D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252" y="990600"/>
            <a:ext cx="9144000" cy="3990782"/>
          </a:xfrm>
        </p:spPr>
      </p:pic>
      <p:sp>
        <p:nvSpPr>
          <p:cNvPr id="6" name="Slide Number Placeholder 5">
            <a:extLst>
              <a:ext uri="{FF2B5EF4-FFF2-40B4-BE49-F238E27FC236}">
                <a16:creationId xmlns:a16="http://schemas.microsoft.com/office/drawing/2014/main" id="{3E436A0A-1193-5241-AF16-45F810F577A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16</a:t>
            </a:fld>
            <a:endParaRPr lang="en-US" altLang="en-US" sz="1200">
              <a:solidFill>
                <a:srgbClr val="898989"/>
              </a:solidFill>
            </a:endParaRPr>
          </a:p>
        </p:txBody>
      </p:sp>
      <p:sp>
        <p:nvSpPr>
          <p:cNvPr id="5" name="TextBox 4">
            <a:extLst>
              <a:ext uri="{FF2B5EF4-FFF2-40B4-BE49-F238E27FC236}">
                <a16:creationId xmlns:a16="http://schemas.microsoft.com/office/drawing/2014/main" id="{7FD7BCA0-7573-CAEA-1B42-1EE79F9964C6}"/>
              </a:ext>
            </a:extLst>
          </p:cNvPr>
          <p:cNvSpPr txBox="1"/>
          <p:nvPr/>
        </p:nvSpPr>
        <p:spPr>
          <a:xfrm>
            <a:off x="0" y="4659782"/>
            <a:ext cx="9125338" cy="2246769"/>
          </a:xfrm>
          <a:prstGeom prst="rect">
            <a:avLst/>
          </a:prstGeom>
          <a:noFill/>
        </p:spPr>
        <p:txBody>
          <a:bodyPr wrap="square">
            <a:spAutoFit/>
          </a:bodyPr>
          <a:lstStyle/>
          <a:p>
            <a:r>
              <a:rPr lang="en-US" sz="2800" b="0" i="0" dirty="0">
                <a:solidFill>
                  <a:srgbClr val="444444"/>
                </a:solidFill>
                <a:effectLst/>
                <a:highlight>
                  <a:srgbClr val="FFFFFF"/>
                </a:highlight>
                <a:latin typeface="+mn-lt"/>
              </a:rPr>
              <a:t>The difference between stacking and blending is that </a:t>
            </a:r>
            <a:r>
              <a:rPr lang="en-US" sz="2800" b="0" i="0" dirty="0">
                <a:solidFill>
                  <a:srgbClr val="FF0000"/>
                </a:solidFill>
                <a:effectLst/>
                <a:highlight>
                  <a:srgbClr val="FFFFFF"/>
                </a:highlight>
                <a:latin typeface="+mn-lt"/>
              </a:rPr>
              <a:t>Stacking uses out-of-k-fold </a:t>
            </a:r>
            <a:r>
              <a:rPr lang="en-US" sz="2800" b="0" i="0" dirty="0">
                <a:solidFill>
                  <a:srgbClr val="444444"/>
                </a:solidFill>
                <a:effectLst/>
                <a:highlight>
                  <a:srgbClr val="FFFFFF"/>
                </a:highlight>
                <a:latin typeface="+mn-lt"/>
              </a:rPr>
              <a:t>predictions for the train set of the next layer (i.e., meta-model), and </a:t>
            </a:r>
            <a:r>
              <a:rPr lang="en-US" sz="2800" b="0" i="0" dirty="0">
                <a:solidFill>
                  <a:srgbClr val="FF0000"/>
                </a:solidFill>
                <a:effectLst/>
                <a:highlight>
                  <a:srgbClr val="FFFFFF"/>
                </a:highlight>
                <a:latin typeface="+mn-lt"/>
              </a:rPr>
              <a:t>Blending uses a </a:t>
            </a:r>
            <a:r>
              <a:rPr lang="en-US" sz="2800" b="0" i="0">
                <a:solidFill>
                  <a:srgbClr val="FF0000"/>
                </a:solidFill>
                <a:effectLst/>
                <a:highlight>
                  <a:srgbClr val="FFFFFF"/>
                </a:highlight>
                <a:latin typeface="+mn-lt"/>
              </a:rPr>
              <a:t>hold out validation </a:t>
            </a:r>
            <a:r>
              <a:rPr lang="en-US" sz="2800" b="0" i="0" dirty="0">
                <a:solidFill>
                  <a:srgbClr val="FF0000"/>
                </a:solidFill>
                <a:effectLst/>
                <a:highlight>
                  <a:srgbClr val="FFFFFF"/>
                </a:highlight>
                <a:latin typeface="+mn-lt"/>
              </a:rPr>
              <a:t>set</a:t>
            </a:r>
            <a:r>
              <a:rPr lang="en-US" sz="2800" b="0" i="0" dirty="0">
                <a:solidFill>
                  <a:srgbClr val="444444"/>
                </a:solidFill>
                <a:effectLst/>
                <a:highlight>
                  <a:srgbClr val="FFFFFF"/>
                </a:highlight>
                <a:latin typeface="+mn-lt"/>
              </a:rPr>
              <a:t> (let’s say, 10-15% of the training set) to train the next layer</a:t>
            </a:r>
            <a:endParaRPr lang="en-US" sz="2800" dirty="0">
              <a:latin typeface="+mn-lt"/>
            </a:endParaRPr>
          </a:p>
        </p:txBody>
      </p:sp>
    </p:spTree>
    <p:extLst>
      <p:ext uri="{BB962C8B-B14F-4D97-AF65-F5344CB8AC3E}">
        <p14:creationId xmlns:p14="http://schemas.microsoft.com/office/powerpoint/2010/main" val="2774945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a:extLst>
              <a:ext uri="{FF2B5EF4-FFF2-40B4-BE49-F238E27FC236}">
                <a16:creationId xmlns:a16="http://schemas.microsoft.com/office/drawing/2014/main" id="{A1AB855A-B489-4AA1-B112-72D0BC8C3F16}"/>
              </a:ext>
            </a:extLst>
          </p:cNvPr>
          <p:cNvSpPr>
            <a:spLocks noGrp="1" noChangeArrowheads="1"/>
          </p:cNvSpPr>
          <p:nvPr>
            <p:ph type="title"/>
          </p:nvPr>
        </p:nvSpPr>
        <p:spPr>
          <a:xfrm>
            <a:off x="381000" y="152400"/>
            <a:ext cx="8744338" cy="533400"/>
          </a:xfrm>
        </p:spPr>
        <p:txBody>
          <a:bodyPr/>
          <a:lstStyle/>
          <a:p>
            <a:r>
              <a:rPr lang="en-US" altLang="en-US" dirty="0"/>
              <a:t>Stacking and Blending hyperparameters</a:t>
            </a:r>
          </a:p>
        </p:txBody>
      </p:sp>
      <p:sp>
        <p:nvSpPr>
          <p:cNvPr id="6" name="Slide Number Placeholder 5">
            <a:extLst>
              <a:ext uri="{FF2B5EF4-FFF2-40B4-BE49-F238E27FC236}">
                <a16:creationId xmlns:a16="http://schemas.microsoft.com/office/drawing/2014/main" id="{3E436A0A-1193-5241-AF16-45F810F577A5}"/>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17</a:t>
            </a:fld>
            <a:endParaRPr lang="en-US" altLang="en-US" sz="1200">
              <a:solidFill>
                <a:srgbClr val="898989"/>
              </a:solidFill>
            </a:endParaRPr>
          </a:p>
        </p:txBody>
      </p:sp>
      <p:sp>
        <p:nvSpPr>
          <p:cNvPr id="2" name="Content Placeholder 1">
            <a:extLst>
              <a:ext uri="{FF2B5EF4-FFF2-40B4-BE49-F238E27FC236}">
                <a16:creationId xmlns:a16="http://schemas.microsoft.com/office/drawing/2014/main" id="{6886014D-1211-0601-CAC2-14E2F35FE4DF}"/>
              </a:ext>
            </a:extLst>
          </p:cNvPr>
          <p:cNvSpPr>
            <a:spLocks noGrp="1"/>
          </p:cNvSpPr>
          <p:nvPr>
            <p:ph idx="1"/>
          </p:nvPr>
        </p:nvSpPr>
        <p:spPr>
          <a:xfrm>
            <a:off x="-14676" y="1143000"/>
            <a:ext cx="9140013" cy="5715000"/>
          </a:xfrm>
        </p:spPr>
        <p:txBody>
          <a:bodyPr/>
          <a:lstStyle/>
          <a:p>
            <a:pPr marL="514350" indent="-514350">
              <a:buFont typeface="+mj-lt"/>
              <a:buAutoNum type="arabicPeriod"/>
            </a:pPr>
            <a:r>
              <a:rPr lang="en-US" dirty="0"/>
              <a:t>Estimators: Base models</a:t>
            </a:r>
          </a:p>
          <a:p>
            <a:pPr marL="514350" indent="-514350">
              <a:buFont typeface="+mj-lt"/>
              <a:buAutoNum type="arabicPeriod"/>
            </a:pPr>
            <a:r>
              <a:rPr lang="en-US" dirty="0" err="1"/>
              <a:t>final_estimator</a:t>
            </a:r>
            <a:r>
              <a:rPr lang="en-US" dirty="0"/>
              <a:t>: Meta model</a:t>
            </a:r>
          </a:p>
          <a:p>
            <a:pPr marL="514350" indent="-514350">
              <a:buFont typeface="+mj-lt"/>
              <a:buAutoNum type="arabicPeriod"/>
            </a:pPr>
            <a:r>
              <a:rPr lang="en-US" dirty="0"/>
              <a:t>CV: Number of folds</a:t>
            </a:r>
          </a:p>
          <a:p>
            <a:pPr marL="514350" indent="-514350">
              <a:buFont typeface="+mj-lt"/>
              <a:buAutoNum type="arabicPeriod"/>
            </a:pPr>
            <a:r>
              <a:rPr lang="en-US" dirty="0" err="1"/>
              <a:t>Passthroughbool</a:t>
            </a:r>
            <a:r>
              <a:rPr lang="en-US"/>
              <a:t>: When </a:t>
            </a:r>
            <a:r>
              <a:rPr lang="en-US" dirty="0"/>
              <a:t>False, only the predictions of estimators will be used as training data for </a:t>
            </a:r>
            <a:r>
              <a:rPr lang="en-US" dirty="0" err="1"/>
              <a:t>final_estimator</a:t>
            </a:r>
            <a:r>
              <a:rPr lang="en-US" dirty="0"/>
              <a:t>. When True, the </a:t>
            </a:r>
            <a:r>
              <a:rPr lang="en-US" dirty="0" err="1"/>
              <a:t>final_estimator</a:t>
            </a:r>
            <a:r>
              <a:rPr lang="en-US" dirty="0"/>
              <a:t> is trained on the predictions as well as the original training data.</a:t>
            </a:r>
          </a:p>
        </p:txBody>
      </p:sp>
    </p:spTree>
    <p:extLst>
      <p:ext uri="{BB962C8B-B14F-4D97-AF65-F5344CB8AC3E}">
        <p14:creationId xmlns:p14="http://schemas.microsoft.com/office/powerpoint/2010/main" val="11080391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027A68-F59D-EA6C-7130-8CD02155AC3D}"/>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D1FB33F6-7703-CE54-DDAB-979B92C0E00A}"/>
              </a:ext>
            </a:extLst>
          </p:cNvPr>
          <p:cNvSpPr>
            <a:spLocks noGrp="1" noChangeArrowheads="1"/>
          </p:cNvSpPr>
          <p:nvPr>
            <p:ph type="title"/>
          </p:nvPr>
        </p:nvSpPr>
        <p:spPr>
          <a:xfrm>
            <a:off x="381000" y="152400"/>
            <a:ext cx="8744338" cy="533400"/>
          </a:xfrm>
        </p:spPr>
        <p:txBody>
          <a:bodyPr/>
          <a:lstStyle/>
          <a:p>
            <a:r>
              <a:rPr lang="en-US" altLang="en-US" dirty="0"/>
              <a:t>CSE498R</a:t>
            </a:r>
          </a:p>
        </p:txBody>
      </p:sp>
      <p:sp>
        <p:nvSpPr>
          <p:cNvPr id="6" name="Slide Number Placeholder 5">
            <a:extLst>
              <a:ext uri="{FF2B5EF4-FFF2-40B4-BE49-F238E27FC236}">
                <a16:creationId xmlns:a16="http://schemas.microsoft.com/office/drawing/2014/main" id="{2BADA1C2-EB07-AEEA-14B5-372C29F4EEBE}"/>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18</a:t>
            </a:fld>
            <a:endParaRPr lang="en-US" altLang="en-US" sz="1200">
              <a:solidFill>
                <a:srgbClr val="898989"/>
              </a:solidFill>
            </a:endParaRPr>
          </a:p>
        </p:txBody>
      </p:sp>
      <p:sp>
        <p:nvSpPr>
          <p:cNvPr id="2" name="Content Placeholder 1">
            <a:extLst>
              <a:ext uri="{FF2B5EF4-FFF2-40B4-BE49-F238E27FC236}">
                <a16:creationId xmlns:a16="http://schemas.microsoft.com/office/drawing/2014/main" id="{4CB7DDAF-C682-16F7-47A3-4129BC67968B}"/>
              </a:ext>
            </a:extLst>
          </p:cNvPr>
          <p:cNvSpPr>
            <a:spLocks noGrp="1"/>
          </p:cNvSpPr>
          <p:nvPr>
            <p:ph idx="1"/>
          </p:nvPr>
        </p:nvSpPr>
        <p:spPr>
          <a:xfrm>
            <a:off x="-14676" y="1143000"/>
            <a:ext cx="9140013" cy="5715000"/>
          </a:xfrm>
        </p:spPr>
        <p:txBody>
          <a:bodyPr/>
          <a:lstStyle/>
          <a:p>
            <a:pPr marL="514350" indent="-514350">
              <a:buFont typeface="+mj-lt"/>
              <a:buAutoNum type="arabicPeriod"/>
            </a:pPr>
            <a:r>
              <a:rPr lang="en-US" dirty="0"/>
              <a:t>Multistage Blending/Stacking</a:t>
            </a:r>
          </a:p>
          <a:p>
            <a:pPr marL="514350" indent="-514350">
              <a:buFont typeface="+mj-lt"/>
              <a:buAutoNum type="arabicPeriod"/>
            </a:pPr>
            <a:endParaRPr lang="en-US" dirty="0"/>
          </a:p>
        </p:txBody>
      </p:sp>
      <p:pic>
        <p:nvPicPr>
          <p:cNvPr id="4" name="Picture 3" descr="A diagram of a flowchart&#10;&#10;Description automatically generated">
            <a:extLst>
              <a:ext uri="{FF2B5EF4-FFF2-40B4-BE49-F238E27FC236}">
                <a16:creationId xmlns:a16="http://schemas.microsoft.com/office/drawing/2014/main" id="{578B70D2-D7BE-3090-5B7A-B437583A74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76" y="1676400"/>
            <a:ext cx="9144000" cy="3689404"/>
          </a:xfrm>
          <a:prstGeom prst="rect">
            <a:avLst/>
          </a:prstGeom>
        </p:spPr>
      </p:pic>
      <p:sp>
        <p:nvSpPr>
          <p:cNvPr id="7" name="TextBox 6">
            <a:extLst>
              <a:ext uri="{FF2B5EF4-FFF2-40B4-BE49-F238E27FC236}">
                <a16:creationId xmlns:a16="http://schemas.microsoft.com/office/drawing/2014/main" id="{92B06E9D-5ED4-1BCD-A907-DE77AE5B1AA5}"/>
              </a:ext>
            </a:extLst>
          </p:cNvPr>
          <p:cNvSpPr txBox="1"/>
          <p:nvPr/>
        </p:nvSpPr>
        <p:spPr>
          <a:xfrm>
            <a:off x="18663" y="5715000"/>
            <a:ext cx="9125337" cy="523220"/>
          </a:xfrm>
          <a:prstGeom prst="rect">
            <a:avLst/>
          </a:prstGeom>
          <a:noFill/>
        </p:spPr>
        <p:txBody>
          <a:bodyPr wrap="square">
            <a:spAutoFit/>
          </a:bodyPr>
          <a:lstStyle/>
          <a:p>
            <a:r>
              <a:rPr lang="en-US" b="0" dirty="0">
                <a:latin typeface="Times New Roman" panose="02020603050405020304" pitchFamily="18" charset="0"/>
                <a:cs typeface="Times New Roman" panose="02020603050405020304" pitchFamily="18" charset="0"/>
                <a:hlinkClick r:id="rId3"/>
              </a:rPr>
              <a:t>https://www.nature.com/articles/s41598-024-77193-0#Sec10</a:t>
            </a:r>
            <a:endParaRPr lang="en-US" b="0" dirty="0">
              <a:latin typeface="Times New Roman" panose="02020603050405020304" pitchFamily="18" charset="0"/>
              <a:cs typeface="Times New Roman" panose="02020603050405020304" pitchFamily="18" charset="0"/>
            </a:endParaRPr>
          </a:p>
          <a:p>
            <a:r>
              <a:rPr lang="en-US" b="0" dirty="0">
                <a:latin typeface="Times New Roman" panose="02020603050405020304" pitchFamily="18" charset="0"/>
                <a:cs typeface="Times New Roman" panose="02020603050405020304" pitchFamily="18" charset="0"/>
              </a:rPr>
              <a:t>https://ieeexplore.ieee.org/document/10298264</a:t>
            </a:r>
          </a:p>
        </p:txBody>
      </p:sp>
    </p:spTree>
    <p:extLst>
      <p:ext uri="{BB962C8B-B14F-4D97-AF65-F5344CB8AC3E}">
        <p14:creationId xmlns:p14="http://schemas.microsoft.com/office/powerpoint/2010/main" val="34488958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AF3D6-015E-188F-A294-66D931858810}"/>
            </a:ext>
          </a:extLst>
        </p:cNvPr>
        <p:cNvGrpSpPr/>
        <p:nvPr/>
      </p:nvGrpSpPr>
      <p:grpSpPr>
        <a:xfrm>
          <a:off x="0" y="0"/>
          <a:ext cx="0" cy="0"/>
          <a:chOff x="0" y="0"/>
          <a:chExt cx="0" cy="0"/>
        </a:xfrm>
      </p:grpSpPr>
      <p:sp>
        <p:nvSpPr>
          <p:cNvPr id="31746" name="Title 1">
            <a:extLst>
              <a:ext uri="{FF2B5EF4-FFF2-40B4-BE49-F238E27FC236}">
                <a16:creationId xmlns:a16="http://schemas.microsoft.com/office/drawing/2014/main" id="{824A22C6-9C41-34CE-A3DB-155BB0559DDA}"/>
              </a:ext>
            </a:extLst>
          </p:cNvPr>
          <p:cNvSpPr>
            <a:spLocks noGrp="1" noChangeArrowheads="1"/>
          </p:cNvSpPr>
          <p:nvPr>
            <p:ph type="title"/>
          </p:nvPr>
        </p:nvSpPr>
        <p:spPr>
          <a:xfrm>
            <a:off x="381000" y="152400"/>
            <a:ext cx="8744338" cy="533400"/>
          </a:xfrm>
        </p:spPr>
        <p:txBody>
          <a:bodyPr/>
          <a:lstStyle/>
          <a:p>
            <a:r>
              <a:rPr lang="en-US" altLang="en-US" dirty="0"/>
              <a:t>CSE498R </a:t>
            </a:r>
          </a:p>
        </p:txBody>
      </p:sp>
      <p:sp>
        <p:nvSpPr>
          <p:cNvPr id="6" name="Slide Number Placeholder 5">
            <a:extLst>
              <a:ext uri="{FF2B5EF4-FFF2-40B4-BE49-F238E27FC236}">
                <a16:creationId xmlns:a16="http://schemas.microsoft.com/office/drawing/2014/main" id="{EA24D70E-EEB6-6DB7-E178-01E44C15856E}"/>
              </a:ext>
            </a:extLst>
          </p:cNvPr>
          <p:cNvSpPr>
            <a:spLocks noGrp="1"/>
          </p:cNvSpPr>
          <p:nvPr>
            <p:ph type="sldNum" sz="quarter" idx="12"/>
          </p:nvPr>
        </p:nvSpPr>
        <p:spPr/>
        <p:txBody>
          <a:bodyPr/>
          <a:lstStyle>
            <a:lvl1pPr>
              <a:defRPr sz="1400" b="1">
                <a:solidFill>
                  <a:schemeClr val="tx1"/>
                </a:solidFill>
                <a:latin typeface="Arial" panose="020B0604020202020204" pitchFamily="34" charset="0"/>
              </a:defRPr>
            </a:lvl1pPr>
            <a:lvl2pPr marL="742950" indent="-285750">
              <a:defRPr sz="1400" b="1">
                <a:solidFill>
                  <a:schemeClr val="tx1"/>
                </a:solidFill>
                <a:latin typeface="Arial" panose="020B0604020202020204" pitchFamily="34" charset="0"/>
              </a:defRPr>
            </a:lvl2pPr>
            <a:lvl3pPr marL="1143000" indent="-228600">
              <a:defRPr sz="1400" b="1">
                <a:solidFill>
                  <a:schemeClr val="tx1"/>
                </a:solidFill>
                <a:latin typeface="Arial" panose="020B0604020202020204" pitchFamily="34" charset="0"/>
              </a:defRPr>
            </a:lvl3pPr>
            <a:lvl4pPr marL="1600200" indent="-228600">
              <a:defRPr sz="1400" b="1">
                <a:solidFill>
                  <a:schemeClr val="tx1"/>
                </a:solidFill>
                <a:latin typeface="Arial" panose="020B0604020202020204" pitchFamily="34" charset="0"/>
              </a:defRPr>
            </a:lvl4pPr>
            <a:lvl5pPr marL="2057400" indent="-228600">
              <a:defRPr sz="1400" b="1">
                <a:solidFill>
                  <a:schemeClr val="tx1"/>
                </a:solidFill>
                <a:latin typeface="Arial" panose="020B0604020202020204" pitchFamily="34" charset="0"/>
              </a:defRPr>
            </a:lvl5pPr>
            <a:lvl6pPr marL="2514600" indent="-228600" eaLnBrk="0" fontAlgn="base" hangingPunct="0">
              <a:spcBef>
                <a:spcPct val="0"/>
              </a:spcBef>
              <a:spcAft>
                <a:spcPct val="0"/>
              </a:spcAft>
              <a:defRPr sz="1400" b="1">
                <a:solidFill>
                  <a:schemeClr val="tx1"/>
                </a:solidFill>
                <a:latin typeface="Arial" panose="020B0604020202020204" pitchFamily="34" charset="0"/>
              </a:defRPr>
            </a:lvl6pPr>
            <a:lvl7pPr marL="2971800" indent="-228600" eaLnBrk="0" fontAlgn="base" hangingPunct="0">
              <a:spcBef>
                <a:spcPct val="0"/>
              </a:spcBef>
              <a:spcAft>
                <a:spcPct val="0"/>
              </a:spcAft>
              <a:defRPr sz="1400" b="1">
                <a:solidFill>
                  <a:schemeClr val="tx1"/>
                </a:solidFill>
                <a:latin typeface="Arial" panose="020B0604020202020204" pitchFamily="34" charset="0"/>
              </a:defRPr>
            </a:lvl7pPr>
            <a:lvl8pPr marL="3429000" indent="-228600" eaLnBrk="0" fontAlgn="base" hangingPunct="0">
              <a:spcBef>
                <a:spcPct val="0"/>
              </a:spcBef>
              <a:spcAft>
                <a:spcPct val="0"/>
              </a:spcAft>
              <a:defRPr sz="1400" b="1">
                <a:solidFill>
                  <a:schemeClr val="tx1"/>
                </a:solidFill>
                <a:latin typeface="Arial" panose="020B0604020202020204" pitchFamily="34" charset="0"/>
              </a:defRPr>
            </a:lvl8pPr>
            <a:lvl9pPr marL="3886200" indent="-228600" eaLnBrk="0" fontAlgn="base" hangingPunct="0">
              <a:spcBef>
                <a:spcPct val="0"/>
              </a:spcBef>
              <a:spcAft>
                <a:spcPct val="0"/>
              </a:spcAft>
              <a:defRPr sz="1400" b="1">
                <a:solidFill>
                  <a:schemeClr val="tx1"/>
                </a:solidFill>
                <a:latin typeface="Arial" panose="020B0604020202020204" pitchFamily="34" charset="0"/>
              </a:defRPr>
            </a:lvl9pPr>
          </a:lstStyle>
          <a:p>
            <a:fld id="{1751D0CA-09F2-457F-BACD-AB188762A38C}" type="slidenum">
              <a:rPr lang="en-US" altLang="en-US" sz="1200">
                <a:solidFill>
                  <a:srgbClr val="898989"/>
                </a:solidFill>
              </a:rPr>
              <a:pPr/>
              <a:t>19</a:t>
            </a:fld>
            <a:endParaRPr lang="en-US" altLang="en-US" sz="1200">
              <a:solidFill>
                <a:srgbClr val="898989"/>
              </a:solidFill>
            </a:endParaRPr>
          </a:p>
        </p:txBody>
      </p:sp>
      <p:sp>
        <p:nvSpPr>
          <p:cNvPr id="2" name="Content Placeholder 1">
            <a:extLst>
              <a:ext uri="{FF2B5EF4-FFF2-40B4-BE49-F238E27FC236}">
                <a16:creationId xmlns:a16="http://schemas.microsoft.com/office/drawing/2014/main" id="{268F8AB9-4AD0-A45C-90F6-3F830458B16F}"/>
              </a:ext>
            </a:extLst>
          </p:cNvPr>
          <p:cNvSpPr>
            <a:spLocks noGrp="1"/>
          </p:cNvSpPr>
          <p:nvPr>
            <p:ph idx="1"/>
          </p:nvPr>
        </p:nvSpPr>
        <p:spPr>
          <a:xfrm>
            <a:off x="-14676" y="1143000"/>
            <a:ext cx="9140013" cy="5715000"/>
          </a:xfrm>
        </p:spPr>
        <p:txBody>
          <a:bodyPr/>
          <a:lstStyle/>
          <a:p>
            <a:pPr marL="514350" indent="-514350">
              <a:buFont typeface="+mj-lt"/>
              <a:buAutoNum type="arabicPeriod"/>
            </a:pPr>
            <a:r>
              <a:rPr lang="en-US" dirty="0"/>
              <a:t>Ensemble of hybrid model- MLP-SVM </a:t>
            </a:r>
          </a:p>
        </p:txBody>
      </p:sp>
      <p:pic>
        <p:nvPicPr>
          <p:cNvPr id="4" name="Picture 3">
            <a:extLst>
              <a:ext uri="{FF2B5EF4-FFF2-40B4-BE49-F238E27FC236}">
                <a16:creationId xmlns:a16="http://schemas.microsoft.com/office/drawing/2014/main" id="{C1964B74-5B5D-7920-51EC-3EFCA60C87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676400"/>
            <a:ext cx="9067800" cy="2590420"/>
          </a:xfrm>
          <a:prstGeom prst="rect">
            <a:avLst/>
          </a:prstGeom>
        </p:spPr>
      </p:pic>
      <p:pic>
        <p:nvPicPr>
          <p:cNvPr id="5" name="Picture 4" descr="A diagram of a model&#10;&#10;Description automatically generated">
            <a:extLst>
              <a:ext uri="{FF2B5EF4-FFF2-40B4-BE49-F238E27FC236}">
                <a16:creationId xmlns:a16="http://schemas.microsoft.com/office/drawing/2014/main" id="{56722429-B200-F3AB-81D2-7EB05EF592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419599"/>
            <a:ext cx="9041296" cy="2395483"/>
          </a:xfrm>
          <a:prstGeom prst="rect">
            <a:avLst/>
          </a:prstGeom>
        </p:spPr>
      </p:pic>
    </p:spTree>
    <p:extLst>
      <p:ext uri="{BB962C8B-B14F-4D97-AF65-F5344CB8AC3E}">
        <p14:creationId xmlns:p14="http://schemas.microsoft.com/office/powerpoint/2010/main" val="2853459806"/>
      </p:ext>
    </p:extLst>
  </p:cSld>
  <p:clrMapOvr>
    <a:masterClrMapping/>
  </p:clrMapOvr>
</p:sld>
</file>

<file path=ppt/theme/theme1.xml><?xml version="1.0" encoding="utf-8"?>
<a:theme xmlns:a="http://schemas.openxmlformats.org/drawingml/2006/main" name="LC.BRev.FY97">
  <a:themeElements>
    <a:clrScheme name="">
      <a:dk1>
        <a:srgbClr val="000000"/>
      </a:dk1>
      <a:lt1>
        <a:srgbClr val="FFFFFF"/>
      </a:lt1>
      <a:dk2>
        <a:srgbClr val="006B61"/>
      </a:dk2>
      <a:lt2>
        <a:srgbClr val="C0C0C0"/>
      </a:lt2>
      <a:accent1>
        <a:srgbClr val="FF00FF"/>
      </a:accent1>
      <a:accent2>
        <a:srgbClr val="00C0C0"/>
      </a:accent2>
      <a:accent3>
        <a:srgbClr val="FFFFFF"/>
      </a:accent3>
      <a:accent4>
        <a:srgbClr val="000000"/>
      </a:accent4>
      <a:accent5>
        <a:srgbClr val="FFAAFF"/>
      </a:accent5>
      <a:accent6>
        <a:srgbClr val="00AEAE"/>
      </a:accent6>
      <a:hlink>
        <a:srgbClr val="00C000"/>
      </a:hlink>
      <a:folHlink>
        <a:srgbClr val="800080"/>
      </a:folHlink>
    </a:clrScheme>
    <a:fontScheme name="LC.BRev.FY97">
      <a:majorFont>
        <a:latin typeface="Tahom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400" b="1" i="0" u="none" strike="noStrike" cap="none" normalizeH="0" baseline="0" smtClean="0">
            <a:ln>
              <a:noFill/>
            </a:ln>
            <a:solidFill>
              <a:schemeClr val="tx1"/>
            </a:solidFill>
            <a:effectLst/>
            <a:latin typeface="Arial" charset="0"/>
          </a:defRPr>
        </a:defPPr>
      </a:lstStyle>
    </a:lnDef>
  </a:objectDefaults>
  <a:extraClrSchemeLst>
    <a:extraClrScheme>
      <a:clrScheme name="LC.BRev.FY97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C.BRev.FY9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LC.BRev.FY97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C.BRev.FY97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C.BRev.FY97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C.BRev.FY97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LC.BRev.FY97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Porky:Words:ASCI:PSE:Budgets FY97:LC.BRev.FY97</Template>
  <TotalTime>3850</TotalTime>
  <Pages>3</Pages>
  <Words>1428</Words>
  <Application>Microsoft Office PowerPoint</Application>
  <PresentationFormat>On-screen Show (4:3)</PresentationFormat>
  <Paragraphs>135</Paragraphs>
  <Slides>19</Slides>
  <Notes>2</Notes>
  <HiddenSlides>1</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Cambria Math</vt:lpstr>
      <vt:lpstr>Monotype Sorts</vt:lpstr>
      <vt:lpstr>Tahoma</vt:lpstr>
      <vt:lpstr>Times New Roman</vt:lpstr>
      <vt:lpstr>Wingdings</vt:lpstr>
      <vt:lpstr>LC.BRev.FY97</vt:lpstr>
      <vt:lpstr>Machine Learning</vt:lpstr>
      <vt:lpstr>Ensemble Methods</vt:lpstr>
      <vt:lpstr>Necessary Conditions for Ensemble Methods</vt:lpstr>
      <vt:lpstr>Approach of Ensemble Learning (Bagging)</vt:lpstr>
      <vt:lpstr>Constructing Ensemble Classifiers</vt:lpstr>
      <vt:lpstr>Bagging (Bootstrap AGGregatING)</vt:lpstr>
      <vt:lpstr>Bagging (Bootstrap AGGregatING)</vt:lpstr>
      <vt:lpstr>Random Forest Algorithm</vt:lpstr>
      <vt:lpstr>Random Forest Hyperparameters</vt:lpstr>
      <vt:lpstr>Hard and Soft Voting Classifier</vt:lpstr>
      <vt:lpstr>Boosting Algorithms</vt:lpstr>
      <vt:lpstr>Boosting Algorithms</vt:lpstr>
      <vt:lpstr>Approach of Ensemble Learning (Boosting)</vt:lpstr>
      <vt:lpstr>Boosting Hyperparameters</vt:lpstr>
      <vt:lpstr>Stacking and Blending Ensemble</vt:lpstr>
      <vt:lpstr>Stacking and Blending Ensemble</vt:lpstr>
      <vt:lpstr>Stacking and Blending hyperparameters</vt:lpstr>
      <vt:lpstr>CSE498R</vt:lpstr>
      <vt:lpstr>CSE498R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dc:title>
  <dc:creator>anujkarpatne@gmail.com</dc:creator>
  <cp:lastModifiedBy>Riasat Khan</cp:lastModifiedBy>
  <cp:revision>60</cp:revision>
  <cp:lastPrinted>2019-10-31T23:17:09Z</cp:lastPrinted>
  <dcterms:created xsi:type="dcterms:W3CDTF">2018-02-14T20:49:31Z</dcterms:created>
  <dcterms:modified xsi:type="dcterms:W3CDTF">2024-11-04T13:14:16Z</dcterms:modified>
</cp:coreProperties>
</file>