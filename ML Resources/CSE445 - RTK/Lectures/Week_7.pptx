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8" r:id="rId3"/>
    <p:sldId id="289" r:id="rId4"/>
    <p:sldId id="290" r:id="rId5"/>
    <p:sldId id="291" r:id="rId6"/>
    <p:sldId id="297" r:id="rId7"/>
    <p:sldId id="292" r:id="rId8"/>
    <p:sldId id="286" r:id="rId9"/>
    <p:sldId id="294" r:id="rId10"/>
    <p:sldId id="287" r:id="rId11"/>
    <p:sldId id="298" r:id="rId12"/>
    <p:sldId id="300" r:id="rId13"/>
    <p:sldId id="293" r:id="rId14"/>
    <p:sldId id="295" r:id="rId15"/>
    <p:sldId id="296" r:id="rId16"/>
    <p:sldId id="299" r:id="rId17"/>
    <p:sldId id="304" r:id="rId18"/>
    <p:sldId id="302" r:id="rId19"/>
    <p:sldId id="303" r:id="rId20"/>
    <p:sldId id="301" r:id="rId21"/>
    <p:sldId id="30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sat Khan" userId="826ac62dfbb52e43" providerId="LiveId" clId="{9A385CAA-468A-40BB-BF38-FC77029A6648}"/>
    <pc:docChg chg="undo custSel modSld">
      <pc:chgData name="Riasat Khan" userId="826ac62dfbb52e43" providerId="LiveId" clId="{9A385CAA-468A-40BB-BF38-FC77029A6648}" dt="2022-11-23T03:27:52.226" v="13" actId="14100"/>
      <pc:docMkLst>
        <pc:docMk/>
      </pc:docMkLst>
      <pc:sldChg chg="modSp">
        <pc:chgData name="Riasat Khan" userId="826ac62dfbb52e43" providerId="LiveId" clId="{9A385CAA-468A-40BB-BF38-FC77029A6648}" dt="2022-11-23T03:26:43.811" v="0" actId="14826"/>
        <pc:sldMkLst>
          <pc:docMk/>
          <pc:sldMk cId="2535175536" sldId="291"/>
        </pc:sldMkLst>
        <pc:picChg chg="mod">
          <ac:chgData name="Riasat Khan" userId="826ac62dfbb52e43" providerId="LiveId" clId="{9A385CAA-468A-40BB-BF38-FC77029A6648}" dt="2022-11-23T03:26:43.811" v="0" actId="14826"/>
          <ac:picMkLst>
            <pc:docMk/>
            <pc:sldMk cId="2535175536" sldId="291"/>
            <ac:picMk id="5" creationId="{5CC0AF7B-2A73-999B-62CA-102D1F306E83}"/>
          </ac:picMkLst>
        </pc:picChg>
      </pc:sldChg>
      <pc:sldChg chg="addSp delSp modSp mod setBg">
        <pc:chgData name="Riasat Khan" userId="826ac62dfbb52e43" providerId="LiveId" clId="{9A385CAA-468A-40BB-BF38-FC77029A6648}" dt="2022-11-23T03:27:52.226" v="13" actId="14100"/>
        <pc:sldMkLst>
          <pc:docMk/>
          <pc:sldMk cId="2522368572" sldId="292"/>
        </pc:sldMkLst>
        <pc:spChg chg="mod ord">
          <ac:chgData name="Riasat Khan" userId="826ac62dfbb52e43" providerId="LiveId" clId="{9A385CAA-468A-40BB-BF38-FC77029A6648}" dt="2022-11-23T03:27:40.377" v="11" actId="26606"/>
          <ac:spMkLst>
            <pc:docMk/>
            <pc:sldMk cId="2522368572" sldId="292"/>
            <ac:spMk id="2" creationId="{FB8B9A9E-296E-988E-6AE3-8BD5270EFBCF}"/>
          </ac:spMkLst>
        </pc:spChg>
        <pc:spChg chg="add del">
          <ac:chgData name="Riasat Khan" userId="826ac62dfbb52e43" providerId="LiveId" clId="{9A385CAA-468A-40BB-BF38-FC77029A6648}" dt="2022-11-23T03:27:36.604" v="9" actId="26606"/>
          <ac:spMkLst>
            <pc:docMk/>
            <pc:sldMk cId="2522368572" sldId="292"/>
            <ac:spMk id="11" creationId="{E4505C23-674B-4195-81D6-0C127FEAE3F8}"/>
          </ac:spMkLst>
        </pc:spChg>
        <pc:spChg chg="add del">
          <ac:chgData name="Riasat Khan" userId="826ac62dfbb52e43" providerId="LiveId" clId="{9A385CAA-468A-40BB-BF38-FC77029A6648}" dt="2022-11-23T03:27:36.604" v="9" actId="26606"/>
          <ac:spMkLst>
            <pc:docMk/>
            <pc:sldMk cId="2522368572" sldId="292"/>
            <ac:spMk id="13" creationId="{65C9B8F0-FF66-4C15-BD05-E86B87331846}"/>
          </ac:spMkLst>
        </pc:spChg>
        <pc:spChg chg="add del">
          <ac:chgData name="Riasat Khan" userId="826ac62dfbb52e43" providerId="LiveId" clId="{9A385CAA-468A-40BB-BF38-FC77029A6648}" dt="2022-11-23T03:27:40.377" v="11" actId="26606"/>
          <ac:spMkLst>
            <pc:docMk/>
            <pc:sldMk cId="2522368572" sldId="292"/>
            <ac:spMk id="15" creationId="{022BDE4A-8A20-4A69-9C5A-581C82036A4D}"/>
          </ac:spMkLst>
        </pc:spChg>
        <pc:picChg chg="add mod">
          <ac:chgData name="Riasat Khan" userId="826ac62dfbb52e43" providerId="LiveId" clId="{9A385CAA-468A-40BB-BF38-FC77029A6648}" dt="2022-11-23T03:27:46.570" v="12" actId="1076"/>
          <ac:picMkLst>
            <pc:docMk/>
            <pc:sldMk cId="2522368572" sldId="292"/>
            <ac:picMk id="4" creationId="{DEAA8FE6-264D-B78D-0D86-505C67F68D50}"/>
          </ac:picMkLst>
        </pc:picChg>
        <pc:picChg chg="mod ord modCrop">
          <ac:chgData name="Riasat Khan" userId="826ac62dfbb52e43" providerId="LiveId" clId="{9A385CAA-468A-40BB-BF38-FC77029A6648}" dt="2022-11-23T03:27:52.226" v="13" actId="14100"/>
          <ac:picMkLst>
            <pc:docMk/>
            <pc:sldMk cId="2522368572" sldId="292"/>
            <ac:picMk id="6" creationId="{B9B2479E-89F9-DA02-58BF-9E81C06D25BF}"/>
          </ac:picMkLst>
        </pc:picChg>
      </pc:sldChg>
    </pc:docChg>
  </pc:docChgLst>
  <pc:docChgLst>
    <pc:chgData name="Riasat Khan" userId="826ac62dfbb52e43" providerId="LiveId" clId="{9F0A6072-1983-4472-89DF-AD08FBA8823A}"/>
    <pc:docChg chg="undo custSel addSld modSld sldOrd">
      <pc:chgData name="Riasat Khan" userId="826ac62dfbb52e43" providerId="LiveId" clId="{9F0A6072-1983-4472-89DF-AD08FBA8823A}" dt="2023-04-12T05:51:21.769" v="1151" actId="6549"/>
      <pc:docMkLst>
        <pc:docMk/>
      </pc:docMkLst>
      <pc:sldChg chg="modSp mod">
        <pc:chgData name="Riasat Khan" userId="826ac62dfbb52e43" providerId="LiveId" clId="{9F0A6072-1983-4472-89DF-AD08FBA8823A}" dt="2023-04-10T01:58:09.836" v="579" actId="6549"/>
        <pc:sldMkLst>
          <pc:docMk/>
          <pc:sldMk cId="2637484828" sldId="256"/>
        </pc:sldMkLst>
        <pc:spChg chg="mod">
          <ac:chgData name="Riasat Khan" userId="826ac62dfbb52e43" providerId="LiveId" clId="{9F0A6072-1983-4472-89DF-AD08FBA8823A}" dt="2023-04-10T01:58:09.836" v="579" actId="6549"/>
          <ac:spMkLst>
            <pc:docMk/>
            <pc:sldMk cId="2637484828" sldId="256"/>
            <ac:spMk id="3" creationId="{7CADA197-1622-96D0-4DB2-CE12F17235C3}"/>
          </ac:spMkLst>
        </pc:spChg>
      </pc:sldChg>
      <pc:sldChg chg="modSp">
        <pc:chgData name="Riasat Khan" userId="826ac62dfbb52e43" providerId="LiveId" clId="{9F0A6072-1983-4472-89DF-AD08FBA8823A}" dt="2023-04-05T06:33:43.059" v="217" actId="20577"/>
        <pc:sldMkLst>
          <pc:docMk/>
          <pc:sldMk cId="523429514" sldId="286"/>
        </pc:sldMkLst>
        <pc:spChg chg="mod">
          <ac:chgData name="Riasat Khan" userId="826ac62dfbb52e43" providerId="LiveId" clId="{9F0A6072-1983-4472-89DF-AD08FBA8823A}" dt="2023-04-05T06:33:43.059" v="217" actId="20577"/>
          <ac:spMkLst>
            <pc:docMk/>
            <pc:sldMk cId="523429514" sldId="286"/>
            <ac:spMk id="7" creationId="{23F07519-7EC9-4FDD-BB4F-3CA82BFB4DCB}"/>
          </ac:spMkLst>
        </pc:spChg>
      </pc:sldChg>
      <pc:sldChg chg="delSp modSp mod delAnim modAnim">
        <pc:chgData name="Riasat Khan" userId="826ac62dfbb52e43" providerId="LiveId" clId="{9F0A6072-1983-4472-89DF-AD08FBA8823A}" dt="2023-04-05T08:07:22.168" v="474" actId="113"/>
        <pc:sldMkLst>
          <pc:docMk/>
          <pc:sldMk cId="222669110" sldId="287"/>
        </pc:sldMkLst>
        <pc:spChg chg="mod">
          <ac:chgData name="Riasat Khan" userId="826ac62dfbb52e43" providerId="LiveId" clId="{9F0A6072-1983-4472-89DF-AD08FBA8823A}" dt="2023-04-05T06:37:15.121" v="293" actId="20577"/>
          <ac:spMkLst>
            <pc:docMk/>
            <pc:sldMk cId="222669110" sldId="287"/>
            <ac:spMk id="2" creationId="{DA2DE238-AC0D-4EDA-A563-31184FF30519}"/>
          </ac:spMkLst>
        </pc:spChg>
        <pc:spChg chg="mod">
          <ac:chgData name="Riasat Khan" userId="826ac62dfbb52e43" providerId="LiveId" clId="{9F0A6072-1983-4472-89DF-AD08FBA8823A}" dt="2023-04-05T08:07:22.168" v="474" actId="113"/>
          <ac:spMkLst>
            <pc:docMk/>
            <pc:sldMk cId="222669110" sldId="287"/>
            <ac:spMk id="3" creationId="{62D364F6-8313-49C1-9C89-87F4030E7E68}"/>
          </ac:spMkLst>
        </pc:spChg>
        <pc:picChg chg="del">
          <ac:chgData name="Riasat Khan" userId="826ac62dfbb52e43" providerId="LiveId" clId="{9F0A6072-1983-4472-89DF-AD08FBA8823A}" dt="2023-04-05T06:41:02.381" v="304" actId="478"/>
          <ac:picMkLst>
            <pc:docMk/>
            <pc:sldMk cId="222669110" sldId="287"/>
            <ac:picMk id="5" creationId="{0E516740-80D7-4A5D-BA37-7B01D69CD2BB}"/>
          </ac:picMkLst>
        </pc:picChg>
      </pc:sldChg>
      <pc:sldChg chg="addSp modSp mod">
        <pc:chgData name="Riasat Khan" userId="826ac62dfbb52e43" providerId="LiveId" clId="{9F0A6072-1983-4472-89DF-AD08FBA8823A}" dt="2023-04-10T01:41:22.371" v="569" actId="113"/>
        <pc:sldMkLst>
          <pc:docMk/>
          <pc:sldMk cId="2160820427" sldId="288"/>
        </pc:sldMkLst>
        <pc:spChg chg="mod">
          <ac:chgData name="Riasat Khan" userId="826ac62dfbb52e43" providerId="LiveId" clId="{9F0A6072-1983-4472-89DF-AD08FBA8823A}" dt="2023-04-05T06:27:13.641" v="196" actId="255"/>
          <ac:spMkLst>
            <pc:docMk/>
            <pc:sldMk cId="2160820427" sldId="288"/>
            <ac:spMk id="9" creationId="{FBFB0BD1-07BB-D9D2-000D-EF4A388235E8}"/>
          </ac:spMkLst>
        </pc:spChg>
        <pc:spChg chg="add mod">
          <ac:chgData name="Riasat Khan" userId="826ac62dfbb52e43" providerId="LiveId" clId="{9F0A6072-1983-4472-89DF-AD08FBA8823A}" dt="2023-04-10T01:41:22.371" v="569" actId="113"/>
          <ac:spMkLst>
            <pc:docMk/>
            <pc:sldMk cId="2160820427" sldId="288"/>
            <ac:spMk id="13" creationId="{E9915BE7-81C8-4939-8672-86276918F51E}"/>
          </ac:spMkLst>
        </pc:spChg>
        <pc:cxnChg chg="mod">
          <ac:chgData name="Riasat Khan" userId="826ac62dfbb52e43" providerId="LiveId" clId="{9F0A6072-1983-4472-89DF-AD08FBA8823A}" dt="2023-04-05T02:19:02.398" v="7" actId="692"/>
          <ac:cxnSpMkLst>
            <pc:docMk/>
            <pc:sldMk cId="2160820427" sldId="288"/>
            <ac:cxnSpMk id="4" creationId="{20004788-D3CD-06E8-D034-D8EF40C38B3A}"/>
          </ac:cxnSpMkLst>
        </pc:cxnChg>
        <pc:cxnChg chg="mod">
          <ac:chgData name="Riasat Khan" userId="826ac62dfbb52e43" providerId="LiveId" clId="{9F0A6072-1983-4472-89DF-AD08FBA8823A}" dt="2023-04-10T01:38:18.693" v="521" actId="14100"/>
          <ac:cxnSpMkLst>
            <pc:docMk/>
            <pc:sldMk cId="2160820427" sldId="288"/>
            <ac:cxnSpMk id="7" creationId="{D200F4A2-3575-B556-46EF-698A12698D27}"/>
          </ac:cxnSpMkLst>
        </pc:cxnChg>
        <pc:cxnChg chg="mod">
          <ac:chgData name="Riasat Khan" userId="826ac62dfbb52e43" providerId="LiveId" clId="{9F0A6072-1983-4472-89DF-AD08FBA8823A}" dt="2023-04-05T02:19:02.398" v="7" actId="692"/>
          <ac:cxnSpMkLst>
            <pc:docMk/>
            <pc:sldMk cId="2160820427" sldId="288"/>
            <ac:cxnSpMk id="8" creationId="{1465B01A-9347-F074-03EE-D38A4167423A}"/>
          </ac:cxnSpMkLst>
        </pc:cxnChg>
      </pc:sldChg>
      <pc:sldChg chg="addSp modSp mod">
        <pc:chgData name="Riasat Khan" userId="826ac62dfbb52e43" providerId="LiveId" clId="{9F0A6072-1983-4472-89DF-AD08FBA8823A}" dt="2023-04-10T01:41:35.696" v="571" actId="1076"/>
        <pc:sldMkLst>
          <pc:docMk/>
          <pc:sldMk cId="836898955" sldId="289"/>
        </pc:sldMkLst>
        <pc:spChg chg="add mod">
          <ac:chgData name="Riasat Khan" userId="826ac62dfbb52e43" providerId="LiveId" clId="{9F0A6072-1983-4472-89DF-AD08FBA8823A}" dt="2023-04-10T01:40:20.039" v="566" actId="14100"/>
          <ac:spMkLst>
            <pc:docMk/>
            <pc:sldMk cId="836898955" sldId="289"/>
            <ac:spMk id="9" creationId="{0DCA00FE-FA6E-424A-923C-BCF7F57626FB}"/>
          </ac:spMkLst>
        </pc:spChg>
        <pc:spChg chg="add mod">
          <ac:chgData name="Riasat Khan" userId="826ac62dfbb52e43" providerId="LiveId" clId="{9F0A6072-1983-4472-89DF-AD08FBA8823A}" dt="2023-04-10T01:41:35.696" v="571" actId="1076"/>
          <ac:spMkLst>
            <pc:docMk/>
            <pc:sldMk cId="836898955" sldId="289"/>
            <ac:spMk id="10" creationId="{86F85968-0A49-4191-8798-707F3BC72244}"/>
          </ac:spMkLst>
        </pc:spChg>
        <pc:cxnChg chg="add mod">
          <ac:chgData name="Riasat Khan" userId="826ac62dfbb52e43" providerId="LiveId" clId="{9F0A6072-1983-4472-89DF-AD08FBA8823A}" dt="2023-04-10T01:39:42.432" v="525" actId="14100"/>
          <ac:cxnSpMkLst>
            <pc:docMk/>
            <pc:sldMk cId="836898955" sldId="289"/>
            <ac:cxnSpMk id="6" creationId="{DA1C2B42-0C76-428A-999E-C4F3B0B0E1B4}"/>
          </ac:cxnSpMkLst>
        </pc:cxnChg>
        <pc:cxnChg chg="add mod">
          <ac:chgData name="Riasat Khan" userId="826ac62dfbb52e43" providerId="LiveId" clId="{9F0A6072-1983-4472-89DF-AD08FBA8823A}" dt="2023-04-10T01:39:55.064" v="527" actId="1076"/>
          <ac:cxnSpMkLst>
            <pc:docMk/>
            <pc:sldMk cId="836898955" sldId="289"/>
            <ac:cxnSpMk id="8" creationId="{1E239782-0A79-43D1-8BF4-A8C8CE5092AC}"/>
          </ac:cxnSpMkLst>
        </pc:cxnChg>
      </pc:sldChg>
      <pc:sldChg chg="modSp mod">
        <pc:chgData name="Riasat Khan" userId="826ac62dfbb52e43" providerId="LiveId" clId="{9F0A6072-1983-4472-89DF-AD08FBA8823A}" dt="2023-04-05T06:32:24.925" v="210" actId="20577"/>
        <pc:sldMkLst>
          <pc:docMk/>
          <pc:sldMk cId="3613564983" sldId="290"/>
        </pc:sldMkLst>
        <pc:spChg chg="mod">
          <ac:chgData name="Riasat Khan" userId="826ac62dfbb52e43" providerId="LiveId" clId="{9F0A6072-1983-4472-89DF-AD08FBA8823A}" dt="2023-04-05T06:32:24.925" v="210" actId="20577"/>
          <ac:spMkLst>
            <pc:docMk/>
            <pc:sldMk cId="3613564983" sldId="290"/>
            <ac:spMk id="3" creationId="{06410437-BB6A-8706-D849-1B59DC9DC10A}"/>
          </ac:spMkLst>
        </pc:spChg>
      </pc:sldChg>
      <pc:sldChg chg="modSp mod">
        <pc:chgData name="Riasat Khan" userId="826ac62dfbb52e43" providerId="LiveId" clId="{9F0A6072-1983-4472-89DF-AD08FBA8823A}" dt="2023-04-05T05:44:50.810" v="163" actId="2711"/>
        <pc:sldMkLst>
          <pc:docMk/>
          <pc:sldMk cId="2535175536" sldId="291"/>
        </pc:sldMkLst>
        <pc:spChg chg="mod">
          <ac:chgData name="Riasat Khan" userId="826ac62dfbb52e43" providerId="LiveId" clId="{9F0A6072-1983-4472-89DF-AD08FBA8823A}" dt="2023-04-05T05:44:50.810" v="163" actId="2711"/>
          <ac:spMkLst>
            <pc:docMk/>
            <pc:sldMk cId="2535175536" sldId="291"/>
            <ac:spMk id="3" creationId="{06410437-BB6A-8706-D849-1B59DC9DC10A}"/>
          </ac:spMkLst>
        </pc:spChg>
      </pc:sldChg>
      <pc:sldChg chg="addSp modSp mod">
        <pc:chgData name="Riasat Khan" userId="826ac62dfbb52e43" providerId="LiveId" clId="{9F0A6072-1983-4472-89DF-AD08FBA8823A}" dt="2023-04-05T05:45:44.580" v="179" actId="255"/>
        <pc:sldMkLst>
          <pc:docMk/>
          <pc:sldMk cId="2522368572" sldId="292"/>
        </pc:sldMkLst>
        <pc:spChg chg="add mod">
          <ac:chgData name="Riasat Khan" userId="826ac62dfbb52e43" providerId="LiveId" clId="{9F0A6072-1983-4472-89DF-AD08FBA8823A}" dt="2023-04-05T05:45:44.580" v="179" actId="255"/>
          <ac:spMkLst>
            <pc:docMk/>
            <pc:sldMk cId="2522368572" sldId="292"/>
            <ac:spMk id="7" creationId="{CED3785C-7573-4D11-9070-7B1F035598ED}"/>
          </ac:spMkLst>
        </pc:spChg>
        <pc:picChg chg="mod modCrop">
          <ac:chgData name="Riasat Khan" userId="826ac62dfbb52e43" providerId="LiveId" clId="{9F0A6072-1983-4472-89DF-AD08FBA8823A}" dt="2023-04-05T05:44:24.969" v="160" actId="1076"/>
          <ac:picMkLst>
            <pc:docMk/>
            <pc:sldMk cId="2522368572" sldId="292"/>
            <ac:picMk id="6" creationId="{B9B2479E-89F9-DA02-58BF-9E81C06D25BF}"/>
          </ac:picMkLst>
        </pc:picChg>
      </pc:sldChg>
      <pc:sldChg chg="modSp mod">
        <pc:chgData name="Riasat Khan" userId="826ac62dfbb52e43" providerId="LiveId" clId="{9F0A6072-1983-4472-89DF-AD08FBA8823A}" dt="2023-04-12T05:16:41.577" v="964" actId="27636"/>
        <pc:sldMkLst>
          <pc:docMk/>
          <pc:sldMk cId="4217062146" sldId="293"/>
        </pc:sldMkLst>
        <pc:spChg chg="mod">
          <ac:chgData name="Riasat Khan" userId="826ac62dfbb52e43" providerId="LiveId" clId="{9F0A6072-1983-4472-89DF-AD08FBA8823A}" dt="2023-04-12T05:16:41.577" v="964" actId="27636"/>
          <ac:spMkLst>
            <pc:docMk/>
            <pc:sldMk cId="4217062146" sldId="293"/>
            <ac:spMk id="3" creationId="{06410437-BB6A-8706-D849-1B59DC9DC10A}"/>
          </ac:spMkLst>
        </pc:spChg>
      </pc:sldChg>
      <pc:sldChg chg="modSp mod">
        <pc:chgData name="Riasat Khan" userId="826ac62dfbb52e43" providerId="LiveId" clId="{9F0A6072-1983-4472-89DF-AD08FBA8823A}" dt="2023-04-05T02:40:03.701" v="17" actId="20577"/>
        <pc:sldMkLst>
          <pc:docMk/>
          <pc:sldMk cId="554823043" sldId="294"/>
        </pc:sldMkLst>
        <pc:spChg chg="mod">
          <ac:chgData name="Riasat Khan" userId="826ac62dfbb52e43" providerId="LiveId" clId="{9F0A6072-1983-4472-89DF-AD08FBA8823A}" dt="2023-04-05T02:40:03.701" v="17" actId="20577"/>
          <ac:spMkLst>
            <pc:docMk/>
            <pc:sldMk cId="554823043" sldId="294"/>
            <ac:spMk id="2" creationId="{FB8B9A9E-296E-988E-6AE3-8BD5270EFBCF}"/>
          </ac:spMkLst>
        </pc:spChg>
      </pc:sldChg>
      <pc:sldChg chg="addSp modSp mod">
        <pc:chgData name="Riasat Khan" userId="826ac62dfbb52e43" providerId="LiveId" clId="{9F0A6072-1983-4472-89DF-AD08FBA8823A}" dt="2023-04-10T02:02:52.084" v="585" actId="255"/>
        <pc:sldMkLst>
          <pc:docMk/>
          <pc:sldMk cId="3123329316" sldId="295"/>
        </pc:sldMkLst>
        <pc:spChg chg="mod">
          <ac:chgData name="Riasat Khan" userId="826ac62dfbb52e43" providerId="LiveId" clId="{9F0A6072-1983-4472-89DF-AD08FBA8823A}" dt="2023-04-10T02:02:52.084" v="585" actId="255"/>
          <ac:spMkLst>
            <pc:docMk/>
            <pc:sldMk cId="3123329316" sldId="295"/>
            <ac:spMk id="2" creationId="{FB8B9A9E-296E-988E-6AE3-8BD5270EFBCF}"/>
          </ac:spMkLst>
        </pc:spChg>
        <pc:spChg chg="mod">
          <ac:chgData name="Riasat Khan" userId="826ac62dfbb52e43" providerId="LiveId" clId="{9F0A6072-1983-4472-89DF-AD08FBA8823A}" dt="2023-04-05T08:11:01.797" v="509" actId="207"/>
          <ac:spMkLst>
            <pc:docMk/>
            <pc:sldMk cId="3123329316" sldId="295"/>
            <ac:spMk id="3" creationId="{06410437-BB6A-8706-D849-1B59DC9DC10A}"/>
          </ac:spMkLst>
        </pc:spChg>
        <pc:picChg chg="add mod modCrop">
          <ac:chgData name="Riasat Khan" userId="826ac62dfbb52e43" providerId="LiveId" clId="{9F0A6072-1983-4472-89DF-AD08FBA8823A}" dt="2023-04-05T05:39:32.315" v="127" actId="14100"/>
          <ac:picMkLst>
            <pc:docMk/>
            <pc:sldMk cId="3123329316" sldId="295"/>
            <ac:picMk id="5" creationId="{F363F1E1-83D7-4D49-84D7-C62F18454AFF}"/>
          </ac:picMkLst>
        </pc:picChg>
      </pc:sldChg>
      <pc:sldChg chg="addSp delSp modSp add mod">
        <pc:chgData name="Riasat Khan" userId="826ac62dfbb52e43" providerId="LiveId" clId="{9F0A6072-1983-4472-89DF-AD08FBA8823A}" dt="2023-04-12T05:18:35.502" v="971" actId="20577"/>
        <pc:sldMkLst>
          <pc:docMk/>
          <pc:sldMk cId="3916893687" sldId="296"/>
        </pc:sldMkLst>
        <pc:spChg chg="mod">
          <ac:chgData name="Riasat Khan" userId="826ac62dfbb52e43" providerId="LiveId" clId="{9F0A6072-1983-4472-89DF-AD08FBA8823A}" dt="2023-04-05T05:38:57.973" v="119" actId="20577"/>
          <ac:spMkLst>
            <pc:docMk/>
            <pc:sldMk cId="3916893687" sldId="296"/>
            <ac:spMk id="2" creationId="{FB8B9A9E-296E-988E-6AE3-8BD5270EFBCF}"/>
          </ac:spMkLst>
        </pc:spChg>
        <pc:spChg chg="mod">
          <ac:chgData name="Riasat Khan" userId="826ac62dfbb52e43" providerId="LiveId" clId="{9F0A6072-1983-4472-89DF-AD08FBA8823A}" dt="2023-04-12T05:18:35.502" v="971" actId="20577"/>
          <ac:spMkLst>
            <pc:docMk/>
            <pc:sldMk cId="3916893687" sldId="296"/>
            <ac:spMk id="3" creationId="{06410437-BB6A-8706-D849-1B59DC9DC10A}"/>
          </ac:spMkLst>
        </pc:spChg>
        <pc:picChg chg="del mod">
          <ac:chgData name="Riasat Khan" userId="826ac62dfbb52e43" providerId="LiveId" clId="{9F0A6072-1983-4472-89DF-AD08FBA8823A}" dt="2023-04-05T05:28:35.288" v="42" actId="478"/>
          <ac:picMkLst>
            <pc:docMk/>
            <pc:sldMk cId="3916893687" sldId="296"/>
            <ac:picMk id="5" creationId="{F363F1E1-83D7-4D49-84D7-C62F18454AFF}"/>
          </ac:picMkLst>
        </pc:picChg>
        <pc:picChg chg="add del mod">
          <ac:chgData name="Riasat Khan" userId="826ac62dfbb52e43" providerId="LiveId" clId="{9F0A6072-1983-4472-89DF-AD08FBA8823A}" dt="2023-04-05T05:28:44.376" v="44" actId="478"/>
          <ac:picMkLst>
            <pc:docMk/>
            <pc:sldMk cId="3916893687" sldId="296"/>
            <ac:picMk id="6" creationId="{DCC533E3-8875-49DF-9FFC-C5369CA539E7}"/>
          </ac:picMkLst>
        </pc:picChg>
        <pc:picChg chg="add del mod">
          <ac:chgData name="Riasat Khan" userId="826ac62dfbb52e43" providerId="LiveId" clId="{9F0A6072-1983-4472-89DF-AD08FBA8823A}" dt="2023-04-05T05:28:52.040" v="46" actId="478"/>
          <ac:picMkLst>
            <pc:docMk/>
            <pc:sldMk cId="3916893687" sldId="296"/>
            <ac:picMk id="8" creationId="{BCD66A38-108A-4B6F-A227-77E28F2FEAA4}"/>
          </ac:picMkLst>
        </pc:picChg>
        <pc:picChg chg="add mod modCrop">
          <ac:chgData name="Riasat Khan" userId="826ac62dfbb52e43" providerId="LiveId" clId="{9F0A6072-1983-4472-89DF-AD08FBA8823A}" dt="2023-04-05T08:11:22.366" v="519" actId="14100"/>
          <ac:picMkLst>
            <pc:docMk/>
            <pc:sldMk cId="3916893687" sldId="296"/>
            <ac:picMk id="10" creationId="{0A81262B-1E31-445E-930D-E8A75470480B}"/>
          </ac:picMkLst>
        </pc:picChg>
      </pc:sldChg>
      <pc:sldChg chg="addSp delSp modSp add mod">
        <pc:chgData name="Riasat Khan" userId="826ac62dfbb52e43" providerId="LiveId" clId="{9F0A6072-1983-4472-89DF-AD08FBA8823A}" dt="2023-04-05T06:36:26.350" v="280" actId="20577"/>
        <pc:sldMkLst>
          <pc:docMk/>
          <pc:sldMk cId="3030265787" sldId="297"/>
        </pc:sldMkLst>
        <pc:spChg chg="mod">
          <ac:chgData name="Riasat Khan" userId="826ac62dfbb52e43" providerId="LiveId" clId="{9F0A6072-1983-4472-89DF-AD08FBA8823A}" dt="2023-04-05T05:48:08.406" v="181" actId="6549"/>
          <ac:spMkLst>
            <pc:docMk/>
            <pc:sldMk cId="3030265787" sldId="297"/>
            <ac:spMk id="2" creationId="{FB8B9A9E-296E-988E-6AE3-8BD5270EFBCF}"/>
          </ac:spMkLst>
        </pc:spChg>
        <pc:spChg chg="mod">
          <ac:chgData name="Riasat Khan" userId="826ac62dfbb52e43" providerId="LiveId" clId="{9F0A6072-1983-4472-89DF-AD08FBA8823A}" dt="2023-04-05T06:36:26.350" v="280" actId="20577"/>
          <ac:spMkLst>
            <pc:docMk/>
            <pc:sldMk cId="3030265787" sldId="297"/>
            <ac:spMk id="3" creationId="{06410437-BB6A-8706-D849-1B59DC9DC10A}"/>
          </ac:spMkLst>
        </pc:spChg>
        <pc:picChg chg="del mod">
          <ac:chgData name="Riasat Khan" userId="826ac62dfbb52e43" providerId="LiveId" clId="{9F0A6072-1983-4472-89DF-AD08FBA8823A}" dt="2023-04-05T05:48:28.340" v="185" actId="478"/>
          <ac:picMkLst>
            <pc:docMk/>
            <pc:sldMk cId="3030265787" sldId="297"/>
            <ac:picMk id="5" creationId="{5CC0AF7B-2A73-999B-62CA-102D1F306E83}"/>
          </ac:picMkLst>
        </pc:picChg>
        <pc:picChg chg="add del mod">
          <ac:chgData name="Riasat Khan" userId="826ac62dfbb52e43" providerId="LiveId" clId="{9F0A6072-1983-4472-89DF-AD08FBA8823A}" dt="2023-04-05T05:48:15.870" v="183" actId="478"/>
          <ac:picMkLst>
            <pc:docMk/>
            <pc:sldMk cId="3030265787" sldId="297"/>
            <ac:picMk id="6" creationId="{97871DE9-5A37-4F8B-AEA2-F5E82975C6A4}"/>
          </ac:picMkLst>
        </pc:picChg>
        <pc:picChg chg="add mod modCrop">
          <ac:chgData name="Riasat Khan" userId="826ac62dfbb52e43" providerId="LiveId" clId="{9F0A6072-1983-4472-89DF-AD08FBA8823A}" dt="2023-04-05T06:35:51.039" v="223" actId="14100"/>
          <ac:picMkLst>
            <pc:docMk/>
            <pc:sldMk cId="3030265787" sldId="297"/>
            <ac:picMk id="8" creationId="{0F843CA4-2918-44BD-A51E-C5D75496D77F}"/>
          </ac:picMkLst>
        </pc:picChg>
      </pc:sldChg>
      <pc:sldChg chg="addSp delSp modSp add mod modAnim">
        <pc:chgData name="Riasat Khan" userId="826ac62dfbb52e43" providerId="LiveId" clId="{9F0A6072-1983-4472-89DF-AD08FBA8823A}" dt="2023-04-10T02:08:51.135" v="612" actId="1076"/>
        <pc:sldMkLst>
          <pc:docMk/>
          <pc:sldMk cId="2199246184" sldId="298"/>
        </pc:sldMkLst>
        <pc:spChg chg="mod">
          <ac:chgData name="Riasat Khan" userId="826ac62dfbb52e43" providerId="LiveId" clId="{9F0A6072-1983-4472-89DF-AD08FBA8823A}" dt="2023-04-05T08:03:24.442" v="386" actId="14100"/>
          <ac:spMkLst>
            <pc:docMk/>
            <pc:sldMk cId="2199246184" sldId="298"/>
            <ac:spMk id="2" creationId="{DA2DE238-AC0D-4EDA-A563-31184FF30519}"/>
          </ac:spMkLst>
        </pc:spChg>
        <pc:spChg chg="mod">
          <ac:chgData name="Riasat Khan" userId="826ac62dfbb52e43" providerId="LiveId" clId="{9F0A6072-1983-4472-89DF-AD08FBA8823A}" dt="2023-04-10T02:08:44.973" v="611" actId="20577"/>
          <ac:spMkLst>
            <pc:docMk/>
            <pc:sldMk cId="2199246184" sldId="298"/>
            <ac:spMk id="3" creationId="{62D364F6-8313-49C1-9C89-87F4030E7E68}"/>
          </ac:spMkLst>
        </pc:spChg>
        <pc:spChg chg="add del mod">
          <ac:chgData name="Riasat Khan" userId="826ac62dfbb52e43" providerId="LiveId" clId="{9F0A6072-1983-4472-89DF-AD08FBA8823A}" dt="2023-04-10T02:08:00.376" v="591" actId="478"/>
          <ac:spMkLst>
            <pc:docMk/>
            <pc:sldMk cId="2199246184" sldId="298"/>
            <ac:spMk id="6" creationId="{B6CB1F39-AFBD-469F-B2DE-F007448E00AE}"/>
          </ac:spMkLst>
        </pc:spChg>
        <pc:picChg chg="add del mod modCrop">
          <ac:chgData name="Riasat Khan" userId="826ac62dfbb52e43" providerId="LiveId" clId="{9F0A6072-1983-4472-89DF-AD08FBA8823A}" dt="2023-04-10T02:07:59.454" v="590" actId="478"/>
          <ac:picMkLst>
            <pc:docMk/>
            <pc:sldMk cId="2199246184" sldId="298"/>
            <ac:picMk id="5" creationId="{062530CD-BA17-4D5B-BF11-401F534E5A85}"/>
          </ac:picMkLst>
        </pc:picChg>
        <pc:picChg chg="add mod">
          <ac:chgData name="Riasat Khan" userId="826ac62dfbb52e43" providerId="LiveId" clId="{9F0A6072-1983-4472-89DF-AD08FBA8823A}" dt="2023-04-10T02:08:51.135" v="612" actId="1076"/>
          <ac:picMkLst>
            <pc:docMk/>
            <pc:sldMk cId="2199246184" sldId="298"/>
            <ac:picMk id="7" creationId="{868387D3-161C-4085-A3AF-A65AD25894C8}"/>
          </ac:picMkLst>
        </pc:picChg>
      </pc:sldChg>
      <pc:sldChg chg="addSp delSp modSp mod modAnim">
        <pc:chgData name="Riasat Khan" userId="826ac62dfbb52e43" providerId="LiveId" clId="{9F0A6072-1983-4472-89DF-AD08FBA8823A}" dt="2023-04-12T05:35:27.486" v="1016" actId="207"/>
        <pc:sldMkLst>
          <pc:docMk/>
          <pc:sldMk cId="1076635946" sldId="299"/>
        </pc:sldMkLst>
        <pc:spChg chg="mod">
          <ac:chgData name="Riasat Khan" userId="826ac62dfbb52e43" providerId="LiveId" clId="{9F0A6072-1983-4472-89DF-AD08FBA8823A}" dt="2023-04-12T05:35:27.486" v="1016" actId="207"/>
          <ac:spMkLst>
            <pc:docMk/>
            <pc:sldMk cId="1076635946" sldId="299"/>
            <ac:spMk id="3" creationId="{62D364F6-8313-49C1-9C89-87F4030E7E68}"/>
          </ac:spMkLst>
        </pc:spChg>
        <pc:picChg chg="add mod">
          <ac:chgData name="Riasat Khan" userId="826ac62dfbb52e43" providerId="LiveId" clId="{9F0A6072-1983-4472-89DF-AD08FBA8823A}" dt="2023-04-12T05:25:41.747" v="986" actId="1036"/>
          <ac:picMkLst>
            <pc:docMk/>
            <pc:sldMk cId="1076635946" sldId="299"/>
            <ac:picMk id="5" creationId="{FE527C33-99BB-4707-9B93-A377672395AF}"/>
          </ac:picMkLst>
        </pc:picChg>
        <pc:picChg chg="del mod">
          <ac:chgData name="Riasat Khan" userId="826ac62dfbb52e43" providerId="LiveId" clId="{9F0A6072-1983-4472-89DF-AD08FBA8823A}" dt="2023-04-11T08:14:55.722" v="666" actId="478"/>
          <ac:picMkLst>
            <pc:docMk/>
            <pc:sldMk cId="1076635946" sldId="299"/>
            <ac:picMk id="7" creationId="{E02F563B-9793-7C0F-1280-AF6F7BE4634F}"/>
          </ac:picMkLst>
        </pc:picChg>
      </pc:sldChg>
      <pc:sldChg chg="delSp modSp add mod modAnim">
        <pc:chgData name="Riasat Khan" userId="826ac62dfbb52e43" providerId="LiveId" clId="{9F0A6072-1983-4472-89DF-AD08FBA8823A}" dt="2023-04-10T02:08:53.980" v="613" actId="6549"/>
        <pc:sldMkLst>
          <pc:docMk/>
          <pc:sldMk cId="3135416433" sldId="300"/>
        </pc:sldMkLst>
        <pc:spChg chg="mod">
          <ac:chgData name="Riasat Khan" userId="826ac62dfbb52e43" providerId="LiveId" clId="{9F0A6072-1983-4472-89DF-AD08FBA8823A}" dt="2023-04-10T02:08:53.980" v="613" actId="6549"/>
          <ac:spMkLst>
            <pc:docMk/>
            <pc:sldMk cId="3135416433" sldId="300"/>
            <ac:spMk id="3" creationId="{62D364F6-8313-49C1-9C89-87F4030E7E68}"/>
          </ac:spMkLst>
        </pc:spChg>
        <pc:picChg chg="del">
          <ac:chgData name="Riasat Khan" userId="826ac62dfbb52e43" providerId="LiveId" clId="{9F0A6072-1983-4472-89DF-AD08FBA8823A}" dt="2023-04-10T02:07:48.724" v="589" actId="478"/>
          <ac:picMkLst>
            <pc:docMk/>
            <pc:sldMk cId="3135416433" sldId="300"/>
            <ac:picMk id="7" creationId="{868387D3-161C-4085-A3AF-A65AD25894C8}"/>
          </ac:picMkLst>
        </pc:picChg>
      </pc:sldChg>
      <pc:sldChg chg="addSp delSp modSp add mod ord modAnim">
        <pc:chgData name="Riasat Khan" userId="826ac62dfbb52e43" providerId="LiveId" clId="{9F0A6072-1983-4472-89DF-AD08FBA8823A}" dt="2023-04-12T05:44:42.818" v="1100" actId="20577"/>
        <pc:sldMkLst>
          <pc:docMk/>
          <pc:sldMk cId="1583785803" sldId="301"/>
        </pc:sldMkLst>
        <pc:spChg chg="mod">
          <ac:chgData name="Riasat Khan" userId="826ac62dfbb52e43" providerId="LiveId" clId="{9F0A6072-1983-4472-89DF-AD08FBA8823A}" dt="2023-04-12T05:38:47.737" v="1045" actId="20577"/>
          <ac:spMkLst>
            <pc:docMk/>
            <pc:sldMk cId="1583785803" sldId="301"/>
            <ac:spMk id="2" creationId="{DA2DE238-AC0D-4EDA-A563-31184FF30519}"/>
          </ac:spMkLst>
        </pc:spChg>
        <pc:spChg chg="mod">
          <ac:chgData name="Riasat Khan" userId="826ac62dfbb52e43" providerId="LiveId" clId="{9F0A6072-1983-4472-89DF-AD08FBA8823A}" dt="2023-04-12T05:44:42.818" v="1100" actId="20577"/>
          <ac:spMkLst>
            <pc:docMk/>
            <pc:sldMk cId="1583785803" sldId="301"/>
            <ac:spMk id="3" creationId="{62D364F6-8313-49C1-9C89-87F4030E7E68}"/>
          </ac:spMkLst>
        </pc:spChg>
        <pc:picChg chg="add mod modCrop">
          <ac:chgData name="Riasat Khan" userId="826ac62dfbb52e43" providerId="LiveId" clId="{9F0A6072-1983-4472-89DF-AD08FBA8823A}" dt="2023-04-12T05:44:09.517" v="1086" actId="1076"/>
          <ac:picMkLst>
            <pc:docMk/>
            <pc:sldMk cId="1583785803" sldId="301"/>
            <ac:picMk id="5" creationId="{C162B14F-6092-49B3-AC9A-6D6CA46076C2}"/>
          </ac:picMkLst>
        </pc:picChg>
        <pc:picChg chg="del">
          <ac:chgData name="Riasat Khan" userId="826ac62dfbb52e43" providerId="LiveId" clId="{9F0A6072-1983-4472-89DF-AD08FBA8823A}" dt="2023-04-11T08:27:16.435" v="747" actId="478"/>
          <ac:picMkLst>
            <pc:docMk/>
            <pc:sldMk cId="1583785803" sldId="301"/>
            <ac:picMk id="7" creationId="{E02F563B-9793-7C0F-1280-AF6F7BE4634F}"/>
          </ac:picMkLst>
        </pc:picChg>
      </pc:sldChg>
      <pc:sldChg chg="modSp add mod modAnim">
        <pc:chgData name="Riasat Khan" userId="826ac62dfbb52e43" providerId="LiveId" clId="{9F0A6072-1983-4472-89DF-AD08FBA8823A}" dt="2023-04-12T05:33:28.851" v="1013" actId="14100"/>
        <pc:sldMkLst>
          <pc:docMk/>
          <pc:sldMk cId="2289185212" sldId="302"/>
        </pc:sldMkLst>
        <pc:spChg chg="mod">
          <ac:chgData name="Riasat Khan" userId="826ac62dfbb52e43" providerId="LiveId" clId="{9F0A6072-1983-4472-89DF-AD08FBA8823A}" dt="2023-04-12T05:32:22.114" v="1012"/>
          <ac:spMkLst>
            <pc:docMk/>
            <pc:sldMk cId="2289185212" sldId="302"/>
            <ac:spMk id="3" creationId="{62D364F6-8313-49C1-9C89-87F4030E7E68}"/>
          </ac:spMkLst>
        </pc:spChg>
        <pc:picChg chg="mod">
          <ac:chgData name="Riasat Khan" userId="826ac62dfbb52e43" providerId="LiveId" clId="{9F0A6072-1983-4472-89DF-AD08FBA8823A}" dt="2023-04-12T05:33:28.851" v="1013" actId="14100"/>
          <ac:picMkLst>
            <pc:docMk/>
            <pc:sldMk cId="2289185212" sldId="302"/>
            <ac:picMk id="7" creationId="{E02F563B-9793-7C0F-1280-AF6F7BE4634F}"/>
          </ac:picMkLst>
        </pc:picChg>
      </pc:sldChg>
      <pc:sldChg chg="addSp delSp modSp add mod modAnim">
        <pc:chgData name="Riasat Khan" userId="826ac62dfbb52e43" providerId="LiveId" clId="{9F0A6072-1983-4472-89DF-AD08FBA8823A}" dt="2023-04-12T02:05:26.879" v="937"/>
        <pc:sldMkLst>
          <pc:docMk/>
          <pc:sldMk cId="121923245" sldId="303"/>
        </pc:sldMkLst>
        <pc:spChg chg="mod">
          <ac:chgData name="Riasat Khan" userId="826ac62dfbb52e43" providerId="LiveId" clId="{9F0A6072-1983-4472-89DF-AD08FBA8823A}" dt="2023-04-12T01:41:02.508" v="782" actId="20577"/>
          <ac:spMkLst>
            <pc:docMk/>
            <pc:sldMk cId="121923245" sldId="303"/>
            <ac:spMk id="2" creationId="{DA2DE238-AC0D-4EDA-A563-31184FF30519}"/>
          </ac:spMkLst>
        </pc:spChg>
        <pc:spChg chg="mod">
          <ac:chgData name="Riasat Khan" userId="826ac62dfbb52e43" providerId="LiveId" clId="{9F0A6072-1983-4472-89DF-AD08FBA8823A}" dt="2023-04-12T02:05:26.879" v="937"/>
          <ac:spMkLst>
            <pc:docMk/>
            <pc:sldMk cId="121923245" sldId="303"/>
            <ac:spMk id="3" creationId="{62D364F6-8313-49C1-9C89-87F4030E7E68}"/>
          </ac:spMkLst>
        </pc:spChg>
        <pc:spChg chg="add mod">
          <ac:chgData name="Riasat Khan" userId="826ac62dfbb52e43" providerId="LiveId" clId="{9F0A6072-1983-4472-89DF-AD08FBA8823A}" dt="2023-04-12T01:50:18.845" v="800" actId="692"/>
          <ac:spMkLst>
            <pc:docMk/>
            <pc:sldMk cId="121923245" sldId="303"/>
            <ac:spMk id="4" creationId="{7E1DF30C-37EC-4EA5-9A3C-C6AA9913E133}"/>
          </ac:spMkLst>
        </pc:spChg>
        <pc:picChg chg="add mod">
          <ac:chgData name="Riasat Khan" userId="826ac62dfbb52e43" providerId="LiveId" clId="{9F0A6072-1983-4472-89DF-AD08FBA8823A}" dt="2023-04-12T01:46:28.408" v="787" actId="1076"/>
          <ac:picMkLst>
            <pc:docMk/>
            <pc:sldMk cId="121923245" sldId="303"/>
            <ac:picMk id="5" creationId="{0BFCE52B-B3F7-42C6-9CD7-A99CCDA2A285}"/>
          </ac:picMkLst>
        </pc:picChg>
        <pc:picChg chg="del">
          <ac:chgData name="Riasat Khan" userId="826ac62dfbb52e43" providerId="LiveId" clId="{9F0A6072-1983-4472-89DF-AD08FBA8823A}" dt="2023-04-12T02:03:48.558" v="904" actId="478"/>
          <ac:picMkLst>
            <pc:docMk/>
            <pc:sldMk cId="121923245" sldId="303"/>
            <ac:picMk id="7" creationId="{E02F563B-9793-7C0F-1280-AF6F7BE4634F}"/>
          </ac:picMkLst>
        </pc:picChg>
      </pc:sldChg>
      <pc:sldChg chg="modSp add mod modAnim">
        <pc:chgData name="Riasat Khan" userId="826ac62dfbb52e43" providerId="LiveId" clId="{9F0A6072-1983-4472-89DF-AD08FBA8823A}" dt="2023-04-12T05:31:45.120" v="1008" actId="14100"/>
        <pc:sldMkLst>
          <pc:docMk/>
          <pc:sldMk cId="1620156989" sldId="304"/>
        </pc:sldMkLst>
        <pc:spChg chg="mod">
          <ac:chgData name="Riasat Khan" userId="826ac62dfbb52e43" providerId="LiveId" clId="{9F0A6072-1983-4472-89DF-AD08FBA8823A}" dt="2023-04-12T05:29:38.712" v="998" actId="20577"/>
          <ac:spMkLst>
            <pc:docMk/>
            <pc:sldMk cId="1620156989" sldId="304"/>
            <ac:spMk id="3" creationId="{62D364F6-8313-49C1-9C89-87F4030E7E68}"/>
          </ac:spMkLst>
        </pc:spChg>
        <pc:picChg chg="mod">
          <ac:chgData name="Riasat Khan" userId="826ac62dfbb52e43" providerId="LiveId" clId="{9F0A6072-1983-4472-89DF-AD08FBA8823A}" dt="2023-04-12T05:31:45.120" v="1008" actId="14100"/>
          <ac:picMkLst>
            <pc:docMk/>
            <pc:sldMk cId="1620156989" sldId="304"/>
            <ac:picMk id="5" creationId="{FE527C33-99BB-4707-9B93-A377672395AF}"/>
          </ac:picMkLst>
        </pc:picChg>
      </pc:sldChg>
      <pc:sldChg chg="modSp add mod ord modAnim">
        <pc:chgData name="Riasat Khan" userId="826ac62dfbb52e43" providerId="LiveId" clId="{9F0A6072-1983-4472-89DF-AD08FBA8823A}" dt="2023-04-12T05:51:21.769" v="1151" actId="6549"/>
        <pc:sldMkLst>
          <pc:docMk/>
          <pc:sldMk cId="2353269839" sldId="305"/>
        </pc:sldMkLst>
        <pc:spChg chg="mod">
          <ac:chgData name="Riasat Khan" userId="826ac62dfbb52e43" providerId="LiveId" clId="{9F0A6072-1983-4472-89DF-AD08FBA8823A}" dt="2023-04-12T05:43:43.675" v="1083" actId="20577"/>
          <ac:spMkLst>
            <pc:docMk/>
            <pc:sldMk cId="2353269839" sldId="305"/>
            <ac:spMk id="2" creationId="{DA2DE238-AC0D-4EDA-A563-31184FF30519}"/>
          </ac:spMkLst>
        </pc:spChg>
        <pc:spChg chg="mod">
          <ac:chgData name="Riasat Khan" userId="826ac62dfbb52e43" providerId="LiveId" clId="{9F0A6072-1983-4472-89DF-AD08FBA8823A}" dt="2023-04-12T05:51:21.769" v="1151" actId="6549"/>
          <ac:spMkLst>
            <pc:docMk/>
            <pc:sldMk cId="2353269839" sldId="305"/>
            <ac:spMk id="3" creationId="{62D364F6-8313-49C1-9C89-87F4030E7E68}"/>
          </ac:spMkLst>
        </pc:spChg>
        <pc:picChg chg="mod modCrop">
          <ac:chgData name="Riasat Khan" userId="826ac62dfbb52e43" providerId="LiveId" clId="{9F0A6072-1983-4472-89DF-AD08FBA8823A}" dt="2023-04-12T05:50:39.059" v="1132" actId="1037"/>
          <ac:picMkLst>
            <pc:docMk/>
            <pc:sldMk cId="2353269839" sldId="305"/>
            <ac:picMk id="5" creationId="{C162B14F-6092-49B3-AC9A-6D6CA46076C2}"/>
          </ac:picMkLst>
        </pc:picChg>
      </pc:sldChg>
    </pc:docChg>
  </pc:docChgLst>
  <pc:docChgLst>
    <pc:chgData name="Riasat Khan" userId="826ac62dfbb52e43" providerId="Windows Live" clId="Web-{1CFF86F3-4ADB-4521-B353-4777AEDF186C}"/>
    <pc:docChg chg="addSld delSld modSld">
      <pc:chgData name="Riasat Khan" userId="826ac62dfbb52e43" providerId="Windows Live" clId="Web-{1CFF86F3-4ADB-4521-B353-4777AEDF186C}" dt="2022-11-30T02:34:01.688" v="62" actId="20577"/>
      <pc:docMkLst>
        <pc:docMk/>
      </pc:docMkLst>
      <pc:sldChg chg="modSp add replId">
        <pc:chgData name="Riasat Khan" userId="826ac62dfbb52e43" providerId="Windows Live" clId="Web-{1CFF86F3-4ADB-4521-B353-4777AEDF186C}" dt="2022-11-30T02:34:01.688" v="62" actId="20577"/>
        <pc:sldMkLst>
          <pc:docMk/>
          <pc:sldMk cId="3123329316" sldId="295"/>
        </pc:sldMkLst>
        <pc:spChg chg="mod">
          <ac:chgData name="Riasat Khan" userId="826ac62dfbb52e43" providerId="Windows Live" clId="Web-{1CFF86F3-4ADB-4521-B353-4777AEDF186C}" dt="2022-11-30T02:32:29.858" v="54" actId="20577"/>
          <ac:spMkLst>
            <pc:docMk/>
            <pc:sldMk cId="3123329316" sldId="295"/>
            <ac:spMk id="2" creationId="{FB8B9A9E-296E-988E-6AE3-8BD5270EFBCF}"/>
          </ac:spMkLst>
        </pc:spChg>
        <pc:spChg chg="mod">
          <ac:chgData name="Riasat Khan" userId="826ac62dfbb52e43" providerId="Windows Live" clId="Web-{1CFF86F3-4ADB-4521-B353-4777AEDF186C}" dt="2022-11-30T02:34:01.688" v="62" actId="20577"/>
          <ac:spMkLst>
            <pc:docMk/>
            <pc:sldMk cId="3123329316" sldId="295"/>
            <ac:spMk id="3" creationId="{06410437-BB6A-8706-D849-1B59DC9DC10A}"/>
          </ac:spMkLst>
        </pc:spChg>
      </pc:sldChg>
      <pc:sldChg chg="modSp add del replId">
        <pc:chgData name="Riasat Khan" userId="826ac62dfbb52e43" providerId="Windows Live" clId="Web-{1CFF86F3-4ADB-4521-B353-4777AEDF186C}" dt="2022-11-30T02:33:50.141" v="60"/>
        <pc:sldMkLst>
          <pc:docMk/>
          <pc:sldMk cId="1470653509" sldId="296"/>
        </pc:sldMkLst>
        <pc:spChg chg="mod">
          <ac:chgData name="Riasat Khan" userId="826ac62dfbb52e43" providerId="Windows Live" clId="Web-{1CFF86F3-4ADB-4521-B353-4777AEDF186C}" dt="2022-11-30T02:33:45.766" v="59" actId="20577"/>
          <ac:spMkLst>
            <pc:docMk/>
            <pc:sldMk cId="1470653509" sldId="296"/>
            <ac:spMk id="2" creationId="{FB8B9A9E-296E-988E-6AE3-8BD5270EFBCF}"/>
          </ac:spMkLst>
        </pc:spChg>
      </pc:sldChg>
    </pc:docChg>
  </pc:docChgLst>
  <pc:docChgLst>
    <pc:chgData name="Riasat Khan" userId="826ac62dfbb52e43" providerId="LiveId" clId="{9795741C-D69C-4377-99C8-5F961615A0D7}"/>
    <pc:docChg chg="undo custSel addSld modSld sldOrd">
      <pc:chgData name="Riasat Khan" userId="826ac62dfbb52e43" providerId="LiveId" clId="{9795741C-D69C-4377-99C8-5F961615A0D7}" dt="2023-04-07T14:50:19.103" v="863" actId="255"/>
      <pc:docMkLst>
        <pc:docMk/>
      </pc:docMkLst>
      <pc:sldChg chg="addSp modSp mod">
        <pc:chgData name="Riasat Khan" userId="826ac62dfbb52e43" providerId="LiveId" clId="{9795741C-D69C-4377-99C8-5F961615A0D7}" dt="2022-11-27T14:42:22.419" v="287" actId="2711"/>
        <pc:sldMkLst>
          <pc:docMk/>
          <pc:sldMk cId="2160820427" sldId="288"/>
        </pc:sldMkLst>
        <pc:spChg chg="mod">
          <ac:chgData name="Riasat Khan" userId="826ac62dfbb52e43" providerId="LiveId" clId="{9795741C-D69C-4377-99C8-5F961615A0D7}" dt="2022-11-22T14:46:42.657" v="137" actId="1076"/>
          <ac:spMkLst>
            <pc:docMk/>
            <pc:sldMk cId="2160820427" sldId="288"/>
            <ac:spMk id="2" creationId="{0234BB01-6B84-E1A0-E3E2-247D821C5701}"/>
          </ac:spMkLst>
        </pc:spChg>
        <pc:spChg chg="add mod">
          <ac:chgData name="Riasat Khan" userId="826ac62dfbb52e43" providerId="LiveId" clId="{9795741C-D69C-4377-99C8-5F961615A0D7}" dt="2022-11-27T14:42:22.419" v="287" actId="2711"/>
          <ac:spMkLst>
            <pc:docMk/>
            <pc:sldMk cId="2160820427" sldId="288"/>
            <ac:spMk id="9" creationId="{FBFB0BD1-07BB-D9D2-000D-EF4A388235E8}"/>
          </ac:spMkLst>
        </pc:spChg>
        <pc:spChg chg="add mod">
          <ac:chgData name="Riasat Khan" userId="826ac62dfbb52e43" providerId="LiveId" clId="{9795741C-D69C-4377-99C8-5F961615A0D7}" dt="2022-11-27T14:41:28.691" v="277" actId="1036"/>
          <ac:spMkLst>
            <pc:docMk/>
            <pc:sldMk cId="2160820427" sldId="288"/>
            <ac:spMk id="14" creationId="{A70DB58D-C010-F1A0-3C64-58C6DAB0282C}"/>
          </ac:spMkLst>
        </pc:spChg>
        <pc:spChg chg="add mod">
          <ac:chgData name="Riasat Khan" userId="826ac62dfbb52e43" providerId="LiveId" clId="{9795741C-D69C-4377-99C8-5F961615A0D7}" dt="2022-11-27T14:41:42.601" v="283" actId="20577"/>
          <ac:spMkLst>
            <pc:docMk/>
            <pc:sldMk cId="2160820427" sldId="288"/>
            <ac:spMk id="15" creationId="{351E7816-8A33-5711-612A-65F1B3B547CE}"/>
          </ac:spMkLst>
        </pc:spChg>
        <pc:picChg chg="mod">
          <ac:chgData name="Riasat Khan" userId="826ac62dfbb52e43" providerId="LiveId" clId="{9795741C-D69C-4377-99C8-5F961615A0D7}" dt="2022-11-27T14:41:05.560" v="257" actId="1076"/>
          <ac:picMkLst>
            <pc:docMk/>
            <pc:sldMk cId="2160820427" sldId="288"/>
            <ac:picMk id="5" creationId="{BBF4C087-455D-4810-7F18-28FFAD67BFED}"/>
          </ac:picMkLst>
        </pc:picChg>
        <pc:cxnChg chg="add mod">
          <ac:chgData name="Riasat Khan" userId="826ac62dfbb52e43" providerId="LiveId" clId="{9795741C-D69C-4377-99C8-5F961615A0D7}" dt="2022-11-27T14:39:05.149" v="235" actId="692"/>
          <ac:cxnSpMkLst>
            <pc:docMk/>
            <pc:sldMk cId="2160820427" sldId="288"/>
            <ac:cxnSpMk id="4" creationId="{20004788-D3CD-06E8-D034-D8EF40C38B3A}"/>
          </ac:cxnSpMkLst>
        </pc:cxnChg>
        <pc:cxnChg chg="add mod">
          <ac:chgData name="Riasat Khan" userId="826ac62dfbb52e43" providerId="LiveId" clId="{9795741C-D69C-4377-99C8-5F961615A0D7}" dt="2022-11-22T13:26:56.486" v="79" actId="692"/>
          <ac:cxnSpMkLst>
            <pc:docMk/>
            <pc:sldMk cId="2160820427" sldId="288"/>
            <ac:cxnSpMk id="7" creationId="{D200F4A2-3575-B556-46EF-698A12698D27}"/>
          </ac:cxnSpMkLst>
        </pc:cxnChg>
        <pc:cxnChg chg="add mod">
          <ac:chgData name="Riasat Khan" userId="826ac62dfbb52e43" providerId="LiveId" clId="{9795741C-D69C-4377-99C8-5F961615A0D7}" dt="2022-11-27T14:40:12.972" v="236" actId="14100"/>
          <ac:cxnSpMkLst>
            <pc:docMk/>
            <pc:sldMk cId="2160820427" sldId="288"/>
            <ac:cxnSpMk id="8" creationId="{1465B01A-9347-F074-03EE-D38A4167423A}"/>
          </ac:cxnSpMkLst>
        </pc:cxnChg>
        <pc:cxnChg chg="add mod">
          <ac:chgData name="Riasat Khan" userId="826ac62dfbb52e43" providerId="LiveId" clId="{9795741C-D69C-4377-99C8-5F961615A0D7}" dt="2022-11-27T14:40:33.191" v="241" actId="692"/>
          <ac:cxnSpMkLst>
            <pc:docMk/>
            <pc:sldMk cId="2160820427" sldId="288"/>
            <ac:cxnSpMk id="12" creationId="{FB193B81-8E5A-9F62-72A8-01ACD5BDA8B6}"/>
          </ac:cxnSpMkLst>
        </pc:cxnChg>
      </pc:sldChg>
      <pc:sldChg chg="addSp modSp mod">
        <pc:chgData name="Riasat Khan" userId="826ac62dfbb52e43" providerId="LiveId" clId="{9795741C-D69C-4377-99C8-5F961615A0D7}" dt="2022-11-22T14:50:38.830" v="226" actId="2711"/>
        <pc:sldMkLst>
          <pc:docMk/>
          <pc:sldMk cId="836898955" sldId="289"/>
        </pc:sldMkLst>
        <pc:spChg chg="add mod">
          <ac:chgData name="Riasat Khan" userId="826ac62dfbb52e43" providerId="LiveId" clId="{9795741C-D69C-4377-99C8-5F961615A0D7}" dt="2022-11-22T14:50:38.830" v="226" actId="2711"/>
          <ac:spMkLst>
            <pc:docMk/>
            <pc:sldMk cId="836898955" sldId="289"/>
            <ac:spMk id="4" creationId="{79B590A6-46B2-8269-2B0C-7A58667ACB4F}"/>
          </ac:spMkLst>
        </pc:spChg>
        <pc:picChg chg="mod">
          <ac:chgData name="Riasat Khan" userId="826ac62dfbb52e43" providerId="LiveId" clId="{9795741C-D69C-4377-99C8-5F961615A0D7}" dt="2022-11-22T14:50:20.935" v="220" actId="1076"/>
          <ac:picMkLst>
            <pc:docMk/>
            <pc:sldMk cId="836898955" sldId="289"/>
            <ac:picMk id="5" creationId="{BBF4C087-455D-4810-7F18-28FFAD67BFED}"/>
          </ac:picMkLst>
        </pc:picChg>
      </pc:sldChg>
      <pc:sldChg chg="modSp mod">
        <pc:chgData name="Riasat Khan" userId="826ac62dfbb52e43" providerId="LiveId" clId="{9795741C-D69C-4377-99C8-5F961615A0D7}" dt="2023-04-07T11:38:29.077" v="396" actId="33524"/>
        <pc:sldMkLst>
          <pc:docMk/>
          <pc:sldMk cId="3613564983" sldId="290"/>
        </pc:sldMkLst>
        <pc:spChg chg="mod">
          <ac:chgData name="Riasat Khan" userId="826ac62dfbb52e43" providerId="LiveId" clId="{9795741C-D69C-4377-99C8-5F961615A0D7}" dt="2023-04-07T11:38:17.774" v="395" actId="20577"/>
          <ac:spMkLst>
            <pc:docMk/>
            <pc:sldMk cId="3613564983" sldId="290"/>
            <ac:spMk id="2" creationId="{FB8B9A9E-296E-988E-6AE3-8BD5270EFBCF}"/>
          </ac:spMkLst>
        </pc:spChg>
        <pc:spChg chg="mod">
          <ac:chgData name="Riasat Khan" userId="826ac62dfbb52e43" providerId="LiveId" clId="{9795741C-D69C-4377-99C8-5F961615A0D7}" dt="2023-04-07T11:38:29.077" v="396" actId="33524"/>
          <ac:spMkLst>
            <pc:docMk/>
            <pc:sldMk cId="3613564983" sldId="290"/>
            <ac:spMk id="3" creationId="{06410437-BB6A-8706-D849-1B59DC9DC10A}"/>
          </ac:spMkLst>
        </pc:spChg>
      </pc:sldChg>
      <pc:sldChg chg="addSp modSp add mod">
        <pc:chgData name="Riasat Khan" userId="826ac62dfbb52e43" providerId="LiveId" clId="{9795741C-D69C-4377-99C8-5F961615A0D7}" dt="2022-11-27T14:44:48.109" v="341" actId="20577"/>
        <pc:sldMkLst>
          <pc:docMk/>
          <pc:sldMk cId="2535175536" sldId="291"/>
        </pc:sldMkLst>
        <pc:spChg chg="mod">
          <ac:chgData name="Riasat Khan" userId="826ac62dfbb52e43" providerId="LiveId" clId="{9795741C-D69C-4377-99C8-5F961615A0D7}" dt="2022-11-22T12:39:31.767" v="9" actId="1076"/>
          <ac:spMkLst>
            <pc:docMk/>
            <pc:sldMk cId="2535175536" sldId="291"/>
            <ac:spMk id="2" creationId="{FB8B9A9E-296E-988E-6AE3-8BD5270EFBCF}"/>
          </ac:spMkLst>
        </pc:spChg>
        <pc:spChg chg="mod">
          <ac:chgData name="Riasat Khan" userId="826ac62dfbb52e43" providerId="LiveId" clId="{9795741C-D69C-4377-99C8-5F961615A0D7}" dt="2022-11-27T14:44:48.109" v="341" actId="20577"/>
          <ac:spMkLst>
            <pc:docMk/>
            <pc:sldMk cId="2535175536" sldId="291"/>
            <ac:spMk id="3" creationId="{06410437-BB6A-8706-D849-1B59DC9DC10A}"/>
          </ac:spMkLst>
        </pc:spChg>
        <pc:picChg chg="add mod modCrop">
          <ac:chgData name="Riasat Khan" userId="826ac62dfbb52e43" providerId="LiveId" clId="{9795741C-D69C-4377-99C8-5F961615A0D7}" dt="2022-11-27T14:44:16.779" v="325" actId="14100"/>
          <ac:picMkLst>
            <pc:docMk/>
            <pc:sldMk cId="2535175536" sldId="291"/>
            <ac:picMk id="5" creationId="{5CC0AF7B-2A73-999B-62CA-102D1F306E83}"/>
          </ac:picMkLst>
        </pc:picChg>
      </pc:sldChg>
      <pc:sldChg chg="addSp delSp modSp add mod">
        <pc:chgData name="Riasat Khan" userId="826ac62dfbb52e43" providerId="LiveId" clId="{9795741C-D69C-4377-99C8-5F961615A0D7}" dt="2023-04-07T11:46:31.248" v="450" actId="20577"/>
        <pc:sldMkLst>
          <pc:docMk/>
          <pc:sldMk cId="2522368572" sldId="292"/>
        </pc:sldMkLst>
        <pc:spChg chg="del mod">
          <ac:chgData name="Riasat Khan" userId="826ac62dfbb52e43" providerId="LiveId" clId="{9795741C-D69C-4377-99C8-5F961615A0D7}" dt="2022-11-22T13:21:08.132" v="67" actId="931"/>
          <ac:spMkLst>
            <pc:docMk/>
            <pc:sldMk cId="2522368572" sldId="292"/>
            <ac:spMk id="3" creationId="{06410437-BB6A-8706-D849-1B59DC9DC10A}"/>
          </ac:spMkLst>
        </pc:spChg>
        <pc:spChg chg="mod">
          <ac:chgData name="Riasat Khan" userId="826ac62dfbb52e43" providerId="LiveId" clId="{9795741C-D69C-4377-99C8-5F961615A0D7}" dt="2023-04-07T11:46:31.248" v="450" actId="20577"/>
          <ac:spMkLst>
            <pc:docMk/>
            <pc:sldMk cId="2522368572" sldId="292"/>
            <ac:spMk id="7" creationId="{CED3785C-7573-4D11-9070-7B1F035598ED}"/>
          </ac:spMkLst>
        </pc:spChg>
        <pc:picChg chg="del mod">
          <ac:chgData name="Riasat Khan" userId="826ac62dfbb52e43" providerId="LiveId" clId="{9795741C-D69C-4377-99C8-5F961615A0D7}" dt="2022-11-22T13:20:42.262" v="65" actId="478"/>
          <ac:picMkLst>
            <pc:docMk/>
            <pc:sldMk cId="2522368572" sldId="292"/>
            <ac:picMk id="5" creationId="{5CC0AF7B-2A73-999B-62CA-102D1F306E83}"/>
          </ac:picMkLst>
        </pc:picChg>
        <pc:picChg chg="add mod">
          <ac:chgData name="Riasat Khan" userId="826ac62dfbb52e43" providerId="LiveId" clId="{9795741C-D69C-4377-99C8-5F961615A0D7}" dt="2023-04-07T11:45:55.368" v="418" actId="14100"/>
          <ac:picMkLst>
            <pc:docMk/>
            <pc:sldMk cId="2522368572" sldId="292"/>
            <ac:picMk id="6" creationId="{B9B2479E-89F9-DA02-58BF-9E81C06D25BF}"/>
          </ac:picMkLst>
        </pc:picChg>
      </pc:sldChg>
      <pc:sldChg chg="delSp modSp add mod">
        <pc:chgData name="Riasat Khan" userId="826ac62dfbb52e43" providerId="LiveId" clId="{9795741C-D69C-4377-99C8-5F961615A0D7}" dt="2023-04-07T14:48:45.528" v="862" actId="33524"/>
        <pc:sldMkLst>
          <pc:docMk/>
          <pc:sldMk cId="4217062146" sldId="293"/>
        </pc:sldMkLst>
        <pc:spChg chg="mod">
          <ac:chgData name="Riasat Khan" userId="826ac62dfbb52e43" providerId="LiveId" clId="{9795741C-D69C-4377-99C8-5F961615A0D7}" dt="2022-11-22T14:43:04.734" v="113" actId="20577"/>
          <ac:spMkLst>
            <pc:docMk/>
            <pc:sldMk cId="4217062146" sldId="293"/>
            <ac:spMk id="2" creationId="{FB8B9A9E-296E-988E-6AE3-8BD5270EFBCF}"/>
          </ac:spMkLst>
        </pc:spChg>
        <pc:spChg chg="mod">
          <ac:chgData name="Riasat Khan" userId="826ac62dfbb52e43" providerId="LiveId" clId="{9795741C-D69C-4377-99C8-5F961615A0D7}" dt="2023-04-07T14:48:45.528" v="862" actId="33524"/>
          <ac:spMkLst>
            <pc:docMk/>
            <pc:sldMk cId="4217062146" sldId="293"/>
            <ac:spMk id="3" creationId="{06410437-BB6A-8706-D849-1B59DC9DC10A}"/>
          </ac:spMkLst>
        </pc:spChg>
        <pc:picChg chg="del">
          <ac:chgData name="Riasat Khan" userId="826ac62dfbb52e43" providerId="LiveId" clId="{9795741C-D69C-4377-99C8-5F961615A0D7}" dt="2022-11-22T14:45:01.810" v="128" actId="478"/>
          <ac:picMkLst>
            <pc:docMk/>
            <pc:sldMk cId="4217062146" sldId="293"/>
            <ac:picMk id="5" creationId="{5CC0AF7B-2A73-999B-62CA-102D1F306E83}"/>
          </ac:picMkLst>
        </pc:picChg>
      </pc:sldChg>
      <pc:sldChg chg="addSp delSp modSp add mod">
        <pc:chgData name="Riasat Khan" userId="826ac62dfbb52e43" providerId="LiveId" clId="{9795741C-D69C-4377-99C8-5F961615A0D7}" dt="2022-11-27T14:47:19.830" v="379" actId="20577"/>
        <pc:sldMkLst>
          <pc:docMk/>
          <pc:sldMk cId="554823043" sldId="294"/>
        </pc:sldMkLst>
        <pc:spChg chg="mod">
          <ac:chgData name="Riasat Khan" userId="826ac62dfbb52e43" providerId="LiveId" clId="{9795741C-D69C-4377-99C8-5F961615A0D7}" dt="2022-11-27T14:46:12.647" v="364" actId="6549"/>
          <ac:spMkLst>
            <pc:docMk/>
            <pc:sldMk cId="554823043" sldId="294"/>
            <ac:spMk id="2" creationId="{FB8B9A9E-296E-988E-6AE3-8BD5270EFBCF}"/>
          </ac:spMkLst>
        </pc:spChg>
        <pc:spChg chg="add mod">
          <ac:chgData name="Riasat Khan" userId="826ac62dfbb52e43" providerId="LiveId" clId="{9795741C-D69C-4377-99C8-5F961615A0D7}" dt="2022-11-27T14:47:19.830" v="379" actId="20577"/>
          <ac:spMkLst>
            <pc:docMk/>
            <pc:sldMk cId="554823043" sldId="294"/>
            <ac:spMk id="5" creationId="{3DC01691-72AB-B204-03AF-3C3B36DD367B}"/>
          </ac:spMkLst>
        </pc:spChg>
        <pc:picChg chg="del">
          <ac:chgData name="Riasat Khan" userId="826ac62dfbb52e43" providerId="LiveId" clId="{9795741C-D69C-4377-99C8-5F961615A0D7}" dt="2022-11-27T14:46:14.962" v="365" actId="478"/>
          <ac:picMkLst>
            <pc:docMk/>
            <pc:sldMk cId="554823043" sldId="294"/>
            <ac:picMk id="4" creationId="{DEAA8FE6-264D-B78D-0D86-505C67F68D50}"/>
          </ac:picMkLst>
        </pc:picChg>
        <pc:picChg chg="del">
          <ac:chgData name="Riasat Khan" userId="826ac62dfbb52e43" providerId="LiveId" clId="{9795741C-D69C-4377-99C8-5F961615A0D7}" dt="2022-11-27T14:46:15.565" v="366" actId="478"/>
          <ac:picMkLst>
            <pc:docMk/>
            <pc:sldMk cId="554823043" sldId="294"/>
            <ac:picMk id="6" creationId="{B9B2479E-89F9-DA02-58BF-9E81C06D25BF}"/>
          </ac:picMkLst>
        </pc:picChg>
      </pc:sldChg>
      <pc:sldChg chg="modSp mod">
        <pc:chgData name="Riasat Khan" userId="826ac62dfbb52e43" providerId="LiveId" clId="{9795741C-D69C-4377-99C8-5F961615A0D7}" dt="2023-04-07T14:47:36.826" v="852" actId="20577"/>
        <pc:sldMkLst>
          <pc:docMk/>
          <pc:sldMk cId="3916893687" sldId="296"/>
        </pc:sldMkLst>
        <pc:spChg chg="mod">
          <ac:chgData name="Riasat Khan" userId="826ac62dfbb52e43" providerId="LiveId" clId="{9795741C-D69C-4377-99C8-5F961615A0D7}" dt="2023-04-07T14:47:36.826" v="852" actId="20577"/>
          <ac:spMkLst>
            <pc:docMk/>
            <pc:sldMk cId="3916893687" sldId="296"/>
            <ac:spMk id="3" creationId="{06410437-BB6A-8706-D849-1B59DC9DC10A}"/>
          </ac:spMkLst>
        </pc:spChg>
      </pc:sldChg>
      <pc:sldChg chg="modSp mod">
        <pc:chgData name="Riasat Khan" userId="826ac62dfbb52e43" providerId="LiveId" clId="{9795741C-D69C-4377-99C8-5F961615A0D7}" dt="2023-04-07T11:41:52.305" v="401" actId="14100"/>
        <pc:sldMkLst>
          <pc:docMk/>
          <pc:sldMk cId="3030265787" sldId="297"/>
        </pc:sldMkLst>
        <pc:spChg chg="mod">
          <ac:chgData name="Riasat Khan" userId="826ac62dfbb52e43" providerId="LiveId" clId="{9795741C-D69C-4377-99C8-5F961615A0D7}" dt="2023-04-07T11:38:54.762" v="397" actId="14100"/>
          <ac:spMkLst>
            <pc:docMk/>
            <pc:sldMk cId="3030265787" sldId="297"/>
            <ac:spMk id="2" creationId="{FB8B9A9E-296E-988E-6AE3-8BD5270EFBCF}"/>
          </ac:spMkLst>
        </pc:spChg>
        <pc:spChg chg="mod">
          <ac:chgData name="Riasat Khan" userId="826ac62dfbb52e43" providerId="LiveId" clId="{9795741C-D69C-4377-99C8-5F961615A0D7}" dt="2023-04-07T11:41:47.473" v="400"/>
          <ac:spMkLst>
            <pc:docMk/>
            <pc:sldMk cId="3030265787" sldId="297"/>
            <ac:spMk id="3" creationId="{06410437-BB6A-8706-D849-1B59DC9DC10A}"/>
          </ac:spMkLst>
        </pc:spChg>
        <pc:picChg chg="mod">
          <ac:chgData name="Riasat Khan" userId="826ac62dfbb52e43" providerId="LiveId" clId="{9795741C-D69C-4377-99C8-5F961615A0D7}" dt="2023-04-07T11:41:52.305" v="401" actId="14100"/>
          <ac:picMkLst>
            <pc:docMk/>
            <pc:sldMk cId="3030265787" sldId="297"/>
            <ac:picMk id="8" creationId="{0F843CA4-2918-44BD-A51E-C5D75496D77F}"/>
          </ac:picMkLst>
        </pc:picChg>
      </pc:sldChg>
      <pc:sldChg chg="modSp modAnim">
        <pc:chgData name="Riasat Khan" userId="826ac62dfbb52e43" providerId="LiveId" clId="{9795741C-D69C-4377-99C8-5F961615A0D7}" dt="2023-04-07T14:50:19.103" v="863" actId="255"/>
        <pc:sldMkLst>
          <pc:docMk/>
          <pc:sldMk cId="2199246184" sldId="298"/>
        </pc:sldMkLst>
        <pc:spChg chg="mod">
          <ac:chgData name="Riasat Khan" userId="826ac62dfbb52e43" providerId="LiveId" clId="{9795741C-D69C-4377-99C8-5F961615A0D7}" dt="2023-04-07T14:50:19.103" v="863" actId="255"/>
          <ac:spMkLst>
            <pc:docMk/>
            <pc:sldMk cId="2199246184" sldId="298"/>
            <ac:spMk id="3" creationId="{62D364F6-8313-49C1-9C89-87F4030E7E68}"/>
          </ac:spMkLst>
        </pc:spChg>
      </pc:sldChg>
      <pc:sldChg chg="addSp delSp modSp add mod ord modAnim">
        <pc:chgData name="Riasat Khan" userId="826ac62dfbb52e43" providerId="LiveId" clId="{9795741C-D69C-4377-99C8-5F961615A0D7}" dt="2023-04-07T14:47:17.698" v="838"/>
        <pc:sldMkLst>
          <pc:docMk/>
          <pc:sldMk cId="1076635946" sldId="299"/>
        </pc:sldMkLst>
        <pc:spChg chg="mod">
          <ac:chgData name="Riasat Khan" userId="826ac62dfbb52e43" providerId="LiveId" clId="{9795741C-D69C-4377-99C8-5F961615A0D7}" dt="2023-04-07T11:59:00.765" v="604" actId="20577"/>
          <ac:spMkLst>
            <pc:docMk/>
            <pc:sldMk cId="1076635946" sldId="299"/>
            <ac:spMk id="2" creationId="{DA2DE238-AC0D-4EDA-A563-31184FF30519}"/>
          </ac:spMkLst>
        </pc:spChg>
        <pc:spChg chg="mod">
          <ac:chgData name="Riasat Khan" userId="826ac62dfbb52e43" providerId="LiveId" clId="{9795741C-D69C-4377-99C8-5F961615A0D7}" dt="2023-04-07T14:05:55.598" v="836" actId="20577"/>
          <ac:spMkLst>
            <pc:docMk/>
            <pc:sldMk cId="1076635946" sldId="299"/>
            <ac:spMk id="3" creationId="{62D364F6-8313-49C1-9C89-87F4030E7E68}"/>
          </ac:spMkLst>
        </pc:spChg>
        <pc:spChg chg="del">
          <ac:chgData name="Riasat Khan" userId="826ac62dfbb52e43" providerId="LiveId" clId="{9795741C-D69C-4377-99C8-5F961615A0D7}" dt="2023-04-07T11:58:18.783" v="589" actId="478"/>
          <ac:spMkLst>
            <pc:docMk/>
            <pc:sldMk cId="1076635946" sldId="299"/>
            <ac:spMk id="6" creationId="{B6CB1F39-AFBD-469F-B2DE-F007448E00AE}"/>
          </ac:spMkLst>
        </pc:spChg>
        <pc:picChg chg="del">
          <ac:chgData name="Riasat Khan" userId="826ac62dfbb52e43" providerId="LiveId" clId="{9795741C-D69C-4377-99C8-5F961615A0D7}" dt="2023-04-07T12:06:57.408" v="747" actId="478"/>
          <ac:picMkLst>
            <pc:docMk/>
            <pc:sldMk cId="1076635946" sldId="299"/>
            <ac:picMk id="5" creationId="{062530CD-BA17-4D5B-BF11-401F534E5A85}"/>
          </ac:picMkLst>
        </pc:picChg>
        <pc:picChg chg="add mod modCrop">
          <ac:chgData name="Riasat Khan" userId="826ac62dfbb52e43" providerId="LiveId" clId="{9795741C-D69C-4377-99C8-5F961615A0D7}" dt="2023-04-07T12:09:02.787" v="801" actId="1076"/>
          <ac:picMkLst>
            <pc:docMk/>
            <pc:sldMk cId="1076635946" sldId="299"/>
            <ac:picMk id="7" creationId="{E02F563B-9793-7C0F-1280-AF6F7BE4634F}"/>
          </ac:picMkLst>
        </pc:picChg>
      </pc:sldChg>
    </pc:docChg>
  </pc:docChgLst>
  <pc:docChgLst>
    <pc:chgData name="Riasat Khan" userId="826ac62dfbb52e43" providerId="Windows Live" clId="Web-{F2857890-7BCB-4299-BA7A-20574DA4A817}"/>
    <pc:docChg chg="modSld">
      <pc:chgData name="Riasat Khan" userId="826ac62dfbb52e43" providerId="Windows Live" clId="Web-{F2857890-7BCB-4299-BA7A-20574DA4A817}" dt="2022-11-28T02:44:00.676" v="2" actId="14100"/>
      <pc:docMkLst>
        <pc:docMk/>
      </pc:docMkLst>
      <pc:sldChg chg="modSp">
        <pc:chgData name="Riasat Khan" userId="826ac62dfbb52e43" providerId="Windows Live" clId="Web-{F2857890-7BCB-4299-BA7A-20574DA4A817}" dt="2022-11-28T02:44:00.676" v="2" actId="14100"/>
        <pc:sldMkLst>
          <pc:docMk/>
          <pc:sldMk cId="2160820427" sldId="288"/>
        </pc:sldMkLst>
        <pc:cxnChg chg="mod">
          <ac:chgData name="Riasat Khan" userId="826ac62dfbb52e43" providerId="Windows Live" clId="Web-{F2857890-7BCB-4299-BA7A-20574DA4A817}" dt="2022-11-28T02:44:00.676" v="2" actId="14100"/>
          <ac:cxnSpMkLst>
            <pc:docMk/>
            <pc:sldMk cId="2160820427" sldId="288"/>
            <ac:cxnSpMk id="7" creationId="{D200F4A2-3575-B556-46EF-698A12698D27}"/>
          </ac:cxnSpMkLst>
        </pc:cxnChg>
        <pc:cxnChg chg="mod">
          <ac:chgData name="Riasat Khan" userId="826ac62dfbb52e43" providerId="Windows Live" clId="Web-{F2857890-7BCB-4299-BA7A-20574DA4A817}" dt="2022-11-28T02:43:55.129" v="1" actId="14100"/>
          <ac:cxnSpMkLst>
            <pc:docMk/>
            <pc:sldMk cId="2160820427" sldId="288"/>
            <ac:cxnSpMk id="8" creationId="{1465B01A-9347-F074-03EE-D38A4167423A}"/>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EBCC3-1716-E6BC-390E-28FC72C06A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6E17D1-713C-1EAD-F456-05CE87538C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E8E16F-8AAB-6AF4-3BDD-E9A4907CF9E4}"/>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5" name="Footer Placeholder 4">
            <a:extLst>
              <a:ext uri="{FF2B5EF4-FFF2-40B4-BE49-F238E27FC236}">
                <a16:creationId xmlns:a16="http://schemas.microsoft.com/office/drawing/2014/main" id="{F573E076-F043-512A-EBEF-3A3A2A0762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FA0040-50D6-63D5-5F38-249AA92129A0}"/>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2508969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7F192-35EB-F55C-8541-0F272DCB72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8F2E93-8538-3C60-9E75-3BBD0559DC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517BF3-D6DF-29E8-E930-DA7EF609E23E}"/>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5" name="Footer Placeholder 4">
            <a:extLst>
              <a:ext uri="{FF2B5EF4-FFF2-40B4-BE49-F238E27FC236}">
                <a16:creationId xmlns:a16="http://schemas.microsoft.com/office/drawing/2014/main" id="{602E42A1-AEA5-104D-F5E1-5A0CC2C860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D1CA8-81C6-C576-6EFF-B6B4A9559A16}"/>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354415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F2E54-AA38-5817-B6B6-1C3FCF3442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518205-78B3-9733-1513-A057C3D479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B9F86C-5BB1-8A15-4404-E88AB5382A74}"/>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5" name="Footer Placeholder 4">
            <a:extLst>
              <a:ext uri="{FF2B5EF4-FFF2-40B4-BE49-F238E27FC236}">
                <a16:creationId xmlns:a16="http://schemas.microsoft.com/office/drawing/2014/main" id="{83EDC3D1-FDBA-921C-30CC-7E5C1755AC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0DA0B4-6F3A-E8DF-3B7B-09AD31C694AC}"/>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1937586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5D072-1E4A-83B7-B411-FB64C91D0F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0662D0-7196-F687-0F8A-D565245C3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DE2E29-7EF3-9691-3F1E-17F9C17D23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D4E49B-E0BA-5AB6-A444-593A8CD9705B}"/>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6" name="Footer Placeholder 5">
            <a:extLst>
              <a:ext uri="{FF2B5EF4-FFF2-40B4-BE49-F238E27FC236}">
                <a16:creationId xmlns:a16="http://schemas.microsoft.com/office/drawing/2014/main" id="{919FA55A-D5F9-5950-E084-927FAF166A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F80CBD-1ADB-644B-904D-780E4A0E344F}"/>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499322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EA45-46A4-8F37-2A1E-04070AAFAA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7FCA6F-826C-4364-44FC-E663B9BDE9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65E5DC-9AC0-6BA4-0670-F401DF641C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691A8A-8CBC-5741-7E12-1E26B65033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54D9DA-EB0D-31F6-036A-9BC757043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846F6E-B82A-35BD-979B-2DC2269CF3D2}"/>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8" name="Footer Placeholder 7">
            <a:extLst>
              <a:ext uri="{FF2B5EF4-FFF2-40B4-BE49-F238E27FC236}">
                <a16:creationId xmlns:a16="http://schemas.microsoft.com/office/drawing/2014/main" id="{E62BDEB9-9B44-F3C4-5B61-C383A8E308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B7A737-5EC0-74B5-78E6-5DD0E75C2DEB}"/>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169333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5CE02-161F-0B4A-3505-5FCD043F73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E69E7A-6A24-8BF1-FD55-6CDE82B255AE}"/>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4" name="Footer Placeholder 3">
            <a:extLst>
              <a:ext uri="{FF2B5EF4-FFF2-40B4-BE49-F238E27FC236}">
                <a16:creationId xmlns:a16="http://schemas.microsoft.com/office/drawing/2014/main" id="{A4129281-13F9-7A97-3143-9ED729EDE8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F53A73-040B-9430-045B-3B8263286468}"/>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1385571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968856-ED9A-62F3-6CE7-9090927C1825}"/>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3" name="Footer Placeholder 2">
            <a:extLst>
              <a:ext uri="{FF2B5EF4-FFF2-40B4-BE49-F238E27FC236}">
                <a16:creationId xmlns:a16="http://schemas.microsoft.com/office/drawing/2014/main" id="{72F1265F-CF4B-8B5F-5FE4-20894B1936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50C313-2768-70DA-A792-E5E33F7CF00B}"/>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1060033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904F1-19A5-926A-3ADB-F79648EBD0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7FB3F8-104D-0567-1AFD-1DF756D064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1A963A-BF0B-5FAF-DFC1-DADE187193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E2E8AE-AD13-5AB1-FF71-E55A979C48A8}"/>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6" name="Footer Placeholder 5">
            <a:extLst>
              <a:ext uri="{FF2B5EF4-FFF2-40B4-BE49-F238E27FC236}">
                <a16:creationId xmlns:a16="http://schemas.microsoft.com/office/drawing/2014/main" id="{9002B4C3-ECEE-9CD0-A43B-46B3FCB713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34C46C-B111-2B59-77DD-35B2E4C7C880}"/>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428370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7499A-AA20-3701-3BF9-9499300F33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CC5329-0AB6-F093-6F8F-F4715AB6D7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35B471-6E37-63D0-7C7A-96426BBD25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993A88-9FFA-E242-B6E1-498AD42C0A23}"/>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6" name="Footer Placeholder 5">
            <a:extLst>
              <a:ext uri="{FF2B5EF4-FFF2-40B4-BE49-F238E27FC236}">
                <a16:creationId xmlns:a16="http://schemas.microsoft.com/office/drawing/2014/main" id="{59C51560-C0B9-0FF5-95A3-176F98C1DE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9C06D4-D55A-CF26-BC7F-821EE5DAF2CF}"/>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3274087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B0544-FF79-370D-B923-4C8C92D686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C5DD50-6902-EBD8-D00F-3F80E7DC2D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4F2A1B-BAA6-D984-6AB0-E85A3BA87ABA}"/>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5" name="Footer Placeholder 4">
            <a:extLst>
              <a:ext uri="{FF2B5EF4-FFF2-40B4-BE49-F238E27FC236}">
                <a16:creationId xmlns:a16="http://schemas.microsoft.com/office/drawing/2014/main" id="{00ADB151-28E1-6746-E89D-F253532D85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A7F3C6-8AAE-D6EA-5C8D-B60B6EB13601}"/>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2121203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1C1A3A-E05D-6902-B84C-C24322B223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FD06AF-7F2C-A7ED-5A8B-076859F5C0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963D4F-4F04-6228-F079-EADE162E359B}"/>
              </a:ext>
            </a:extLst>
          </p:cNvPr>
          <p:cNvSpPr>
            <a:spLocks noGrp="1"/>
          </p:cNvSpPr>
          <p:nvPr>
            <p:ph type="dt" sz="half" idx="10"/>
          </p:nvPr>
        </p:nvSpPr>
        <p:spPr/>
        <p:txBody>
          <a:bodyPr/>
          <a:lstStyle/>
          <a:p>
            <a:fld id="{9E2CE285-6B4A-43A6-B8AE-7240671216CB}" type="datetimeFigureOut">
              <a:rPr lang="en-US" smtClean="0"/>
              <a:t>4/12/2023</a:t>
            </a:fld>
            <a:endParaRPr lang="en-US"/>
          </a:p>
        </p:txBody>
      </p:sp>
      <p:sp>
        <p:nvSpPr>
          <p:cNvPr id="5" name="Footer Placeholder 4">
            <a:extLst>
              <a:ext uri="{FF2B5EF4-FFF2-40B4-BE49-F238E27FC236}">
                <a16:creationId xmlns:a16="http://schemas.microsoft.com/office/drawing/2014/main" id="{67ACC3B4-16B5-7E22-C25D-293168E21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B8D64D-A654-B862-72D5-BF502EB2E94A}"/>
              </a:ext>
            </a:extLst>
          </p:cNvPr>
          <p:cNvSpPr>
            <a:spLocks noGrp="1"/>
          </p:cNvSpPr>
          <p:nvPr>
            <p:ph type="sldNum" sz="quarter" idx="12"/>
          </p:nvPr>
        </p:nvSpPr>
        <p:spPr/>
        <p:txBody>
          <a:bodyPr/>
          <a:lstStyle/>
          <a:p>
            <a:fld id="{1AA739E5-0029-449C-B856-0C5D9321A3BE}" type="slidenum">
              <a:rPr lang="en-US" smtClean="0"/>
              <a:t>‹#›</a:t>
            </a:fld>
            <a:endParaRPr lang="en-US"/>
          </a:p>
        </p:txBody>
      </p:sp>
    </p:spTree>
    <p:extLst>
      <p:ext uri="{BB962C8B-B14F-4D97-AF65-F5344CB8AC3E}">
        <p14:creationId xmlns:p14="http://schemas.microsoft.com/office/powerpoint/2010/main" val="3899865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9E2099-95A4-4C1E-C945-34CDBA75CE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E63989-59CD-AA76-CF21-0C4DAAF4D3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E605E9-3594-00B6-39BB-4F73216FD5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2CE285-6B4A-43A6-B8AE-7240671216CB}" type="datetimeFigureOut">
              <a:rPr lang="en-US" smtClean="0"/>
              <a:t>4/12/2023</a:t>
            </a:fld>
            <a:endParaRPr lang="en-US"/>
          </a:p>
        </p:txBody>
      </p:sp>
      <p:sp>
        <p:nvSpPr>
          <p:cNvPr id="5" name="Footer Placeholder 4">
            <a:extLst>
              <a:ext uri="{FF2B5EF4-FFF2-40B4-BE49-F238E27FC236}">
                <a16:creationId xmlns:a16="http://schemas.microsoft.com/office/drawing/2014/main" id="{3C3DC356-28A8-32FF-76C5-229552D8B5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FD99E9-1EBB-5C38-6AEE-B76263414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A739E5-0029-449C-B856-0C5D9321A3BE}" type="slidenum">
              <a:rPr lang="en-US" smtClean="0"/>
              <a:t>‹#›</a:t>
            </a:fld>
            <a:endParaRPr lang="en-US"/>
          </a:p>
        </p:txBody>
      </p:sp>
    </p:spTree>
    <p:extLst>
      <p:ext uri="{BB962C8B-B14F-4D97-AF65-F5344CB8AC3E}">
        <p14:creationId xmlns:p14="http://schemas.microsoft.com/office/powerpoint/2010/main" val="3115876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1E381-ED43-940B-1535-9FE51FA5B170}"/>
              </a:ext>
            </a:extLst>
          </p:cNvPr>
          <p:cNvSpPr>
            <a:spLocks noGrp="1"/>
          </p:cNvSpPr>
          <p:nvPr>
            <p:ph type="ctrTitle"/>
          </p:nvPr>
        </p:nvSpPr>
        <p:spPr/>
        <p:txBody>
          <a:bodyPr/>
          <a:lstStyle/>
          <a:p>
            <a:r>
              <a:rPr lang="en-US"/>
              <a:t>Logistic Regression</a:t>
            </a:r>
          </a:p>
        </p:txBody>
      </p:sp>
      <p:sp>
        <p:nvSpPr>
          <p:cNvPr id="3" name="Subtitle 2">
            <a:extLst>
              <a:ext uri="{FF2B5EF4-FFF2-40B4-BE49-F238E27FC236}">
                <a16:creationId xmlns:a16="http://schemas.microsoft.com/office/drawing/2014/main" id="{7CADA197-1622-96D0-4DB2-CE12F17235C3}"/>
              </a:ext>
            </a:extLst>
          </p:cNvPr>
          <p:cNvSpPr>
            <a:spLocks noGrp="1"/>
          </p:cNvSpPr>
          <p:nvPr>
            <p:ph type="subTitle" idx="1"/>
          </p:nvPr>
        </p:nvSpPr>
        <p:spPr/>
        <p:txBody>
          <a:bodyPr/>
          <a:lstStyle/>
          <a:p>
            <a:r>
              <a:rPr lang="en-US" dirty="0"/>
              <a:t>Logistic regression is a supervised machine learning algorithm used for classification tasks</a:t>
            </a:r>
          </a:p>
        </p:txBody>
      </p:sp>
    </p:spTree>
    <p:extLst>
      <p:ext uri="{BB962C8B-B14F-4D97-AF65-F5344CB8AC3E}">
        <p14:creationId xmlns:p14="http://schemas.microsoft.com/office/powerpoint/2010/main" val="2637484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4BB01-6B84-E1A0-E3E2-247D821C5701}"/>
              </a:ext>
            </a:extLst>
          </p:cNvPr>
          <p:cNvSpPr>
            <a:spLocks noGrp="1"/>
          </p:cNvSpPr>
          <p:nvPr>
            <p:ph type="title"/>
          </p:nvPr>
        </p:nvSpPr>
        <p:spPr>
          <a:xfrm>
            <a:off x="838200" y="0"/>
            <a:ext cx="10515600" cy="1325563"/>
          </a:xfrm>
        </p:spPr>
        <p:txBody>
          <a:bodyPr/>
          <a:lstStyle/>
          <a:p>
            <a:r>
              <a:rPr lang="en-US"/>
              <a:t>Linear Regression for Classification Problem</a:t>
            </a:r>
          </a:p>
        </p:txBody>
      </p:sp>
      <p:pic>
        <p:nvPicPr>
          <p:cNvPr id="5" name="Content Placeholder 4" descr="Diagram&#10;&#10;Description automatically generated">
            <a:extLst>
              <a:ext uri="{FF2B5EF4-FFF2-40B4-BE49-F238E27FC236}">
                <a16:creationId xmlns:a16="http://schemas.microsoft.com/office/drawing/2014/main" id="{BBF4C087-455D-4810-7F18-28FFAD67BF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210" y="1363847"/>
            <a:ext cx="6274049" cy="4733217"/>
          </a:xfrm>
        </p:spPr>
      </p:pic>
      <p:cxnSp>
        <p:nvCxnSpPr>
          <p:cNvPr id="7" name="Straight Arrow Connector 6">
            <a:extLst>
              <a:ext uri="{FF2B5EF4-FFF2-40B4-BE49-F238E27FC236}">
                <a16:creationId xmlns:a16="http://schemas.microsoft.com/office/drawing/2014/main" id="{D200F4A2-3575-B556-46EF-698A12698D27}"/>
              </a:ext>
            </a:extLst>
          </p:cNvPr>
          <p:cNvCxnSpPr>
            <a:cxnSpLocks/>
          </p:cNvCxnSpPr>
          <p:nvPr/>
        </p:nvCxnSpPr>
        <p:spPr>
          <a:xfrm>
            <a:off x="3234683" y="2246050"/>
            <a:ext cx="39917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BFB0BD1-07BB-D9D2-000D-EF4A388235E8}"/>
              </a:ext>
            </a:extLst>
          </p:cNvPr>
          <p:cNvSpPr txBox="1"/>
          <p:nvPr/>
        </p:nvSpPr>
        <p:spPr>
          <a:xfrm>
            <a:off x="7359588" y="2042694"/>
            <a:ext cx="4832412" cy="4401205"/>
          </a:xfrm>
          <a:prstGeom prst="rect">
            <a:avLst/>
          </a:prstGeom>
          <a:noFill/>
        </p:spPr>
        <p:txBody>
          <a:bodyPr wrap="square">
            <a:spAutoFit/>
          </a:bodyPr>
          <a:lstStyle/>
          <a:p>
            <a:r>
              <a:rPr lang="en-US" sz="2000" b="0" i="0" dirty="0">
                <a:solidFill>
                  <a:srgbClr val="FF0000"/>
                </a:solidFill>
                <a:effectLst/>
              </a:rPr>
              <a:t>Decision boundary</a:t>
            </a:r>
            <a:r>
              <a:rPr lang="en-US" sz="2000" b="0" i="0" dirty="0">
                <a:effectLst/>
              </a:rPr>
              <a:t>: a line (in the case of two features), where all (or most) samples of one class are on one side of that line, and all samples of the other class are on the opposite side of the line. </a:t>
            </a:r>
          </a:p>
          <a:p>
            <a:r>
              <a:rPr lang="en-US" sz="2000" b="0" i="0" dirty="0">
                <a:effectLst/>
              </a:rPr>
              <a:t>The line </a:t>
            </a:r>
            <a:r>
              <a:rPr lang="en-US" sz="2000" b="0" i="1" dirty="0">
                <a:effectLst/>
              </a:rPr>
              <a:t>separates</a:t>
            </a:r>
            <a:r>
              <a:rPr lang="en-US" sz="2000" b="0" i="0" dirty="0">
                <a:effectLst/>
              </a:rPr>
              <a:t> one class from the other. </a:t>
            </a:r>
          </a:p>
          <a:p>
            <a:r>
              <a:rPr lang="en-US" sz="2000" b="0" i="0" dirty="0">
                <a:effectLst/>
              </a:rPr>
              <a:t>For more than two features, the decision boundary is not a line, but a (hyper)-plane</a:t>
            </a:r>
          </a:p>
          <a:p>
            <a:endParaRPr lang="en-US" sz="2000" dirty="0"/>
          </a:p>
          <a:p>
            <a:r>
              <a:rPr lang="en-US" sz="2000" dirty="0">
                <a:solidFill>
                  <a:srgbClr val="FF0000"/>
                </a:solidFill>
              </a:rPr>
              <a:t>Binary Classification Problem</a:t>
            </a:r>
            <a:r>
              <a:rPr lang="en-US" sz="2000" dirty="0"/>
              <a:t>: Classify Malignant/benign cells from its size</a:t>
            </a:r>
          </a:p>
          <a:p>
            <a:r>
              <a:rPr lang="en-US" sz="2000" dirty="0"/>
              <a:t>All the values lie to its left side are considered as a negative class and all the values lie to its right side are positive class</a:t>
            </a:r>
          </a:p>
        </p:txBody>
      </p:sp>
      <p:cxnSp>
        <p:nvCxnSpPr>
          <p:cNvPr id="4" name="Straight Connector 3">
            <a:extLst>
              <a:ext uri="{FF2B5EF4-FFF2-40B4-BE49-F238E27FC236}">
                <a16:creationId xmlns:a16="http://schemas.microsoft.com/office/drawing/2014/main" id="{20004788-D3CD-06E8-D034-D8EF40C38B3A}"/>
              </a:ext>
            </a:extLst>
          </p:cNvPr>
          <p:cNvCxnSpPr>
            <a:cxnSpLocks/>
          </p:cNvCxnSpPr>
          <p:nvPr/>
        </p:nvCxnSpPr>
        <p:spPr>
          <a:xfrm>
            <a:off x="1362269" y="2491273"/>
            <a:ext cx="3895531" cy="0"/>
          </a:xfrm>
          <a:prstGeom prst="line">
            <a:avLst/>
          </a:prstGeom>
          <a:ln w="25400">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465B01A-9347-F074-03EE-D38A4167423A}"/>
              </a:ext>
            </a:extLst>
          </p:cNvPr>
          <p:cNvCxnSpPr>
            <a:cxnSpLocks/>
          </p:cNvCxnSpPr>
          <p:nvPr/>
        </p:nvCxnSpPr>
        <p:spPr>
          <a:xfrm>
            <a:off x="3180213" y="1527990"/>
            <a:ext cx="57509" cy="3014827"/>
          </a:xfrm>
          <a:prstGeom prst="line">
            <a:avLst/>
          </a:prstGeom>
          <a:ln w="25400">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B193B81-8E5A-9F62-72A8-01ACD5BDA8B6}"/>
              </a:ext>
            </a:extLst>
          </p:cNvPr>
          <p:cNvCxnSpPr/>
          <p:nvPr/>
        </p:nvCxnSpPr>
        <p:spPr>
          <a:xfrm>
            <a:off x="2538919" y="4416357"/>
            <a:ext cx="1313990"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70DB58D-C010-F1A0-3C64-58C6DAB0282C}"/>
              </a:ext>
            </a:extLst>
          </p:cNvPr>
          <p:cNvSpPr txBox="1"/>
          <p:nvPr/>
        </p:nvSpPr>
        <p:spPr>
          <a:xfrm>
            <a:off x="3801803" y="4253953"/>
            <a:ext cx="6099242" cy="369332"/>
          </a:xfrm>
          <a:prstGeom prst="rect">
            <a:avLst/>
          </a:prstGeom>
          <a:noFill/>
        </p:spPr>
        <p:txBody>
          <a:bodyPr wrap="square">
            <a:spAutoFit/>
          </a:bodyPr>
          <a:lstStyle/>
          <a:p>
            <a:r>
              <a:rPr lang="en-US" b="0" i="0">
                <a:solidFill>
                  <a:srgbClr val="FF0000"/>
                </a:solidFill>
                <a:effectLst/>
                <a:latin typeface="Helvetica Neue"/>
              </a:rPr>
              <a:t>Positive class</a:t>
            </a:r>
            <a:endParaRPr lang="en-US"/>
          </a:p>
        </p:txBody>
      </p:sp>
      <p:sp>
        <p:nvSpPr>
          <p:cNvPr id="15" name="TextBox 14">
            <a:extLst>
              <a:ext uri="{FF2B5EF4-FFF2-40B4-BE49-F238E27FC236}">
                <a16:creationId xmlns:a16="http://schemas.microsoft.com/office/drawing/2014/main" id="{351E7816-8A33-5711-612A-65F1B3B547CE}"/>
              </a:ext>
            </a:extLst>
          </p:cNvPr>
          <p:cNvSpPr txBox="1"/>
          <p:nvPr/>
        </p:nvSpPr>
        <p:spPr>
          <a:xfrm>
            <a:off x="978306" y="4253953"/>
            <a:ext cx="6099242" cy="369332"/>
          </a:xfrm>
          <a:prstGeom prst="rect">
            <a:avLst/>
          </a:prstGeom>
          <a:noFill/>
        </p:spPr>
        <p:txBody>
          <a:bodyPr wrap="square">
            <a:spAutoFit/>
          </a:bodyPr>
          <a:lstStyle/>
          <a:p>
            <a:r>
              <a:rPr lang="en-US" b="0" i="0">
                <a:solidFill>
                  <a:srgbClr val="FF0000"/>
                </a:solidFill>
                <a:effectLst/>
                <a:latin typeface="Helvetica Neue"/>
              </a:rPr>
              <a:t>Negative class</a:t>
            </a: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9915BE7-81C8-4939-8672-86276918F51E}"/>
                  </a:ext>
                </a:extLst>
              </p:cNvPr>
              <p:cNvSpPr txBox="1"/>
              <p:nvPr/>
            </p:nvSpPr>
            <p:spPr>
              <a:xfrm>
                <a:off x="787709" y="1201453"/>
                <a:ext cx="6150768" cy="369332"/>
              </a:xfrm>
              <a:prstGeom prst="rect">
                <a:avLst/>
              </a:prstGeom>
              <a:noFill/>
            </p:spPr>
            <p:txBody>
              <a:bodyPr wrap="square">
                <a:spAutoFit/>
              </a:bodyPr>
              <a:lstStyle/>
              <a:p>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𝒉</m:t>
                        </m:r>
                      </m:e>
                      <m:sub>
                        <m:r>
                          <a:rPr lang="en-US" b="1" i="1" smtClean="0">
                            <a:latin typeface="Cambria Math" panose="02040503050406030204" pitchFamily="18" charset="0"/>
                            <a:ea typeface="Cambria Math" panose="02040503050406030204" pitchFamily="18" charset="0"/>
                          </a:rPr>
                          <m:t>𝜽</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𝒚</m:t>
                        </m:r>
                      </m:e>
                    </m:acc>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a14:m>
                <a:r>
                  <a:rPr lang="en-US" b="1" dirty="0"/>
                  <a:t> </a:t>
                </a:r>
              </a:p>
            </p:txBody>
          </p:sp>
        </mc:Choice>
        <mc:Fallback xmlns="">
          <p:sp>
            <p:nvSpPr>
              <p:cNvPr id="13" name="TextBox 12">
                <a:extLst>
                  <a:ext uri="{FF2B5EF4-FFF2-40B4-BE49-F238E27FC236}">
                    <a16:creationId xmlns:a16="http://schemas.microsoft.com/office/drawing/2014/main" id="{E9915BE7-81C8-4939-8672-86276918F51E}"/>
                  </a:ext>
                </a:extLst>
              </p:cNvPr>
              <p:cNvSpPr txBox="1">
                <a:spLocks noRot="1" noChangeAspect="1" noMove="1" noResize="1" noEditPoints="1" noAdjustHandles="1" noChangeArrowheads="1" noChangeShapeType="1" noTextEdit="1"/>
              </p:cNvSpPr>
              <p:nvPr/>
            </p:nvSpPr>
            <p:spPr>
              <a:xfrm>
                <a:off x="787709" y="1201453"/>
                <a:ext cx="6150768" cy="369332"/>
              </a:xfrm>
              <a:prstGeom prst="rect">
                <a:avLst/>
              </a:prstGeom>
              <a:blipFill>
                <a:blip r:embed="rId3"/>
                <a:stretch>
                  <a:fillRect b="-13115"/>
                </a:stretch>
              </a:blipFill>
            </p:spPr>
            <p:txBody>
              <a:bodyPr/>
              <a:lstStyle/>
              <a:p>
                <a:r>
                  <a:rPr lang="en-US">
                    <a:noFill/>
                  </a:rPr>
                  <a:t> </a:t>
                </a:r>
              </a:p>
            </p:txBody>
          </p:sp>
        </mc:Fallback>
      </mc:AlternateContent>
    </p:spTree>
    <p:extLst>
      <p:ext uri="{BB962C8B-B14F-4D97-AF65-F5344CB8AC3E}">
        <p14:creationId xmlns:p14="http://schemas.microsoft.com/office/powerpoint/2010/main" val="2160820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4BB01-6B84-E1A0-E3E2-247D821C5701}"/>
              </a:ext>
            </a:extLst>
          </p:cNvPr>
          <p:cNvSpPr>
            <a:spLocks noGrp="1"/>
          </p:cNvSpPr>
          <p:nvPr>
            <p:ph type="title"/>
          </p:nvPr>
        </p:nvSpPr>
        <p:spPr/>
        <p:txBody>
          <a:bodyPr/>
          <a:lstStyle/>
          <a:p>
            <a:r>
              <a:rPr lang="en-US" dirty="0"/>
              <a:t>Linear Regression for Classification Problem: Outliers</a:t>
            </a:r>
          </a:p>
        </p:txBody>
      </p:sp>
      <p:pic>
        <p:nvPicPr>
          <p:cNvPr id="5" name="Content Placeholder 4">
            <a:extLst>
              <a:ext uri="{FF2B5EF4-FFF2-40B4-BE49-F238E27FC236}">
                <a16:creationId xmlns:a16="http://schemas.microsoft.com/office/drawing/2014/main" id="{BBF4C087-455D-4810-7F18-28FFAD67BFE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29008" y="1841337"/>
            <a:ext cx="7044559" cy="3902515"/>
          </a:xfrm>
        </p:spPr>
      </p:pic>
      <p:sp>
        <p:nvSpPr>
          <p:cNvPr id="4" name="TextBox 3">
            <a:extLst>
              <a:ext uri="{FF2B5EF4-FFF2-40B4-BE49-F238E27FC236}">
                <a16:creationId xmlns:a16="http://schemas.microsoft.com/office/drawing/2014/main" id="{79B590A6-46B2-8269-2B0C-7A58667ACB4F}"/>
              </a:ext>
            </a:extLst>
          </p:cNvPr>
          <p:cNvSpPr txBox="1"/>
          <p:nvPr/>
        </p:nvSpPr>
        <p:spPr>
          <a:xfrm>
            <a:off x="6676008" y="1518171"/>
            <a:ext cx="5515992" cy="646331"/>
          </a:xfrm>
          <a:prstGeom prst="rect">
            <a:avLst/>
          </a:prstGeom>
          <a:noFill/>
        </p:spPr>
        <p:txBody>
          <a:bodyPr wrap="square">
            <a:spAutoFit/>
          </a:bodyPr>
          <a:lstStyle/>
          <a:p>
            <a:r>
              <a:rPr lang="en-US" i="0">
                <a:solidFill>
                  <a:srgbClr val="292929"/>
                </a:solidFill>
                <a:effectLst/>
                <a:latin typeface="Times New Roman" panose="02020603050405020304" pitchFamily="18" charset="0"/>
                <a:cs typeface="Times New Roman" panose="02020603050405020304" pitchFamily="18" charset="0"/>
              </a:rPr>
              <a:t>Linear Regression is highly affected by the inclusion of an outlier</a:t>
            </a:r>
            <a:endParaRPr lang="en-US">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DA1C2B42-0C76-428A-999E-C4F3B0B0E1B4}"/>
              </a:ext>
            </a:extLst>
          </p:cNvPr>
          <p:cNvCxnSpPr>
            <a:cxnSpLocks/>
          </p:cNvCxnSpPr>
          <p:nvPr/>
        </p:nvCxnSpPr>
        <p:spPr>
          <a:xfrm>
            <a:off x="3294872" y="1690688"/>
            <a:ext cx="0" cy="2395537"/>
          </a:xfrm>
          <a:prstGeom prst="line">
            <a:avLst/>
          </a:prstGeom>
          <a:ln w="25400">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E239782-0A79-43D1-8BF4-A8C8CE5092AC}"/>
              </a:ext>
            </a:extLst>
          </p:cNvPr>
          <p:cNvCxnSpPr>
            <a:cxnSpLocks/>
          </p:cNvCxnSpPr>
          <p:nvPr/>
        </p:nvCxnSpPr>
        <p:spPr>
          <a:xfrm>
            <a:off x="3324837" y="3703375"/>
            <a:ext cx="39917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DCA00FE-FA6E-424A-923C-BCF7F57626FB}"/>
              </a:ext>
            </a:extLst>
          </p:cNvPr>
          <p:cNvSpPr txBox="1"/>
          <p:nvPr/>
        </p:nvSpPr>
        <p:spPr>
          <a:xfrm>
            <a:off x="7449742" y="3500019"/>
            <a:ext cx="4742258" cy="707886"/>
          </a:xfrm>
          <a:prstGeom prst="rect">
            <a:avLst/>
          </a:prstGeom>
          <a:noFill/>
        </p:spPr>
        <p:txBody>
          <a:bodyPr wrap="square">
            <a:spAutoFit/>
          </a:bodyPr>
          <a:lstStyle/>
          <a:p>
            <a:r>
              <a:rPr lang="en-US" sz="2000" b="0" i="0" dirty="0">
                <a:solidFill>
                  <a:srgbClr val="FF0000"/>
                </a:solidFill>
                <a:effectLst/>
              </a:rPr>
              <a:t>New Decision boundary</a:t>
            </a:r>
            <a:r>
              <a:rPr lang="en-US" sz="2000" dirty="0">
                <a:solidFill>
                  <a:srgbClr val="FF0000"/>
                </a:solidFill>
              </a:rPr>
              <a:t> due the inclusion of an outlier</a:t>
            </a:r>
            <a:endParaRPr lang="en-US" sz="20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F85968-0A49-4191-8798-707F3BC72244}"/>
                  </a:ext>
                </a:extLst>
              </p:cNvPr>
              <p:cNvSpPr txBox="1"/>
              <p:nvPr/>
            </p:nvSpPr>
            <p:spPr>
              <a:xfrm>
                <a:off x="838200" y="1656670"/>
                <a:ext cx="6150768" cy="369332"/>
              </a:xfrm>
              <a:prstGeom prst="rect">
                <a:avLst/>
              </a:prstGeom>
              <a:noFill/>
            </p:spPr>
            <p:txBody>
              <a:bodyPr wrap="square">
                <a:spAutoFit/>
              </a:bodyPr>
              <a:lstStyle/>
              <a:p>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𝒉</m:t>
                        </m:r>
                      </m:e>
                      <m:sub>
                        <m:r>
                          <a:rPr lang="en-US" b="1" i="1" smtClean="0">
                            <a:latin typeface="Cambria Math" panose="02040503050406030204" pitchFamily="18" charset="0"/>
                            <a:ea typeface="Cambria Math" panose="02040503050406030204" pitchFamily="18" charset="0"/>
                          </a:rPr>
                          <m:t>𝜽</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𝒚</m:t>
                        </m:r>
                      </m:e>
                    </m:acc>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a14:m>
                <a:r>
                  <a:rPr lang="en-US" b="1" dirty="0"/>
                  <a:t> </a:t>
                </a:r>
              </a:p>
            </p:txBody>
          </p:sp>
        </mc:Choice>
        <mc:Fallback xmlns="">
          <p:sp>
            <p:nvSpPr>
              <p:cNvPr id="10" name="TextBox 9">
                <a:extLst>
                  <a:ext uri="{FF2B5EF4-FFF2-40B4-BE49-F238E27FC236}">
                    <a16:creationId xmlns:a16="http://schemas.microsoft.com/office/drawing/2014/main" id="{86F85968-0A49-4191-8798-707F3BC72244}"/>
                  </a:ext>
                </a:extLst>
              </p:cNvPr>
              <p:cNvSpPr txBox="1">
                <a:spLocks noRot="1" noChangeAspect="1" noMove="1" noResize="1" noEditPoints="1" noAdjustHandles="1" noChangeArrowheads="1" noChangeShapeType="1" noTextEdit="1"/>
              </p:cNvSpPr>
              <p:nvPr/>
            </p:nvSpPr>
            <p:spPr>
              <a:xfrm>
                <a:off x="838200" y="1656670"/>
                <a:ext cx="6150768" cy="369332"/>
              </a:xfrm>
              <a:prstGeom prst="rect">
                <a:avLst/>
              </a:prstGeom>
              <a:blipFill>
                <a:blip r:embed="rId3"/>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836898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9A9E-296E-988E-6AE3-8BD5270EFBCF}"/>
              </a:ext>
            </a:extLst>
          </p:cNvPr>
          <p:cNvSpPr>
            <a:spLocks noGrp="1"/>
          </p:cNvSpPr>
          <p:nvPr>
            <p:ph type="title"/>
          </p:nvPr>
        </p:nvSpPr>
        <p:spPr>
          <a:xfrm>
            <a:off x="0" y="0"/>
            <a:ext cx="12192000" cy="1325563"/>
          </a:xfrm>
        </p:spPr>
        <p:txBody>
          <a:bodyPr/>
          <a:lstStyle/>
          <a:p>
            <a:r>
              <a:rPr lang="en-US" dirty="0"/>
              <a:t>Why Linear Regression fail for Classification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410437-BB6A-8706-D849-1B59DC9DC10A}"/>
                  </a:ext>
                </a:extLst>
              </p:cNvPr>
              <p:cNvSpPr>
                <a:spLocks noGrp="1"/>
              </p:cNvSpPr>
              <p:nvPr>
                <p:ph idx="1"/>
              </p:nvPr>
            </p:nvSpPr>
            <p:spPr>
              <a:xfrm>
                <a:off x="0" y="1825624"/>
                <a:ext cx="12192000" cy="5032375"/>
              </a:xfrm>
            </p:spPr>
            <p:txBody>
              <a:bodyPr/>
              <a:lstStyle/>
              <a:p>
                <a:r>
                  <a:rPr lang="en-US" dirty="0"/>
                  <a:t>Linear Regression is not suitable for classification. </a:t>
                </a:r>
              </a:p>
              <a:p>
                <a:r>
                  <a:rPr lang="en-US" dirty="0"/>
                  <a:t>Classification Problem output: y = 0 (negative) or 1 (positive)</a:t>
                </a:r>
              </a:p>
              <a:p>
                <a:pPr marL="0" indent="0">
                  <a:buNone/>
                </a:pPr>
                <a:r>
                  <a:rPr lang="en-US" dirty="0"/>
                  <a:t>1. </a:t>
                </a:r>
                <a:r>
                  <a:rPr lang="en-US" dirty="0">
                    <a:solidFill>
                      <a:srgbClr val="FF0000"/>
                    </a:solidFill>
                  </a:rPr>
                  <a:t>Linear regression is unbounded. </a:t>
                </a:r>
                <a:r>
                  <a:rPr lang="en-US" dirty="0"/>
                  <a:t>Linear Regression predictions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h</m:t>
                        </m:r>
                      </m:e>
                      <m:sub>
                        <m:r>
                          <a:rPr lang="en-US"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can give values greater than 1 or less than 0. The prediction value do not range from 0 to 1.</a:t>
                </a:r>
              </a:p>
              <a:p>
                <a:pPr marL="0" indent="0">
                  <a:buNone/>
                </a:pPr>
                <a:r>
                  <a:rPr lang="en-US" dirty="0"/>
                  <a:t>2. Shift in best-fit line when new data points (outliers/noises) are added.</a:t>
                </a:r>
              </a:p>
            </p:txBody>
          </p:sp>
        </mc:Choice>
        <mc:Fallback xmlns="">
          <p:sp>
            <p:nvSpPr>
              <p:cNvPr id="3" name="Content Placeholder 2">
                <a:extLst>
                  <a:ext uri="{FF2B5EF4-FFF2-40B4-BE49-F238E27FC236}">
                    <a16:creationId xmlns:a16="http://schemas.microsoft.com/office/drawing/2014/main" id="{06410437-BB6A-8706-D849-1B59DC9DC10A}"/>
                  </a:ext>
                </a:extLst>
              </p:cNvPr>
              <p:cNvSpPr>
                <a:spLocks noGrp="1" noRot="1" noChangeAspect="1" noMove="1" noResize="1" noEditPoints="1" noAdjustHandles="1" noChangeArrowheads="1" noChangeShapeType="1" noTextEdit="1"/>
              </p:cNvSpPr>
              <p:nvPr>
                <p:ph idx="1"/>
              </p:nvPr>
            </p:nvSpPr>
            <p:spPr>
              <a:xfrm>
                <a:off x="0" y="1825624"/>
                <a:ext cx="12192000" cy="5032375"/>
              </a:xfrm>
              <a:blipFill>
                <a:blip r:embed="rId2"/>
                <a:stretch>
                  <a:fillRect l="-1000" t="-1937" r="-1400"/>
                </a:stretch>
              </a:blipFill>
            </p:spPr>
            <p:txBody>
              <a:bodyPr/>
              <a:lstStyle/>
              <a:p>
                <a:r>
                  <a:rPr lang="en-US">
                    <a:noFill/>
                  </a:rPr>
                  <a:t> </a:t>
                </a:r>
              </a:p>
            </p:txBody>
          </p:sp>
        </mc:Fallback>
      </mc:AlternateContent>
    </p:spTree>
    <p:extLst>
      <p:ext uri="{BB962C8B-B14F-4D97-AF65-F5344CB8AC3E}">
        <p14:creationId xmlns:p14="http://schemas.microsoft.com/office/powerpoint/2010/main" val="3613564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9A9E-296E-988E-6AE3-8BD5270EFBCF}"/>
              </a:ext>
            </a:extLst>
          </p:cNvPr>
          <p:cNvSpPr>
            <a:spLocks noGrp="1"/>
          </p:cNvSpPr>
          <p:nvPr>
            <p:ph type="title"/>
          </p:nvPr>
        </p:nvSpPr>
        <p:spPr>
          <a:xfrm>
            <a:off x="634013" y="0"/>
            <a:ext cx="10515600" cy="1325563"/>
          </a:xfrm>
        </p:spPr>
        <p:txBody>
          <a:bodyPr/>
          <a:lstStyle/>
          <a:p>
            <a:r>
              <a:rPr lang="en-US"/>
              <a:t>Logistic Regression for Classification Problem</a:t>
            </a:r>
          </a:p>
        </p:txBody>
      </p:sp>
      <p:sp>
        <p:nvSpPr>
          <p:cNvPr id="3" name="Content Placeholder 2">
            <a:extLst>
              <a:ext uri="{FF2B5EF4-FFF2-40B4-BE49-F238E27FC236}">
                <a16:creationId xmlns:a16="http://schemas.microsoft.com/office/drawing/2014/main" id="{06410437-BB6A-8706-D849-1B59DC9DC10A}"/>
              </a:ext>
            </a:extLst>
          </p:cNvPr>
          <p:cNvSpPr>
            <a:spLocks noGrp="1"/>
          </p:cNvSpPr>
          <p:nvPr>
            <p:ph idx="1"/>
          </p:nvPr>
        </p:nvSpPr>
        <p:spPr>
          <a:xfrm>
            <a:off x="0" y="1109709"/>
            <a:ext cx="12192000" cy="5748291"/>
          </a:xfrm>
        </p:spPr>
        <p:txBody>
          <a:bodyPr>
            <a:normAutofit lnSpcReduction="10000"/>
          </a:bodyPr>
          <a:lstStyle/>
          <a:p>
            <a:r>
              <a:rPr lang="en-US" dirty="0"/>
              <a:t>Used for the classification problems, </a:t>
            </a:r>
          </a:p>
          <a:p>
            <a:r>
              <a:rPr lang="en-US" dirty="0"/>
              <a:t>Predictive analysis algorithm and based </a:t>
            </a:r>
            <a:r>
              <a:rPr lang="en-US" dirty="0">
                <a:solidFill>
                  <a:srgbClr val="FF0000"/>
                </a:solidFill>
              </a:rPr>
              <a:t>on the concept of probability</a:t>
            </a:r>
            <a:r>
              <a:rPr lang="en-US" dirty="0"/>
              <a:t>.</a:t>
            </a:r>
          </a:p>
          <a:p>
            <a:r>
              <a:rPr lang="en-US" dirty="0"/>
              <a:t>Cost function can be defined as the S-shaped ‘Sigmoid function’ or also known as the ‘logistic function’</a:t>
            </a:r>
          </a:p>
          <a:p>
            <a:r>
              <a:rPr lang="en-US" b="0" i="0" dirty="0">
                <a:effectLst/>
              </a:rPr>
              <a:t>The function maps any real value between 0 and 1</a:t>
            </a:r>
            <a:endParaRPr lang="en-US" dirty="0"/>
          </a:p>
          <a:p>
            <a:r>
              <a:rPr lang="en-US" b="0" i="0" dirty="0">
                <a:effectLst/>
              </a:rPr>
              <a:t>The hypothesis of logistic regression tends it to limit the cost function between 0 and 1</a:t>
            </a:r>
          </a:p>
          <a:p>
            <a:r>
              <a:rPr lang="en-US" b="0" i="0" dirty="0">
                <a:effectLst/>
              </a:rPr>
              <a:t>Named ‘Logistic Regression’ </a:t>
            </a:r>
          </a:p>
          <a:p>
            <a:r>
              <a:rPr lang="en-US" b="0" i="0" dirty="0">
                <a:effectLst/>
              </a:rPr>
              <a:t>underlying technique is quite the same as </a:t>
            </a:r>
          </a:p>
          <a:p>
            <a:pPr marL="0" indent="0">
              <a:buNone/>
            </a:pPr>
            <a:r>
              <a:rPr lang="en-US" b="0" i="0" dirty="0">
                <a:effectLst/>
              </a:rPr>
              <a:t>Linear Regression. </a:t>
            </a:r>
          </a:p>
          <a:p>
            <a:pPr marL="0" indent="0">
              <a:buNone/>
            </a:pPr>
            <a:r>
              <a:rPr lang="en-US" b="0" i="0" dirty="0">
                <a:effectLst/>
              </a:rPr>
              <a:t>The term “Logistic” is taken from the </a:t>
            </a:r>
          </a:p>
          <a:p>
            <a:pPr marL="0" indent="0">
              <a:buNone/>
            </a:pPr>
            <a:r>
              <a:rPr lang="en-US" b="0" i="0" dirty="0">
                <a:effectLst/>
              </a:rPr>
              <a:t>Logit function that is used in this method of classification</a:t>
            </a:r>
          </a:p>
          <a:p>
            <a:endParaRPr lang="en-US" dirty="0"/>
          </a:p>
        </p:txBody>
      </p:sp>
      <p:pic>
        <p:nvPicPr>
          <p:cNvPr id="5" name="Picture 4">
            <a:extLst>
              <a:ext uri="{FF2B5EF4-FFF2-40B4-BE49-F238E27FC236}">
                <a16:creationId xmlns:a16="http://schemas.microsoft.com/office/drawing/2014/main" id="{5CC0AF7B-2A73-999B-62CA-102D1F306E83}"/>
              </a:ext>
            </a:extLst>
          </p:cNvPr>
          <p:cNvPicPr>
            <a:picLocks noChangeAspect="1"/>
          </p:cNvPicPr>
          <p:nvPr/>
        </p:nvPicPr>
        <p:blipFill>
          <a:blip r:embed="rId2">
            <a:extLst>
              <a:ext uri="{28A0092B-C50C-407E-A947-70E740481C1C}">
                <a14:useLocalDpi xmlns:a14="http://schemas.microsoft.com/office/drawing/2010/main" val="0"/>
              </a:ext>
            </a:extLst>
          </a:blip>
          <a:srcRect t="5321" b="5321"/>
          <a:stretch/>
        </p:blipFill>
        <p:spPr>
          <a:xfrm>
            <a:off x="8686800" y="3981492"/>
            <a:ext cx="3505672" cy="2852095"/>
          </a:xfrm>
          <a:prstGeom prst="rect">
            <a:avLst/>
          </a:prstGeom>
        </p:spPr>
      </p:pic>
    </p:spTree>
    <p:extLst>
      <p:ext uri="{BB962C8B-B14F-4D97-AF65-F5344CB8AC3E}">
        <p14:creationId xmlns:p14="http://schemas.microsoft.com/office/powerpoint/2010/main" val="2535175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9A9E-296E-988E-6AE3-8BD5270EFBCF}"/>
              </a:ext>
            </a:extLst>
          </p:cNvPr>
          <p:cNvSpPr>
            <a:spLocks noGrp="1"/>
          </p:cNvSpPr>
          <p:nvPr>
            <p:ph type="title"/>
          </p:nvPr>
        </p:nvSpPr>
        <p:spPr>
          <a:xfrm>
            <a:off x="634013" y="1"/>
            <a:ext cx="10515600" cy="1008668"/>
          </a:xfrm>
        </p:spPr>
        <p:txBody>
          <a:bodyPr/>
          <a:lstStyle/>
          <a:p>
            <a:r>
              <a:rPr lang="en-US" dirty="0"/>
              <a:t>Logistic Regression</a:t>
            </a:r>
          </a:p>
        </p:txBody>
      </p:sp>
      <p:sp>
        <p:nvSpPr>
          <p:cNvPr id="3" name="Content Placeholder 2">
            <a:extLst>
              <a:ext uri="{FF2B5EF4-FFF2-40B4-BE49-F238E27FC236}">
                <a16:creationId xmlns:a16="http://schemas.microsoft.com/office/drawing/2014/main" id="{06410437-BB6A-8706-D849-1B59DC9DC10A}"/>
              </a:ext>
            </a:extLst>
          </p:cNvPr>
          <p:cNvSpPr>
            <a:spLocks noGrp="1"/>
          </p:cNvSpPr>
          <p:nvPr>
            <p:ph idx="1"/>
          </p:nvPr>
        </p:nvSpPr>
        <p:spPr>
          <a:xfrm>
            <a:off x="0" y="1109709"/>
            <a:ext cx="12192000" cy="5748291"/>
          </a:xfrm>
        </p:spPr>
        <p:txBody>
          <a:bodyPr>
            <a:normAutofit/>
          </a:bodyPr>
          <a:lstStyle/>
          <a:p>
            <a:r>
              <a:rPr lang="en-US" sz="2400" dirty="0"/>
              <a:t>Data is fitted into linear regression model, which then be transformed to a logistic function predicting the target categorical dependent variable </a:t>
            </a:r>
          </a:p>
          <a:p>
            <a:r>
              <a:rPr lang="en-US" sz="2400" dirty="0"/>
              <a:t>After transformation, we will get a </a:t>
            </a:r>
            <a:r>
              <a:rPr lang="en-US" sz="2400" dirty="0">
                <a:solidFill>
                  <a:srgbClr val="FF0000"/>
                </a:solidFill>
              </a:rPr>
              <a:t>line that remains between 0 and 1</a:t>
            </a:r>
            <a:r>
              <a:rPr lang="en-US" sz="2400" dirty="0"/>
              <a:t>. </a:t>
            </a:r>
          </a:p>
          <a:p>
            <a:r>
              <a:rPr lang="en-US" sz="2400" dirty="0"/>
              <a:t>All the continuous values we will get will be between 0 and 1 which we can use as a probability for making predictions. For example, if the predicted value is on the extreme right, the probability will be close to 1 and if the predicted value is on the extreme left, the probability will be close to 0</a:t>
            </a:r>
          </a:p>
          <a:p>
            <a:r>
              <a:rPr lang="en-US" sz="2400" dirty="0"/>
              <a:t>When the result of the sigmoid function is greater than 0.5, we classify the label as class 1 or positive class; if it’s less than 0.5, we can classify it as a negative class or 0</a:t>
            </a:r>
          </a:p>
          <a:p>
            <a:endParaRPr lang="en-US" dirty="0"/>
          </a:p>
        </p:txBody>
      </p:sp>
      <p:pic>
        <p:nvPicPr>
          <p:cNvPr id="8" name="Picture 7">
            <a:extLst>
              <a:ext uri="{FF2B5EF4-FFF2-40B4-BE49-F238E27FC236}">
                <a16:creationId xmlns:a16="http://schemas.microsoft.com/office/drawing/2014/main" id="{0F843CA4-2918-44BD-A51E-C5D75496D77F}"/>
              </a:ext>
            </a:extLst>
          </p:cNvPr>
          <p:cNvPicPr>
            <a:picLocks noChangeAspect="1"/>
          </p:cNvPicPr>
          <p:nvPr/>
        </p:nvPicPr>
        <p:blipFill rotWithShape="1">
          <a:blip r:embed="rId2">
            <a:extLst>
              <a:ext uri="{28A0092B-C50C-407E-A947-70E740481C1C}">
                <a14:useLocalDpi xmlns:a14="http://schemas.microsoft.com/office/drawing/2010/main" val="0"/>
              </a:ext>
            </a:extLst>
          </a:blip>
          <a:srcRect t="2055"/>
          <a:stretch/>
        </p:blipFill>
        <p:spPr>
          <a:xfrm>
            <a:off x="4786212" y="4553145"/>
            <a:ext cx="7405788" cy="2304853"/>
          </a:xfrm>
          <a:prstGeom prst="rect">
            <a:avLst/>
          </a:prstGeom>
        </p:spPr>
      </p:pic>
    </p:spTree>
    <p:extLst>
      <p:ext uri="{BB962C8B-B14F-4D97-AF65-F5344CB8AC3E}">
        <p14:creationId xmlns:p14="http://schemas.microsoft.com/office/powerpoint/2010/main" val="3030265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9A9E-296E-988E-6AE3-8BD5270EFBCF}"/>
              </a:ext>
            </a:extLst>
          </p:cNvPr>
          <p:cNvSpPr>
            <a:spLocks noGrp="1"/>
          </p:cNvSpPr>
          <p:nvPr>
            <p:ph type="title"/>
          </p:nvPr>
        </p:nvSpPr>
        <p:spPr>
          <a:xfrm>
            <a:off x="634013" y="0"/>
            <a:ext cx="10515600" cy="1325563"/>
          </a:xfrm>
        </p:spPr>
        <p:txBody>
          <a:bodyPr/>
          <a:lstStyle/>
          <a:p>
            <a:r>
              <a:rPr lang="en-US"/>
              <a:t>Logistic Regression for Classification Problem</a:t>
            </a:r>
          </a:p>
        </p:txBody>
      </p:sp>
      <p:pic>
        <p:nvPicPr>
          <p:cNvPr id="6" name="Content Placeholder 5" descr="Text, letter&#10;&#10;Description automatically generated">
            <a:extLst>
              <a:ext uri="{FF2B5EF4-FFF2-40B4-BE49-F238E27FC236}">
                <a16:creationId xmlns:a16="http://schemas.microsoft.com/office/drawing/2014/main" id="{B9B2479E-89F9-DA02-58BF-9E81C06D25B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7978" r="40044" b="3303"/>
          <a:stretch/>
        </p:blipFill>
        <p:spPr>
          <a:xfrm>
            <a:off x="0" y="928689"/>
            <a:ext cx="6052111" cy="4049586"/>
          </a:xfrm>
        </p:spPr>
      </p:pic>
      <p:pic>
        <p:nvPicPr>
          <p:cNvPr id="4" name="Picture 3" descr="Chart&#10;&#10;Description automatically generated with low confidence">
            <a:extLst>
              <a:ext uri="{FF2B5EF4-FFF2-40B4-BE49-F238E27FC236}">
                <a16:creationId xmlns:a16="http://schemas.microsoft.com/office/drawing/2014/main" id="{DEAA8FE6-264D-B78D-0D86-505C67F68D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1522" y="1824843"/>
            <a:ext cx="6000478" cy="484324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ED3785C-7573-4D11-9070-7B1F035598ED}"/>
                  </a:ext>
                </a:extLst>
              </p:cNvPr>
              <p:cNvSpPr txBox="1"/>
              <p:nvPr/>
            </p:nvSpPr>
            <p:spPr>
              <a:xfrm>
                <a:off x="0" y="4911946"/>
                <a:ext cx="6321542" cy="1384995"/>
              </a:xfrm>
              <a:prstGeom prst="rect">
                <a:avLst/>
              </a:prstGeom>
              <a:noFill/>
            </p:spPr>
            <p:txBody>
              <a:bodyPr wrap="square">
                <a:spAutoFit/>
              </a:bodyPr>
              <a:lstStyle/>
              <a:p>
                <a:r>
                  <a:rPr lang="en-US" sz="2800" b="0" i="0" dirty="0">
                    <a:solidFill>
                      <a:srgbClr val="292929"/>
                    </a:solidFill>
                    <a:effectLst/>
                  </a:rPr>
                  <a:t>If ‘Z’ goes to infinity, </a:t>
                </a:r>
                <a14:m>
                  <m:oMath xmlns:m="http://schemas.openxmlformats.org/officeDocument/2006/math">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𝑦</m:t>
                        </m:r>
                      </m:e>
                    </m:acc>
                    <m:r>
                      <a:rPr lang="en-US" sz="2800" b="0" i="1" smtClean="0">
                        <a:latin typeface="Cambria Math" panose="02040503050406030204" pitchFamily="18" charset="0"/>
                      </a:rPr>
                      <m:t> </m:t>
                    </m:r>
                  </m:oMath>
                </a14:m>
                <a:r>
                  <a:rPr lang="en-US" sz="2800" b="0" i="0" dirty="0">
                    <a:solidFill>
                      <a:srgbClr val="292929"/>
                    </a:solidFill>
                    <a:effectLst/>
                  </a:rPr>
                  <a:t>is 1: positive class </a:t>
                </a:r>
              </a:p>
              <a:p>
                <a:r>
                  <a:rPr lang="en-US" sz="2800" b="0" i="0" dirty="0">
                    <a:solidFill>
                      <a:srgbClr val="292929"/>
                    </a:solidFill>
                    <a:effectLst/>
                  </a:rPr>
                  <a:t>If ‘Z’ goes to negative infinity, </a:t>
                </a:r>
                <a14:m>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𝑦</m:t>
                        </m:r>
                      </m:e>
                    </m:acc>
                    <m:r>
                      <a:rPr lang="en-US" sz="2800" i="1">
                        <a:latin typeface="Cambria Math" panose="02040503050406030204" pitchFamily="18" charset="0"/>
                      </a:rPr>
                      <m:t> </m:t>
                    </m:r>
                  </m:oMath>
                </a14:m>
                <a:r>
                  <a:rPr lang="en-US" sz="2800" b="0" i="0" dirty="0">
                    <a:solidFill>
                      <a:srgbClr val="292929"/>
                    </a:solidFill>
                    <a:effectLst/>
                  </a:rPr>
                  <a:t>is 0: negative class</a:t>
                </a:r>
                <a:endParaRPr lang="en-US" sz="2800" dirty="0"/>
              </a:p>
            </p:txBody>
          </p:sp>
        </mc:Choice>
        <mc:Fallback xmlns="">
          <p:sp>
            <p:nvSpPr>
              <p:cNvPr id="7" name="TextBox 6">
                <a:extLst>
                  <a:ext uri="{FF2B5EF4-FFF2-40B4-BE49-F238E27FC236}">
                    <a16:creationId xmlns:a16="http://schemas.microsoft.com/office/drawing/2014/main" id="{CED3785C-7573-4D11-9070-7B1F035598ED}"/>
                  </a:ext>
                </a:extLst>
              </p:cNvPr>
              <p:cNvSpPr txBox="1">
                <a:spLocks noRot="1" noChangeAspect="1" noMove="1" noResize="1" noEditPoints="1" noAdjustHandles="1" noChangeArrowheads="1" noChangeShapeType="1" noTextEdit="1"/>
              </p:cNvSpPr>
              <p:nvPr/>
            </p:nvSpPr>
            <p:spPr>
              <a:xfrm>
                <a:off x="0" y="4911946"/>
                <a:ext cx="6321542" cy="1384995"/>
              </a:xfrm>
              <a:prstGeom prst="rect">
                <a:avLst/>
              </a:prstGeom>
              <a:blipFill>
                <a:blip r:embed="rId4"/>
                <a:stretch>
                  <a:fillRect l="-1929" t="-4405" b="-11894"/>
                </a:stretch>
              </a:blipFill>
            </p:spPr>
            <p:txBody>
              <a:bodyPr/>
              <a:lstStyle/>
              <a:p>
                <a:r>
                  <a:rPr lang="en-US">
                    <a:noFill/>
                  </a:rPr>
                  <a:t> </a:t>
                </a:r>
              </a:p>
            </p:txBody>
          </p:sp>
        </mc:Fallback>
      </mc:AlternateContent>
    </p:spTree>
    <p:extLst>
      <p:ext uri="{BB962C8B-B14F-4D97-AF65-F5344CB8AC3E}">
        <p14:creationId xmlns:p14="http://schemas.microsoft.com/office/powerpoint/2010/main" val="2522368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54BE5-F56E-47FD-A98D-2F7CA3922EFD}"/>
              </a:ext>
            </a:extLst>
          </p:cNvPr>
          <p:cNvSpPr>
            <a:spLocks noGrp="1"/>
          </p:cNvSpPr>
          <p:nvPr>
            <p:ph type="title"/>
          </p:nvPr>
        </p:nvSpPr>
        <p:spPr/>
        <p:txBody>
          <a:bodyPr/>
          <a:lstStyle/>
          <a:p>
            <a:r>
              <a:rPr lang="en-US"/>
              <a:t>Logistic Regression</a:t>
            </a:r>
          </a:p>
        </p:txBody>
      </p:sp>
      <p:sp>
        <p:nvSpPr>
          <p:cNvPr id="3" name="Content Placeholder 2">
            <a:extLst>
              <a:ext uri="{FF2B5EF4-FFF2-40B4-BE49-F238E27FC236}">
                <a16:creationId xmlns:a16="http://schemas.microsoft.com/office/drawing/2014/main" id="{690AE895-BC19-46FA-AD2B-70BBFED8D0DE}"/>
              </a:ext>
            </a:extLst>
          </p:cNvPr>
          <p:cNvSpPr>
            <a:spLocks noGrp="1"/>
          </p:cNvSpPr>
          <p:nvPr>
            <p:ph idx="1"/>
          </p:nvPr>
        </p:nvSpPr>
        <p:spPr>
          <a:xfrm>
            <a:off x="-23380" y="1397001"/>
            <a:ext cx="4994875" cy="5460999"/>
          </a:xfrm>
        </p:spPr>
        <p:txBody>
          <a:bodyPr>
            <a:normAutofit/>
          </a:bodyPr>
          <a:lstStyle/>
          <a:p>
            <a:r>
              <a:rPr lang="en-US" sz="2400">
                <a:sym typeface="Wingdings" panose="05000000000000000000" pitchFamily="2" charset="2"/>
              </a:rPr>
              <a:t>Binary classifier- a</a:t>
            </a:r>
            <a:r>
              <a:rPr lang="en-US" sz="2400"/>
              <a:t>lso called Logit Regression,</a:t>
            </a:r>
            <a:r>
              <a:rPr lang="en-US" sz="2400">
                <a:sym typeface="Wingdings" panose="05000000000000000000" pitchFamily="2" charset="2"/>
              </a:rPr>
              <a:t> but used in classification tasks</a:t>
            </a:r>
          </a:p>
          <a:p>
            <a:r>
              <a:rPr lang="en-US" sz="2400">
                <a:sym typeface="Wingdings" panose="05000000000000000000" pitchFamily="2" charset="2"/>
              </a:rPr>
              <a:t>The probability that an instance belongs to a particular class is estimated</a:t>
            </a:r>
          </a:p>
          <a:p>
            <a:r>
              <a:rPr lang="en-US" sz="2400">
                <a:sym typeface="Wingdings" panose="05000000000000000000" pitchFamily="2" charset="2"/>
              </a:rPr>
              <a:t>If estimated probability is more than 50%, the model predicts the instance to belong to that class – otherwise, it predicts it does not belong to that class</a:t>
            </a:r>
          </a:p>
        </p:txBody>
      </p:sp>
      <p:pic>
        <p:nvPicPr>
          <p:cNvPr id="4" name="Picture 3">
            <a:extLst>
              <a:ext uri="{FF2B5EF4-FFF2-40B4-BE49-F238E27FC236}">
                <a16:creationId xmlns:a16="http://schemas.microsoft.com/office/drawing/2014/main" id="{98DAD651-AB60-4B12-8984-11CC43600B10}"/>
              </a:ext>
            </a:extLst>
          </p:cNvPr>
          <p:cNvPicPr>
            <a:picLocks noChangeAspect="1"/>
          </p:cNvPicPr>
          <p:nvPr/>
        </p:nvPicPr>
        <p:blipFill>
          <a:blip r:embed="rId2"/>
          <a:stretch>
            <a:fillRect/>
          </a:stretch>
        </p:blipFill>
        <p:spPr>
          <a:xfrm>
            <a:off x="5080000" y="1409701"/>
            <a:ext cx="7031135" cy="2743199"/>
          </a:xfrm>
          <a:prstGeom prst="rect">
            <a:avLst/>
          </a:prstGeom>
        </p:spPr>
      </p:pic>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23F07519-7EC9-4FDD-BB4F-3CA82BFB4DCB}"/>
                  </a:ext>
                </a:extLst>
              </p:cNvPr>
              <p:cNvSpPr txBox="1">
                <a:spLocks/>
              </p:cNvSpPr>
              <p:nvPr/>
            </p:nvSpPr>
            <p:spPr bwMode="auto">
              <a:xfrm>
                <a:off x="5080001" y="4165597"/>
                <a:ext cx="4994876" cy="3251200"/>
              </a:xfrm>
              <a:prstGeom prst="rect">
                <a:avLst/>
              </a:prstGeom>
              <a:noFill/>
              <a:ln w="9525">
                <a:noFill/>
                <a:miter lim="800000"/>
                <a:headEnd/>
                <a:tailEnd/>
              </a:ln>
            </p:spPr>
            <p:txBody>
              <a:bodyPr vert="horz" wrap="square" lIns="91439" tIns="45719" rIns="91439" bIns="45719" numCol="1" anchor="t" anchorCtr="0" compatLnSpc="1">
                <a:prstTxWarp prst="textNoShape">
                  <a:avLst/>
                </a:prstTxWarp>
              </a:bodyPr>
              <a:lstStyle>
                <a:lvl1pPr marL="257168" indent="-257168" algn="l" rtl="0" eaLnBrk="0" fontAlgn="base" hangingPunct="0">
                  <a:spcBef>
                    <a:spcPct val="20000"/>
                  </a:spcBef>
                  <a:spcAft>
                    <a:spcPct val="0"/>
                  </a:spcAft>
                  <a:buClr>
                    <a:schemeClr val="accent2"/>
                  </a:buClr>
                  <a:buFont typeface="Wingdings" pitchFamily="2" charset="2"/>
                  <a:buChar char="§"/>
                  <a:defRPr sz="2400">
                    <a:solidFill>
                      <a:schemeClr val="accent2"/>
                    </a:solidFill>
                    <a:latin typeface="Calibri" pitchFamily="34" charset="0"/>
                    <a:ea typeface="+mn-ea"/>
                    <a:cs typeface="+mn-cs"/>
                  </a:defRPr>
                </a:lvl1pPr>
                <a:lvl2pPr marL="557199" indent="-214308" algn="l" rtl="0" eaLnBrk="0" fontAlgn="base" hangingPunct="0">
                  <a:spcBef>
                    <a:spcPct val="20000"/>
                  </a:spcBef>
                  <a:spcAft>
                    <a:spcPct val="0"/>
                  </a:spcAft>
                  <a:buClr>
                    <a:schemeClr val="tx1"/>
                  </a:buClr>
                  <a:buFont typeface="Wingdings" pitchFamily="2" charset="2"/>
                  <a:buChar char="§"/>
                  <a:defRPr sz="2100">
                    <a:solidFill>
                      <a:schemeClr val="tx1"/>
                    </a:solidFill>
                    <a:latin typeface="Calibri" pitchFamily="34" charset="0"/>
                  </a:defRPr>
                </a:lvl2pPr>
                <a:lvl3pPr marL="857228" indent="-171446" algn="l" rtl="0" eaLnBrk="0" fontAlgn="base" hangingPunct="0">
                  <a:spcBef>
                    <a:spcPct val="20000"/>
                  </a:spcBef>
                  <a:spcAft>
                    <a:spcPct val="0"/>
                  </a:spcAft>
                  <a:buClr>
                    <a:schemeClr val="accent2"/>
                  </a:buClr>
                  <a:buFont typeface="Wingdings" pitchFamily="2" charset="2"/>
                  <a:buChar char="§"/>
                  <a:defRPr sz="1800">
                    <a:solidFill>
                      <a:schemeClr val="tx1"/>
                    </a:solidFill>
                    <a:latin typeface="Calibri" pitchFamily="34" charset="0"/>
                  </a:defRPr>
                </a:lvl3pPr>
                <a:lvl4pPr marL="1200120" indent="-171446" algn="l" rtl="0" eaLnBrk="0" fontAlgn="base" hangingPunct="0">
                  <a:spcBef>
                    <a:spcPct val="20000"/>
                  </a:spcBef>
                  <a:spcAft>
                    <a:spcPct val="0"/>
                  </a:spcAft>
                  <a:buClr>
                    <a:schemeClr val="tx1"/>
                  </a:buClr>
                  <a:buFont typeface="Wingdings" pitchFamily="2" charset="2"/>
                  <a:buChar char="§"/>
                  <a:defRPr sz="1500">
                    <a:solidFill>
                      <a:schemeClr val="tx1"/>
                    </a:solidFill>
                    <a:latin typeface="Calibri" pitchFamily="34" charset="0"/>
                  </a:defRPr>
                </a:lvl4pPr>
                <a:lvl5pPr marL="1543012" indent="-171446" algn="l" rtl="0" eaLnBrk="0" fontAlgn="base" hangingPunct="0">
                  <a:spcBef>
                    <a:spcPct val="20000"/>
                  </a:spcBef>
                  <a:spcAft>
                    <a:spcPct val="0"/>
                  </a:spcAft>
                  <a:buClr>
                    <a:schemeClr val="accent2"/>
                  </a:buClr>
                  <a:buFont typeface="Wingdings" pitchFamily="2" charset="2"/>
                  <a:buChar char="§"/>
                  <a:defRPr sz="1500">
                    <a:solidFill>
                      <a:schemeClr val="tx1"/>
                    </a:solidFill>
                    <a:latin typeface="Calibri" pitchFamily="34" charset="0"/>
                  </a:defRPr>
                </a:lvl5pPr>
                <a:lvl6pPr marL="1885903"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6pPr>
                <a:lvl7pPr marL="2228795"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7pPr>
                <a:lvl8pPr marL="2571686"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8pPr>
                <a:lvl9pPr marL="2914577"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9pPr>
              </a:lstStyle>
              <a:p>
                <a:r>
                  <a:rPr lang="en-US" kern="0" dirty="0">
                    <a:sym typeface="Wingdings" panose="05000000000000000000" pitchFamily="2" charset="2"/>
                  </a:rPr>
                  <a:t>Estimated probability: </a:t>
                </a:r>
                <a:endParaRPr lang="en-US" i="1" kern="0" dirty="0">
                  <a:solidFill>
                    <a:srgbClr val="836967"/>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i="1" kern="0" dirty="0">
                              <a:solidFill>
                                <a:schemeClr val="tx1"/>
                              </a:solidFill>
                              <a:latin typeface="Cambria Math" panose="02040503050406030204" pitchFamily="18" charset="0"/>
                            </a:rPr>
                          </m:ctrlPr>
                        </m:accPr>
                        <m:e>
                          <m:r>
                            <a:rPr lang="en-US" i="1" kern="0" dirty="0" err="1">
                              <a:solidFill>
                                <a:schemeClr val="tx1"/>
                              </a:solidFill>
                              <a:latin typeface="Cambria Math" panose="02040503050406030204" pitchFamily="18" charset="0"/>
                            </a:rPr>
                            <m:t>𝑝</m:t>
                          </m:r>
                        </m:e>
                      </m:acc>
                      <m:r>
                        <a:rPr lang="en-US" kern="0" dirty="0" err="1">
                          <a:solidFill>
                            <a:schemeClr val="tx1"/>
                          </a:solidFill>
                          <a:latin typeface="Cambria Math" panose="02040503050406030204" pitchFamily="18" charset="0"/>
                        </a:rPr>
                        <m:t>=</m:t>
                      </m:r>
                      <m:sSub>
                        <m:sSubPr>
                          <m:ctrlPr>
                            <a:rPr lang="en-US" i="1" kern="0" dirty="0" err="1">
                              <a:solidFill>
                                <a:schemeClr val="tx1"/>
                              </a:solidFill>
                              <a:latin typeface="Cambria Math" panose="02040503050406030204" pitchFamily="18" charset="0"/>
                            </a:rPr>
                          </m:ctrlPr>
                        </m:sSubPr>
                        <m:e>
                          <m:r>
                            <a:rPr lang="en-US" i="1" kern="0" dirty="0" err="1">
                              <a:solidFill>
                                <a:schemeClr val="tx1"/>
                              </a:solidFill>
                              <a:latin typeface="Cambria Math" panose="02040503050406030204" pitchFamily="18" charset="0"/>
                            </a:rPr>
                            <m:t>h</m:t>
                          </m:r>
                        </m:e>
                        <m:sub>
                          <m:r>
                            <a:rPr lang="en-US" b="1" i="1" kern="0" dirty="0" err="1">
                              <a:solidFill>
                                <a:schemeClr val="tx1"/>
                              </a:solidFill>
                              <a:latin typeface="Cambria Math" panose="02040503050406030204" pitchFamily="18" charset="0"/>
                            </a:rPr>
                            <m:t>𝜽</m:t>
                          </m:r>
                        </m:sub>
                      </m:sSub>
                      <m:d>
                        <m:dPr>
                          <m:ctrlPr>
                            <a:rPr lang="en-US" b="1" i="1" kern="0" dirty="0" err="1">
                              <a:solidFill>
                                <a:schemeClr val="tx1"/>
                              </a:solidFill>
                              <a:latin typeface="Cambria Math" panose="02040503050406030204" pitchFamily="18" charset="0"/>
                            </a:rPr>
                          </m:ctrlPr>
                        </m:dPr>
                        <m:e>
                          <m:r>
                            <a:rPr lang="en-US" b="1" i="1" kern="0" dirty="0" err="1">
                              <a:solidFill>
                                <a:schemeClr val="tx1"/>
                              </a:solidFill>
                              <a:latin typeface="Cambria Math" panose="02040503050406030204" pitchFamily="18" charset="0"/>
                            </a:rPr>
                            <m:t>𝒙</m:t>
                          </m:r>
                        </m:e>
                      </m:d>
                      <m:r>
                        <a:rPr lang="en-US" kern="0" dirty="0" err="1">
                          <a:solidFill>
                            <a:schemeClr val="tx1"/>
                          </a:solidFill>
                          <a:latin typeface="Cambria Math" panose="02040503050406030204" pitchFamily="18" charset="0"/>
                        </a:rPr>
                        <m:t>=</m:t>
                      </m:r>
                      <m:r>
                        <a:rPr lang="en-US" i="1" kern="0" dirty="0" err="1">
                          <a:solidFill>
                            <a:schemeClr val="tx1"/>
                          </a:solidFill>
                          <a:latin typeface="Cambria Math" panose="02040503050406030204" pitchFamily="18" charset="0"/>
                        </a:rPr>
                        <m:t>𝜎</m:t>
                      </m:r>
                      <m:d>
                        <m:dPr>
                          <m:ctrlPr>
                            <a:rPr lang="en-US" i="1" kern="0" dirty="0" err="1">
                              <a:solidFill>
                                <a:schemeClr val="tx1"/>
                              </a:solidFill>
                              <a:latin typeface="Cambria Math" panose="02040503050406030204" pitchFamily="18" charset="0"/>
                            </a:rPr>
                          </m:ctrlPr>
                        </m:dPr>
                        <m:e>
                          <m:sSup>
                            <m:sSupPr>
                              <m:ctrlPr>
                                <a:rPr lang="en-US" i="1" kern="0" dirty="0" err="1">
                                  <a:solidFill>
                                    <a:schemeClr val="tx1"/>
                                  </a:solidFill>
                                  <a:latin typeface="Cambria Math" panose="02040503050406030204" pitchFamily="18" charset="0"/>
                                </a:rPr>
                              </m:ctrlPr>
                            </m:sSupPr>
                            <m:e>
                              <m:r>
                                <a:rPr lang="en-US" b="1" i="1" kern="0" dirty="0" err="1">
                                  <a:solidFill>
                                    <a:schemeClr val="tx1"/>
                                  </a:solidFill>
                                  <a:latin typeface="Cambria Math" panose="02040503050406030204" pitchFamily="18" charset="0"/>
                                </a:rPr>
                                <m:t>𝒙</m:t>
                              </m:r>
                            </m:e>
                            <m:sup>
                              <m:r>
                                <a:rPr lang="en-US" i="1" kern="0" dirty="0" err="1">
                                  <a:solidFill>
                                    <a:schemeClr val="tx1"/>
                                  </a:solidFill>
                                  <a:latin typeface="Cambria Math" panose="02040503050406030204" pitchFamily="18" charset="0"/>
                                </a:rPr>
                                <m:t>𝑇</m:t>
                              </m:r>
                            </m:sup>
                          </m:sSup>
                          <m:r>
                            <a:rPr lang="en-US" b="1" i="1" kern="0" dirty="0" err="1">
                              <a:solidFill>
                                <a:schemeClr val="tx1"/>
                              </a:solidFill>
                              <a:latin typeface="Cambria Math" panose="02040503050406030204" pitchFamily="18" charset="0"/>
                            </a:rPr>
                            <m:t>𝜽</m:t>
                          </m:r>
                        </m:e>
                      </m:d>
                    </m:oMath>
                  </m:oMathPara>
                </a14:m>
                <a:endParaRPr lang="en-US" kern="0" dirty="0">
                  <a:solidFill>
                    <a:schemeClr val="tx1"/>
                  </a:solidFill>
                  <a:sym typeface="Wingdings" panose="05000000000000000000" pitchFamily="2" charset="2"/>
                </a:endParaRPr>
              </a:p>
              <a:p>
                <a14:m>
                  <m:oMath xmlns:m="http://schemas.openxmlformats.org/officeDocument/2006/math">
                    <m:r>
                      <a:rPr lang="en-US" i="1" kern="0" dirty="0">
                        <a:latin typeface="Cambria Math" panose="02040503050406030204" pitchFamily="18" charset="0"/>
                      </a:rPr>
                      <m:t>𝜎</m:t>
                    </m:r>
                    <m:r>
                      <a:rPr lang="en-US" i="1" kern="0" dirty="0">
                        <a:latin typeface="Cambria Math" panose="02040503050406030204" pitchFamily="18" charset="0"/>
                      </a:rPr>
                      <m:t>(</m:t>
                    </m:r>
                    <m:r>
                      <a:rPr lang="en-US" b="0" i="1" kern="0" dirty="0" smtClean="0">
                        <a:latin typeface="Cambria Math" panose="02040503050406030204" pitchFamily="18" charset="0"/>
                      </a:rPr>
                      <m:t>𝑡</m:t>
                    </m:r>
                    <m:r>
                      <a:rPr lang="en-US" i="1" kern="0" dirty="0">
                        <a:latin typeface="Cambria Math" panose="02040503050406030204" pitchFamily="18" charset="0"/>
                      </a:rPr>
                      <m:t>)</m:t>
                    </m:r>
                  </m:oMath>
                </a14:m>
                <a:r>
                  <a:rPr lang="en-US" kern="0" dirty="0">
                    <a:sym typeface="Wingdings" panose="05000000000000000000" pitchFamily="2" charset="2"/>
                  </a:rPr>
                  <a:t> is the sigmoid/logit function that outputs a number between 0 and 1</a:t>
                </a:r>
              </a:p>
              <a:p>
                <a:pPr marL="0" indent="0">
                  <a:buNone/>
                </a:pPr>
                <a14:m>
                  <m:oMathPara xmlns:m="http://schemas.openxmlformats.org/officeDocument/2006/math">
                    <m:oMathParaPr>
                      <m:jc m:val="centerGroup"/>
                    </m:oMathParaPr>
                    <m:oMath xmlns:m="http://schemas.openxmlformats.org/officeDocument/2006/math">
                      <m:r>
                        <a:rPr lang="en-US" i="1" kern="0" dirty="0">
                          <a:solidFill>
                            <a:schemeClr val="tx1"/>
                          </a:solidFill>
                          <a:latin typeface="Cambria Math" panose="02040503050406030204" pitchFamily="18" charset="0"/>
                        </a:rPr>
                        <m:t>𝜎</m:t>
                      </m:r>
                      <m:d>
                        <m:dPr>
                          <m:ctrlPr>
                            <a:rPr lang="en-US" i="1" kern="0" dirty="0" err="1">
                              <a:solidFill>
                                <a:schemeClr val="tx1"/>
                              </a:solidFill>
                              <a:latin typeface="Cambria Math" panose="02040503050406030204" pitchFamily="18" charset="0"/>
                            </a:rPr>
                          </m:ctrlPr>
                        </m:dPr>
                        <m:e>
                          <m:r>
                            <a:rPr lang="en-US" i="1" kern="0" dirty="0" err="1">
                              <a:solidFill>
                                <a:schemeClr val="tx1"/>
                              </a:solidFill>
                              <a:latin typeface="Cambria Math" panose="02040503050406030204" pitchFamily="18" charset="0"/>
                            </a:rPr>
                            <m:t>𝑡</m:t>
                          </m:r>
                        </m:e>
                      </m:d>
                      <m:r>
                        <a:rPr lang="en-US" kern="0" dirty="0" err="1">
                          <a:solidFill>
                            <a:schemeClr val="tx1"/>
                          </a:solidFill>
                          <a:latin typeface="Cambria Math" panose="02040503050406030204" pitchFamily="18" charset="0"/>
                        </a:rPr>
                        <m:t>=</m:t>
                      </m:r>
                      <m:f>
                        <m:fPr>
                          <m:ctrlPr>
                            <a:rPr lang="en-US" i="1" kern="0" dirty="0" err="1">
                              <a:solidFill>
                                <a:schemeClr val="tx1"/>
                              </a:solidFill>
                              <a:latin typeface="Cambria Math" panose="02040503050406030204" pitchFamily="18" charset="0"/>
                            </a:rPr>
                          </m:ctrlPr>
                        </m:fPr>
                        <m:num>
                          <m:r>
                            <a:rPr lang="en-US" kern="0" dirty="0" err="1">
                              <a:solidFill>
                                <a:schemeClr val="tx1"/>
                              </a:solidFill>
                              <a:latin typeface="Cambria Math" panose="02040503050406030204" pitchFamily="18" charset="0"/>
                            </a:rPr>
                            <m:t>1</m:t>
                          </m:r>
                        </m:num>
                        <m:den>
                          <m:r>
                            <a:rPr lang="en-US" kern="0" dirty="0" err="1">
                              <a:solidFill>
                                <a:schemeClr val="tx1"/>
                              </a:solidFill>
                              <a:latin typeface="Cambria Math" panose="02040503050406030204" pitchFamily="18" charset="0"/>
                            </a:rPr>
                            <m:t>1+</m:t>
                          </m:r>
                          <m:sSup>
                            <m:sSupPr>
                              <m:ctrlPr>
                                <a:rPr lang="en-US" i="1" kern="0" dirty="0" err="1">
                                  <a:solidFill>
                                    <a:schemeClr val="tx1"/>
                                  </a:solidFill>
                                  <a:latin typeface="Cambria Math" panose="02040503050406030204" pitchFamily="18" charset="0"/>
                                </a:rPr>
                              </m:ctrlPr>
                            </m:sSupPr>
                            <m:e>
                              <m:r>
                                <a:rPr lang="en-US" kern="0" dirty="0" err="1">
                                  <a:solidFill>
                                    <a:schemeClr val="tx1"/>
                                  </a:solidFill>
                                  <a:latin typeface="Cambria Math" panose="02040503050406030204" pitchFamily="18" charset="0"/>
                                </a:rPr>
                                <m:t>ⅇ</m:t>
                              </m:r>
                            </m:e>
                            <m:sup>
                              <m:r>
                                <a:rPr lang="en-US" kern="0" dirty="0" err="1">
                                  <a:solidFill>
                                    <a:schemeClr val="tx1"/>
                                  </a:solidFill>
                                  <a:latin typeface="Cambria Math" panose="02040503050406030204" pitchFamily="18" charset="0"/>
                                </a:rPr>
                                <m:t>−</m:t>
                              </m:r>
                              <m:r>
                                <a:rPr lang="en-US" i="1" kern="0" dirty="0" err="1">
                                  <a:solidFill>
                                    <a:schemeClr val="tx1"/>
                                  </a:solidFill>
                                  <a:latin typeface="Cambria Math" panose="02040503050406030204" pitchFamily="18" charset="0"/>
                                </a:rPr>
                                <m:t>𝑡</m:t>
                              </m:r>
                            </m:sup>
                          </m:sSup>
                        </m:den>
                      </m:f>
                    </m:oMath>
                  </m:oMathPara>
                </a14:m>
                <a:endParaRPr lang="en-US" kern="0" dirty="0">
                  <a:sym typeface="Wingdings" panose="05000000000000000000" pitchFamily="2" charset="2"/>
                </a:endParaRPr>
              </a:p>
            </p:txBody>
          </p:sp>
        </mc:Choice>
        <mc:Fallback xmlns="">
          <p:sp>
            <p:nvSpPr>
              <p:cNvPr id="7" name="Content Placeholder 2">
                <a:extLst>
                  <a:ext uri="{FF2B5EF4-FFF2-40B4-BE49-F238E27FC236}">
                    <a16:creationId xmlns:a16="http://schemas.microsoft.com/office/drawing/2014/main" id="{23F07519-7EC9-4FDD-BB4F-3CA82BFB4DCB}"/>
                  </a:ext>
                </a:extLst>
              </p:cNvPr>
              <p:cNvSpPr txBox="1">
                <a:spLocks noRot="1" noChangeAspect="1" noMove="1" noResize="1" noEditPoints="1" noAdjustHandles="1" noChangeArrowheads="1" noChangeShapeType="1" noTextEdit="1"/>
              </p:cNvSpPr>
              <p:nvPr/>
            </p:nvSpPr>
            <p:spPr bwMode="auto">
              <a:xfrm>
                <a:off x="5080001" y="4165597"/>
                <a:ext cx="4994876" cy="3251200"/>
              </a:xfrm>
              <a:prstGeom prst="rect">
                <a:avLst/>
              </a:prstGeom>
              <a:blipFill>
                <a:blip r:embed="rId3"/>
                <a:stretch>
                  <a:fillRect l="-1585" t="-1498"/>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A3C0C85-F199-49C4-A62B-BB86CD8A2532}"/>
                  </a:ext>
                </a:extLst>
              </p:cNvPr>
              <p:cNvSpPr txBox="1">
                <a:spLocks/>
              </p:cNvSpPr>
              <p:nvPr/>
            </p:nvSpPr>
            <p:spPr bwMode="auto">
              <a:xfrm>
                <a:off x="8331201" y="4199577"/>
                <a:ext cx="4994876" cy="3251200"/>
              </a:xfrm>
              <a:prstGeom prst="rect">
                <a:avLst/>
              </a:prstGeom>
              <a:noFill/>
              <a:ln w="9525">
                <a:noFill/>
                <a:miter lim="800000"/>
                <a:headEnd/>
                <a:tailEnd/>
              </a:ln>
            </p:spPr>
            <p:txBody>
              <a:bodyPr vert="horz" wrap="square" lIns="91439" tIns="45719" rIns="91439" bIns="45719" numCol="1" anchor="t" anchorCtr="0" compatLnSpc="1">
                <a:prstTxWarp prst="textNoShape">
                  <a:avLst/>
                </a:prstTxWarp>
              </a:bodyPr>
              <a:lstStyle>
                <a:lvl1pPr marL="257168" indent="-257168" algn="l" rtl="0" eaLnBrk="0" fontAlgn="base" hangingPunct="0">
                  <a:spcBef>
                    <a:spcPct val="20000"/>
                  </a:spcBef>
                  <a:spcAft>
                    <a:spcPct val="0"/>
                  </a:spcAft>
                  <a:buClr>
                    <a:schemeClr val="accent2"/>
                  </a:buClr>
                  <a:buFont typeface="Wingdings" pitchFamily="2" charset="2"/>
                  <a:buChar char="§"/>
                  <a:defRPr sz="2400">
                    <a:solidFill>
                      <a:schemeClr val="accent2"/>
                    </a:solidFill>
                    <a:latin typeface="Calibri" pitchFamily="34" charset="0"/>
                    <a:ea typeface="+mn-ea"/>
                    <a:cs typeface="+mn-cs"/>
                  </a:defRPr>
                </a:lvl1pPr>
                <a:lvl2pPr marL="557199" indent="-214308" algn="l" rtl="0" eaLnBrk="0" fontAlgn="base" hangingPunct="0">
                  <a:spcBef>
                    <a:spcPct val="20000"/>
                  </a:spcBef>
                  <a:spcAft>
                    <a:spcPct val="0"/>
                  </a:spcAft>
                  <a:buClr>
                    <a:schemeClr val="tx1"/>
                  </a:buClr>
                  <a:buFont typeface="Wingdings" pitchFamily="2" charset="2"/>
                  <a:buChar char="§"/>
                  <a:defRPr sz="2100">
                    <a:solidFill>
                      <a:schemeClr val="tx1"/>
                    </a:solidFill>
                    <a:latin typeface="Calibri" pitchFamily="34" charset="0"/>
                  </a:defRPr>
                </a:lvl2pPr>
                <a:lvl3pPr marL="857228" indent="-171446" algn="l" rtl="0" eaLnBrk="0" fontAlgn="base" hangingPunct="0">
                  <a:spcBef>
                    <a:spcPct val="20000"/>
                  </a:spcBef>
                  <a:spcAft>
                    <a:spcPct val="0"/>
                  </a:spcAft>
                  <a:buClr>
                    <a:schemeClr val="accent2"/>
                  </a:buClr>
                  <a:buFont typeface="Wingdings" pitchFamily="2" charset="2"/>
                  <a:buChar char="§"/>
                  <a:defRPr sz="1800">
                    <a:solidFill>
                      <a:schemeClr val="tx1"/>
                    </a:solidFill>
                    <a:latin typeface="Calibri" pitchFamily="34" charset="0"/>
                  </a:defRPr>
                </a:lvl3pPr>
                <a:lvl4pPr marL="1200120" indent="-171446" algn="l" rtl="0" eaLnBrk="0" fontAlgn="base" hangingPunct="0">
                  <a:spcBef>
                    <a:spcPct val="20000"/>
                  </a:spcBef>
                  <a:spcAft>
                    <a:spcPct val="0"/>
                  </a:spcAft>
                  <a:buClr>
                    <a:schemeClr val="tx1"/>
                  </a:buClr>
                  <a:buFont typeface="Wingdings" pitchFamily="2" charset="2"/>
                  <a:buChar char="§"/>
                  <a:defRPr sz="1500">
                    <a:solidFill>
                      <a:schemeClr val="tx1"/>
                    </a:solidFill>
                    <a:latin typeface="Calibri" pitchFamily="34" charset="0"/>
                  </a:defRPr>
                </a:lvl4pPr>
                <a:lvl5pPr marL="1543012" indent="-171446" algn="l" rtl="0" eaLnBrk="0" fontAlgn="base" hangingPunct="0">
                  <a:spcBef>
                    <a:spcPct val="20000"/>
                  </a:spcBef>
                  <a:spcAft>
                    <a:spcPct val="0"/>
                  </a:spcAft>
                  <a:buClr>
                    <a:schemeClr val="accent2"/>
                  </a:buClr>
                  <a:buFont typeface="Wingdings" pitchFamily="2" charset="2"/>
                  <a:buChar char="§"/>
                  <a:defRPr sz="1500">
                    <a:solidFill>
                      <a:schemeClr val="tx1"/>
                    </a:solidFill>
                    <a:latin typeface="Calibri" pitchFamily="34" charset="0"/>
                  </a:defRPr>
                </a:lvl5pPr>
                <a:lvl6pPr marL="1885903"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6pPr>
                <a:lvl7pPr marL="2228795"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7pPr>
                <a:lvl8pPr marL="2571686"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8pPr>
                <a:lvl9pPr marL="2914577"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9pPr>
              </a:lstStyle>
              <a:p>
                <a:pPr marL="0" indent="0">
                  <a:buNone/>
                </a:pPr>
                <a14:m>
                  <m:oMathPara xmlns:m="http://schemas.openxmlformats.org/officeDocument/2006/math">
                    <m:oMathParaPr>
                      <m:jc m:val="centerGroup"/>
                    </m:oMathParaPr>
                    <m:oMath xmlns:m="http://schemas.openxmlformats.org/officeDocument/2006/math">
                      <m:acc>
                        <m:accPr>
                          <m:chr m:val="̂"/>
                          <m:ctrlPr>
                            <a:rPr lang="en-US" i="1" kern="0">
                              <a:solidFill>
                                <a:schemeClr val="tx1"/>
                              </a:solidFill>
                              <a:latin typeface="Cambria Math" panose="02040503050406030204" pitchFamily="18" charset="0"/>
                              <a:sym typeface="Wingdings" panose="05000000000000000000" pitchFamily="2" charset="2"/>
                            </a:rPr>
                          </m:ctrlPr>
                        </m:accPr>
                        <m:e>
                          <m:r>
                            <a:rPr lang="en-US" i="1" kern="0">
                              <a:solidFill>
                                <a:schemeClr val="tx1"/>
                              </a:solidFill>
                              <a:latin typeface="Cambria Math" panose="02040503050406030204" pitchFamily="18" charset="0"/>
                              <a:sym typeface="Wingdings" panose="05000000000000000000" pitchFamily="2" charset="2"/>
                            </a:rPr>
                            <m:t>𝑦</m:t>
                          </m:r>
                        </m:e>
                      </m:acc>
                      <m:r>
                        <a:rPr lang="en-US" i="1" kern="0">
                          <a:solidFill>
                            <a:schemeClr val="tx1"/>
                          </a:solidFill>
                          <a:latin typeface="Cambria Math" panose="02040503050406030204" pitchFamily="18" charset="0"/>
                          <a:sym typeface="Wingdings" panose="05000000000000000000" pitchFamily="2" charset="2"/>
                        </a:rPr>
                        <m:t>=</m:t>
                      </m:r>
                      <m:d>
                        <m:dPr>
                          <m:begChr m:val="{"/>
                          <m:endChr m:val=""/>
                          <m:ctrlPr>
                            <a:rPr lang="en-US" i="1" kern="0">
                              <a:solidFill>
                                <a:schemeClr val="tx1"/>
                              </a:solidFill>
                              <a:latin typeface="Cambria Math" panose="02040503050406030204" pitchFamily="18" charset="0"/>
                              <a:sym typeface="Wingdings" panose="05000000000000000000" pitchFamily="2" charset="2"/>
                            </a:rPr>
                          </m:ctrlPr>
                        </m:dPr>
                        <m:e>
                          <m:eqArr>
                            <m:eqArrPr>
                              <m:ctrlPr>
                                <a:rPr lang="en-US" i="1" kern="0">
                                  <a:solidFill>
                                    <a:schemeClr val="tx1"/>
                                  </a:solidFill>
                                  <a:latin typeface="Cambria Math" panose="02040503050406030204" pitchFamily="18" charset="0"/>
                                  <a:sym typeface="Wingdings" panose="05000000000000000000" pitchFamily="2" charset="2"/>
                                </a:rPr>
                              </m:ctrlPr>
                            </m:eqArrPr>
                            <m:e>
                              <m:r>
                                <a:rPr lang="en-US" i="1" kern="0">
                                  <a:solidFill>
                                    <a:schemeClr val="tx1"/>
                                  </a:solidFill>
                                  <a:latin typeface="Cambria Math" panose="02040503050406030204" pitchFamily="18" charset="0"/>
                                  <a:sym typeface="Wingdings" panose="05000000000000000000" pitchFamily="2" charset="2"/>
                                </a:rPr>
                                <m:t>0 </m:t>
                              </m:r>
                              <m:r>
                                <a:rPr lang="en-US" i="1" kern="0">
                                  <a:solidFill>
                                    <a:schemeClr val="tx1"/>
                                  </a:solidFill>
                                  <a:latin typeface="Cambria Math" panose="02040503050406030204" pitchFamily="18" charset="0"/>
                                  <a:sym typeface="Wingdings" panose="05000000000000000000" pitchFamily="2" charset="2"/>
                                </a:rPr>
                                <m:t>𝑖𝑓</m:t>
                              </m:r>
                              <m:acc>
                                <m:accPr>
                                  <m:chr m:val="̂"/>
                                  <m:ctrlPr>
                                    <a:rPr lang="en-US" i="1" kern="0">
                                      <a:solidFill>
                                        <a:schemeClr val="tx1"/>
                                      </a:solidFill>
                                      <a:latin typeface="Cambria Math" panose="02040503050406030204" pitchFamily="18" charset="0"/>
                                      <a:sym typeface="Wingdings" panose="05000000000000000000" pitchFamily="2" charset="2"/>
                                    </a:rPr>
                                  </m:ctrlPr>
                                </m:accPr>
                                <m:e>
                                  <m:r>
                                    <a:rPr lang="en-US" i="1" kern="0">
                                      <a:solidFill>
                                        <a:schemeClr val="tx1"/>
                                      </a:solidFill>
                                      <a:latin typeface="Cambria Math" panose="02040503050406030204" pitchFamily="18" charset="0"/>
                                      <a:sym typeface="Wingdings" panose="05000000000000000000" pitchFamily="2" charset="2"/>
                                    </a:rPr>
                                    <m:t>𝑝</m:t>
                                  </m:r>
                                </m:e>
                              </m:acc>
                              <m:r>
                                <a:rPr lang="en-US" i="1" kern="0">
                                  <a:solidFill>
                                    <a:schemeClr val="tx1"/>
                                  </a:solidFill>
                                  <a:latin typeface="Cambria Math" panose="02040503050406030204" pitchFamily="18" charset="0"/>
                                  <a:sym typeface="Wingdings" panose="05000000000000000000" pitchFamily="2" charset="2"/>
                                </a:rPr>
                                <m:t>&lt;0.5</m:t>
                              </m:r>
                            </m:e>
                            <m:e>
                              <m:r>
                                <a:rPr lang="en-US" i="1" kern="0">
                                  <a:solidFill>
                                    <a:schemeClr val="tx1"/>
                                  </a:solidFill>
                                  <a:latin typeface="Cambria Math" panose="02040503050406030204" pitchFamily="18" charset="0"/>
                                  <a:sym typeface="Wingdings" panose="05000000000000000000" pitchFamily="2" charset="2"/>
                                </a:rPr>
                                <m:t>1 </m:t>
                              </m:r>
                              <m:r>
                                <a:rPr lang="en-US" i="1" kern="0">
                                  <a:solidFill>
                                    <a:schemeClr val="tx1"/>
                                  </a:solidFill>
                                  <a:latin typeface="Cambria Math" panose="02040503050406030204" pitchFamily="18" charset="0"/>
                                  <a:sym typeface="Wingdings" panose="05000000000000000000" pitchFamily="2" charset="2"/>
                                </a:rPr>
                                <m:t>𝑖𝑓</m:t>
                              </m:r>
                              <m:r>
                                <a:rPr lang="en-US" i="1" kern="0">
                                  <a:solidFill>
                                    <a:schemeClr val="tx1"/>
                                  </a:solidFill>
                                  <a:latin typeface="Cambria Math" panose="02040503050406030204" pitchFamily="18" charset="0"/>
                                  <a:sym typeface="Wingdings" panose="05000000000000000000" pitchFamily="2" charset="2"/>
                                </a:rPr>
                                <m:t> </m:t>
                              </m:r>
                              <m:acc>
                                <m:accPr>
                                  <m:chr m:val="̂"/>
                                  <m:ctrlPr>
                                    <a:rPr lang="en-US" i="1" kern="0">
                                      <a:solidFill>
                                        <a:schemeClr val="tx1"/>
                                      </a:solidFill>
                                      <a:latin typeface="Cambria Math" panose="02040503050406030204" pitchFamily="18" charset="0"/>
                                      <a:sym typeface="Wingdings" panose="05000000000000000000" pitchFamily="2" charset="2"/>
                                    </a:rPr>
                                  </m:ctrlPr>
                                </m:accPr>
                                <m:e>
                                  <m:r>
                                    <a:rPr lang="en-US" i="1" kern="0">
                                      <a:solidFill>
                                        <a:schemeClr val="tx1"/>
                                      </a:solidFill>
                                      <a:latin typeface="Cambria Math" panose="02040503050406030204" pitchFamily="18" charset="0"/>
                                      <a:sym typeface="Wingdings" panose="05000000000000000000" pitchFamily="2" charset="2"/>
                                    </a:rPr>
                                    <m:t>𝑝</m:t>
                                  </m:r>
                                </m:e>
                              </m:acc>
                              <m:r>
                                <a:rPr lang="en-US" i="1" kern="0">
                                  <a:solidFill>
                                    <a:schemeClr val="tx1"/>
                                  </a:solidFill>
                                  <a:latin typeface="Cambria Math" panose="02040503050406030204" pitchFamily="18" charset="0"/>
                                  <a:sym typeface="Wingdings" panose="05000000000000000000" pitchFamily="2" charset="2"/>
                                </a:rPr>
                                <m:t>≥0.5</m:t>
                              </m:r>
                            </m:e>
                          </m:eqArr>
                          <m:r>
                            <a:rPr lang="en-US" i="1" kern="0">
                              <a:solidFill>
                                <a:schemeClr val="tx1"/>
                              </a:solidFill>
                              <a:latin typeface="Cambria Math" panose="02040503050406030204" pitchFamily="18" charset="0"/>
                              <a:sym typeface="Wingdings" panose="05000000000000000000" pitchFamily="2" charset="2"/>
                            </a:rPr>
                            <m:t> </m:t>
                          </m:r>
                        </m:e>
                      </m:d>
                    </m:oMath>
                  </m:oMathPara>
                </a14:m>
                <a:endParaRPr lang="en-US" kern="0">
                  <a:sym typeface="Wingdings" panose="05000000000000000000" pitchFamily="2" charset="2"/>
                </a:endParaRPr>
              </a:p>
            </p:txBody>
          </p:sp>
        </mc:Choice>
        <mc:Fallback xmlns="">
          <p:sp>
            <p:nvSpPr>
              <p:cNvPr id="8" name="Content Placeholder 2">
                <a:extLst>
                  <a:ext uri="{FF2B5EF4-FFF2-40B4-BE49-F238E27FC236}">
                    <a16:creationId xmlns:a16="http://schemas.microsoft.com/office/drawing/2014/main" id="{BA3C0C85-F199-49C4-A62B-BB86CD8A2532}"/>
                  </a:ext>
                </a:extLst>
              </p:cNvPr>
              <p:cNvSpPr txBox="1">
                <a:spLocks noRot="1" noChangeAspect="1" noMove="1" noResize="1" noEditPoints="1" noAdjustHandles="1" noChangeArrowheads="1" noChangeShapeType="1" noTextEdit="1"/>
              </p:cNvSpPr>
              <p:nvPr/>
            </p:nvSpPr>
            <p:spPr bwMode="auto">
              <a:xfrm>
                <a:off x="8331201" y="4199577"/>
                <a:ext cx="4994876" cy="3251200"/>
              </a:xfrm>
              <a:prstGeom prst="rect">
                <a:avLst/>
              </a:prstGeom>
              <a:blipFill>
                <a:blip r:embed="rId4"/>
                <a:stretch>
                  <a:fillRect/>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52342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2"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3"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7" grpId="2"/>
      <p:bldP spid="7" grpId="3"/>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9A9E-296E-988E-6AE3-8BD5270EFBCF}"/>
              </a:ext>
            </a:extLst>
          </p:cNvPr>
          <p:cNvSpPr>
            <a:spLocks noGrp="1"/>
          </p:cNvSpPr>
          <p:nvPr>
            <p:ph type="title"/>
          </p:nvPr>
        </p:nvSpPr>
        <p:spPr>
          <a:xfrm>
            <a:off x="634013" y="0"/>
            <a:ext cx="10515600" cy="1325563"/>
          </a:xfrm>
        </p:spPr>
        <p:txBody>
          <a:bodyPr/>
          <a:lstStyle/>
          <a:p>
            <a:r>
              <a:rPr lang="en-US" dirty="0"/>
              <a:t>Linear Regression vs. Logistic Regression</a:t>
            </a:r>
          </a:p>
        </p:txBody>
      </p:sp>
      <p:sp>
        <p:nvSpPr>
          <p:cNvPr id="5" name="Content Placeholder 4">
            <a:extLst>
              <a:ext uri="{FF2B5EF4-FFF2-40B4-BE49-F238E27FC236}">
                <a16:creationId xmlns:a16="http://schemas.microsoft.com/office/drawing/2014/main" id="{3DC01691-72AB-B204-03AF-3C3B36DD367B}"/>
              </a:ext>
            </a:extLst>
          </p:cNvPr>
          <p:cNvSpPr>
            <a:spLocks noGrp="1"/>
          </p:cNvSpPr>
          <p:nvPr>
            <p:ph idx="1"/>
          </p:nvPr>
        </p:nvSpPr>
        <p:spPr>
          <a:xfrm>
            <a:off x="0" y="1147664"/>
            <a:ext cx="12192000" cy="5710335"/>
          </a:xfrm>
        </p:spPr>
        <p:txBody>
          <a:bodyPr/>
          <a:lstStyle/>
          <a:p>
            <a:r>
              <a:rPr lang="en-US"/>
              <a:t>Linear Regression is used to handle regression problems whereas Logistic regression is used to handle the classification problems.</a:t>
            </a:r>
          </a:p>
          <a:p>
            <a:r>
              <a:rPr lang="en-US"/>
              <a:t>Linear regression provides a continuous output, but Logistic regression provides discrete output.</a:t>
            </a:r>
          </a:p>
          <a:p>
            <a:r>
              <a:rPr lang="en-US"/>
              <a:t>The purpose of Linear Regression is to find the best-fitted line while Logistic regression fits the line values to the sigmoid curve.</a:t>
            </a:r>
          </a:p>
          <a:p>
            <a:r>
              <a:rPr lang="en-US"/>
              <a:t>The method for calculating loss function in linear regression is the mean squared error whereas for logistic regression it is maximum likelihood estimation</a:t>
            </a:r>
          </a:p>
        </p:txBody>
      </p:sp>
    </p:spTree>
    <p:extLst>
      <p:ext uri="{BB962C8B-B14F-4D97-AF65-F5344CB8AC3E}">
        <p14:creationId xmlns:p14="http://schemas.microsoft.com/office/powerpoint/2010/main" val="554823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E238-AC0D-4EDA-A563-31184FF30519}"/>
              </a:ext>
            </a:extLst>
          </p:cNvPr>
          <p:cNvSpPr>
            <a:spLocks noGrp="1"/>
          </p:cNvSpPr>
          <p:nvPr>
            <p:ph type="title"/>
          </p:nvPr>
        </p:nvSpPr>
        <p:spPr>
          <a:xfrm>
            <a:off x="695325" y="-26043"/>
            <a:ext cx="10515600" cy="1325563"/>
          </a:xfrm>
        </p:spPr>
        <p:txBody>
          <a:bodyPr/>
          <a:lstStyle/>
          <a:p>
            <a:r>
              <a:rPr lang="en-US" dirty="0"/>
              <a:t>Logistic Regression Cost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D364F6-8313-49C1-9C89-87F4030E7E68}"/>
                  </a:ext>
                </a:extLst>
              </p:cNvPr>
              <p:cNvSpPr>
                <a:spLocks noGrp="1"/>
              </p:cNvSpPr>
              <p:nvPr>
                <p:ph idx="1"/>
              </p:nvPr>
            </p:nvSpPr>
            <p:spPr>
              <a:xfrm>
                <a:off x="0" y="1265882"/>
                <a:ext cx="12301538" cy="5592117"/>
              </a:xfrm>
            </p:spPr>
            <p:txBody>
              <a:bodyPr>
                <a:normAutofit/>
              </a:bodyPr>
              <a:lstStyle/>
              <a:p>
                <a:r>
                  <a:rPr lang="en-US" sz="2400" dirty="0">
                    <a:solidFill>
                      <a:srgbClr val="FF0000"/>
                    </a:solidFill>
                  </a:rPr>
                  <a:t>Cost function used in Logistic Regression is Log Loss\Binary Cross Entropy</a:t>
                </a:r>
              </a:p>
              <a:p>
                <a:r>
                  <a:rPr lang="en-US" sz="2400" dirty="0">
                    <a:solidFill>
                      <a:srgbClr val="FF0000"/>
                    </a:solidFill>
                  </a:rPr>
                  <a:t>Log Loss is the negative average of the </a:t>
                </a:r>
                <a:r>
                  <a:rPr lang="en-US" sz="2400" b="1" dirty="0">
                    <a:solidFill>
                      <a:srgbClr val="FF0000"/>
                    </a:solidFill>
                  </a:rPr>
                  <a:t>log of corrected predicted probabilities </a:t>
                </a:r>
                <a:r>
                  <a:rPr lang="en-US" sz="2400" dirty="0">
                    <a:solidFill>
                      <a:srgbClr val="FF0000"/>
                    </a:solidFill>
                  </a:rPr>
                  <a:t>for each instance</a:t>
                </a:r>
              </a:p>
              <a:p>
                <a:r>
                  <a:rPr lang="en-US" sz="2400" dirty="0"/>
                  <a:t>Model estimates high probabilities for positive instances (y=1) and low probabilities for negative instances (y=0)</a:t>
                </a:r>
              </a:p>
              <a:p>
                <a:r>
                  <a:rPr lang="en-US" sz="2400" dirty="0"/>
                  <a:t>Cost Function for single training instance:</a:t>
                </a:r>
              </a:p>
              <a:p>
                <a:pPr marL="0" indent="0">
                  <a:buNone/>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𝑐</m:t>
                      </m:r>
                      <m:d>
                        <m:dPr>
                          <m:ctrlPr>
                            <a:rPr lang="en-US" sz="2400" b="1" i="1" dirty="0">
                              <a:latin typeface="Cambria Math" panose="02040503050406030204" pitchFamily="18" charset="0"/>
                            </a:rPr>
                          </m:ctrlPr>
                        </m:dPr>
                        <m:e>
                          <m:r>
                            <a:rPr lang="en-US" sz="2400" b="1" i="1" dirty="0">
                              <a:latin typeface="Cambria Math" panose="02040503050406030204" pitchFamily="18" charset="0"/>
                            </a:rPr>
                            <m:t>𝜽</m:t>
                          </m:r>
                        </m:e>
                      </m:d>
                      <m:r>
                        <a:rPr lang="en-US" sz="2400" dirty="0">
                          <a:latin typeface="Cambria Math" panose="02040503050406030204" pitchFamily="18" charset="0"/>
                        </a:rPr>
                        <m:t>=</m:t>
                      </m:r>
                      <m:d>
                        <m:dPr>
                          <m:begChr m:val="{"/>
                          <m:endChr m:val=""/>
                          <m:ctrlPr>
                            <a:rPr lang="en-US" sz="2400" i="1" dirty="0">
                              <a:latin typeface="Cambria Math" panose="02040503050406030204" pitchFamily="18" charset="0"/>
                            </a:rPr>
                          </m:ctrlPr>
                        </m:dPr>
                        <m:e>
                          <m:m>
                            <m:mPr>
                              <m:plcHide m:val="on"/>
                              <m:mcs>
                                <m:mc>
                                  <m:mcPr>
                                    <m:count m:val="1"/>
                                    <m:mcJc m:val="center"/>
                                  </m:mcPr>
                                </m:mc>
                              </m:mcs>
                              <m:ctrlPr>
                                <a:rPr lang="en-US" sz="2400" i="1" dirty="0">
                                  <a:latin typeface="Cambria Math" panose="02040503050406030204" pitchFamily="18" charset="0"/>
                                </a:rPr>
                              </m:ctrlPr>
                            </m:mPr>
                            <m:mr>
                              <m:e>
                                <m:r>
                                  <a:rPr lang="en-US" sz="2400" dirty="0">
                                    <a:latin typeface="Cambria Math" panose="02040503050406030204" pitchFamily="18" charset="0"/>
                                  </a:rPr>
                                  <m:t>−</m:t>
                                </m:r>
                                <m:func>
                                  <m:funcPr>
                                    <m:ctrlPr>
                                      <a:rPr lang="en-US" sz="2400" i="1" dirty="0">
                                        <a:latin typeface="Cambria Math" panose="02040503050406030204" pitchFamily="18" charset="0"/>
                                      </a:rPr>
                                    </m:ctrlPr>
                                  </m:funcPr>
                                  <m:fName>
                                    <m:r>
                                      <m:rPr>
                                        <m:sty m:val="p"/>
                                      </m:rPr>
                                      <a:rPr lang="en-US" sz="2400" dirty="0">
                                        <a:latin typeface="Cambria Math" panose="02040503050406030204" pitchFamily="18" charset="0"/>
                                      </a:rPr>
                                      <m:t>log</m:t>
                                    </m:r>
                                  </m:fName>
                                  <m:e>
                                    <m:d>
                                      <m:dPr>
                                        <m:ctrlPr>
                                          <a:rPr lang="en-US" sz="2400" i="1" dirty="0">
                                            <a:latin typeface="Cambria Math" panose="02040503050406030204" pitchFamily="18" charset="0"/>
                                          </a:rPr>
                                        </m:ctrlPr>
                                      </m:d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𝑝</m:t>
                                            </m:r>
                                          </m:e>
                                        </m:acc>
                                      </m:e>
                                    </m:d>
                                    <m:r>
                                      <a:rPr lang="en-US" sz="2400" i="1" dirty="0">
                                        <a:latin typeface="Cambria Math" panose="02040503050406030204" pitchFamily="18" charset="0"/>
                                      </a:rPr>
                                      <m:t>         </m:t>
                                    </m:r>
                                    <m:r>
                                      <a:rPr lang="en-US" sz="2400" i="1" dirty="0">
                                        <a:latin typeface="Cambria Math" panose="02040503050406030204" pitchFamily="18" charset="0"/>
                                      </a:rPr>
                                      <m:t>𝑖𝑓</m:t>
                                    </m:r>
                                    <m:r>
                                      <a:rPr lang="en-US" sz="2400" i="1" dirty="0">
                                        <a:latin typeface="Cambria Math" panose="02040503050406030204" pitchFamily="18" charset="0"/>
                                      </a:rPr>
                                      <m:t> </m:t>
                                    </m:r>
                                    <m:r>
                                      <a:rPr lang="en-US" sz="2400" i="1" dirty="0">
                                        <a:latin typeface="Cambria Math" panose="02040503050406030204" pitchFamily="18" charset="0"/>
                                      </a:rPr>
                                      <m:t>𝑦</m:t>
                                    </m:r>
                                  </m:e>
                                </m:func>
                                <m:r>
                                  <a:rPr lang="en-US" sz="2400" dirty="0">
                                    <a:latin typeface="Cambria Math" panose="02040503050406030204" pitchFamily="18" charset="0"/>
                                  </a:rPr>
                                  <m:t>=1</m:t>
                                </m:r>
                              </m:e>
                            </m:mr>
                            <m:mr>
                              <m:e>
                                <m:r>
                                  <a:rPr lang="en-US" sz="2400" dirty="0">
                                    <a:latin typeface="Cambria Math" panose="02040503050406030204" pitchFamily="18" charset="0"/>
                                  </a:rPr>
                                  <m:t>−</m:t>
                                </m:r>
                                <m:func>
                                  <m:funcPr>
                                    <m:ctrlPr>
                                      <a:rPr lang="en-US" sz="2400" i="1" dirty="0">
                                        <a:latin typeface="Cambria Math" panose="02040503050406030204" pitchFamily="18" charset="0"/>
                                      </a:rPr>
                                    </m:ctrlPr>
                                  </m:funcPr>
                                  <m:fName>
                                    <m:r>
                                      <m:rPr>
                                        <m:sty m:val="p"/>
                                      </m:rPr>
                                      <a:rPr lang="en-US" sz="2400" dirty="0">
                                        <a:latin typeface="Cambria Math" panose="02040503050406030204" pitchFamily="18" charset="0"/>
                                      </a:rPr>
                                      <m:t>log</m:t>
                                    </m:r>
                                  </m:fName>
                                  <m:e>
                                    <m:d>
                                      <m:dPr>
                                        <m:endChr m:val=""/>
                                        <m:ctrlPr>
                                          <a:rPr lang="en-US" sz="2400" i="1" dirty="0">
                                            <a:latin typeface="Cambria Math" panose="02040503050406030204" pitchFamily="18" charset="0"/>
                                          </a:rPr>
                                        </m:ctrlPr>
                                      </m:dPr>
                                      <m:e>
                                        <m:r>
                                          <a:rPr lang="en-US" sz="2400" dirty="0">
                                            <a:latin typeface="Cambria Math" panose="02040503050406030204" pitchFamily="18" charset="0"/>
                                          </a:rPr>
                                          <m:t>1−</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𝑝</m:t>
                                            </m:r>
                                          </m:e>
                                        </m:acc>
                                      </m:e>
                                    </m:d>
                                    <m:r>
                                      <a:rPr lang="en-US" sz="2400" i="1" dirty="0">
                                        <a:latin typeface="Cambria Math" panose="02040503050406030204" pitchFamily="18" charset="0"/>
                                      </a:rPr>
                                      <m:t>)</m:t>
                                    </m:r>
                                  </m:e>
                                </m:func>
                                <m:r>
                                  <a:rPr lang="en-US" sz="2400" i="1" dirty="0">
                                    <a:latin typeface="Cambria Math" panose="02040503050406030204" pitchFamily="18" charset="0"/>
                                  </a:rPr>
                                  <m:t> </m:t>
                                </m:r>
                                <m:r>
                                  <a:rPr lang="en-US" sz="2400" i="1" dirty="0">
                                    <a:latin typeface="Cambria Math" panose="02040503050406030204" pitchFamily="18" charset="0"/>
                                  </a:rPr>
                                  <m:t>𝑖𝑓</m:t>
                                </m:r>
                                <m:r>
                                  <a:rPr lang="en-US" sz="2400" i="1" dirty="0">
                                    <a:latin typeface="Cambria Math" panose="02040503050406030204" pitchFamily="18" charset="0"/>
                                  </a:rPr>
                                  <m:t> </m:t>
                                </m:r>
                                <m:r>
                                  <a:rPr lang="en-US" sz="2400" i="1" dirty="0">
                                    <a:latin typeface="Cambria Math" panose="02040503050406030204" pitchFamily="18" charset="0"/>
                                  </a:rPr>
                                  <m:t>𝑦</m:t>
                                </m:r>
                                <m:r>
                                  <a:rPr lang="en-US" sz="2400" i="1" dirty="0">
                                    <a:latin typeface="Cambria Math" panose="02040503050406030204" pitchFamily="18" charset="0"/>
                                  </a:rPr>
                                  <m:t>=0</m:t>
                                </m:r>
                              </m:e>
                            </m:mr>
                          </m:m>
                        </m:e>
                      </m:d>
                    </m:oMath>
                  </m:oMathPara>
                </a14:m>
                <a:endParaRPr lang="en-US" sz="2400" dirty="0"/>
              </a:p>
              <a:p>
                <a:r>
                  <a:rPr lang="en-US" sz="2400" dirty="0">
                    <a:solidFill>
                      <a:srgbClr val="FF0000"/>
                    </a:solidFill>
                  </a:rPr>
                  <a:t>Log Loss </a:t>
                </a:r>
                <a:r>
                  <a:rPr lang="en-US" sz="2400" dirty="0">
                    <a:solidFill>
                      <a:srgbClr val="FF0000"/>
                    </a:solidFill>
                    <a:sym typeface="Wingdings" panose="05000000000000000000" pitchFamily="2" charset="2"/>
                  </a:rPr>
                  <a:t> average cost over all training instances</a:t>
                </a:r>
              </a:p>
              <a:p>
                <a:pPr marL="0" indent="0">
                  <a:buNone/>
                </a:pPr>
                <a14:m>
                  <m:oMathPara xmlns:m="http://schemas.openxmlformats.org/officeDocument/2006/math">
                    <m:oMathParaPr>
                      <m:jc m:val="centerGroup"/>
                    </m:oMathParaPr>
                    <m:oMath xmlns:m="http://schemas.openxmlformats.org/officeDocument/2006/math">
                      <m:r>
                        <a:rPr lang="en-US" sz="2400" i="1" dirty="0">
                          <a:solidFill>
                            <a:srgbClr val="FF0000"/>
                          </a:solidFill>
                          <a:latin typeface="Cambria Math" panose="02040503050406030204" pitchFamily="18" charset="0"/>
                        </a:rPr>
                        <m:t>𝐽</m:t>
                      </m:r>
                      <m:d>
                        <m:dPr>
                          <m:ctrlPr>
                            <a:rPr lang="en-US" sz="2400" b="1" i="1" dirty="0">
                              <a:solidFill>
                                <a:srgbClr val="FF0000"/>
                              </a:solidFill>
                              <a:latin typeface="Cambria Math" panose="02040503050406030204" pitchFamily="18" charset="0"/>
                            </a:rPr>
                          </m:ctrlPr>
                        </m:dPr>
                        <m:e>
                          <m:r>
                            <a:rPr lang="en-US" sz="2400" b="1" i="1" dirty="0">
                              <a:solidFill>
                                <a:srgbClr val="FF0000"/>
                              </a:solidFill>
                              <a:latin typeface="Cambria Math" panose="02040503050406030204" pitchFamily="18" charset="0"/>
                            </a:rPr>
                            <m:t>𝜽</m:t>
                          </m:r>
                        </m:e>
                      </m:d>
                      <m:r>
                        <a:rPr lang="en-US" sz="2400" dirty="0">
                          <a:solidFill>
                            <a:srgbClr val="FF0000"/>
                          </a:solidFill>
                          <a:latin typeface="Cambria Math" panose="02040503050406030204" pitchFamily="18" charset="0"/>
                        </a:rPr>
                        <m:t>=−</m:t>
                      </m:r>
                      <m:f>
                        <m:fPr>
                          <m:ctrlPr>
                            <a:rPr lang="en-US" sz="2400" i="1" dirty="0">
                              <a:solidFill>
                                <a:srgbClr val="FF0000"/>
                              </a:solidFill>
                              <a:latin typeface="Cambria Math" panose="02040503050406030204" pitchFamily="18" charset="0"/>
                            </a:rPr>
                          </m:ctrlPr>
                        </m:fPr>
                        <m:num>
                          <m:r>
                            <a:rPr lang="en-US" sz="2400" dirty="0">
                              <a:solidFill>
                                <a:srgbClr val="FF0000"/>
                              </a:solidFill>
                              <a:latin typeface="Cambria Math" panose="02040503050406030204" pitchFamily="18" charset="0"/>
                            </a:rPr>
                            <m:t>1</m:t>
                          </m:r>
                        </m:num>
                        <m:den>
                          <m:r>
                            <a:rPr lang="en-US" sz="2400" i="1" dirty="0">
                              <a:solidFill>
                                <a:srgbClr val="FF0000"/>
                              </a:solidFill>
                              <a:latin typeface="Cambria Math" panose="02040503050406030204" pitchFamily="18" charset="0"/>
                            </a:rPr>
                            <m:t>𝑚</m:t>
                          </m:r>
                        </m:den>
                      </m:f>
                      <m:nary>
                        <m:naryPr>
                          <m:chr m:val="∑"/>
                          <m:limLoc m:val="undOvr"/>
                          <m:grow m:val="on"/>
                          <m:ctrlPr>
                            <a:rPr lang="en-US" sz="2400" i="1" dirty="0">
                              <a:solidFill>
                                <a:srgbClr val="FF0000"/>
                              </a:solidFill>
                              <a:latin typeface="Cambria Math" panose="02040503050406030204" pitchFamily="18" charset="0"/>
                            </a:rPr>
                          </m:ctrlPr>
                        </m:naryPr>
                        <m:sub>
                          <m:r>
                            <a:rPr lang="en-US" sz="2400" i="1" dirty="0">
                              <a:solidFill>
                                <a:srgbClr val="FF0000"/>
                              </a:solidFill>
                              <a:latin typeface="Cambria Math" panose="02040503050406030204" pitchFamily="18" charset="0"/>
                            </a:rPr>
                            <m:t>𝑖</m:t>
                          </m:r>
                          <m:r>
                            <a:rPr lang="en-US" sz="2400" dirty="0">
                              <a:solidFill>
                                <a:srgbClr val="FF0000"/>
                              </a:solidFill>
                              <a:latin typeface="Cambria Math" panose="02040503050406030204" pitchFamily="18" charset="0"/>
                            </a:rPr>
                            <m:t>=1</m:t>
                          </m:r>
                        </m:sub>
                        <m:sup>
                          <m:r>
                            <a:rPr lang="en-US" sz="2400" i="1" dirty="0">
                              <a:solidFill>
                                <a:srgbClr val="FF0000"/>
                              </a:solidFill>
                              <a:latin typeface="Cambria Math" panose="02040503050406030204" pitchFamily="18" charset="0"/>
                            </a:rPr>
                            <m:t>𝑚</m:t>
                          </m:r>
                        </m:sup>
                        <m:e>
                          <m:r>
                            <a:rPr lang="en-US" sz="2400" i="1" dirty="0">
                              <a:solidFill>
                                <a:srgbClr val="FF0000"/>
                              </a:solidFill>
                              <a:latin typeface="Cambria Math" panose="02040503050406030204" pitchFamily="18" charset="0"/>
                            </a:rPr>
                            <m:t>[</m:t>
                          </m:r>
                          <m:sSup>
                            <m:sSupPr>
                              <m:ctrlPr>
                                <a:rPr lang="en-US" sz="2400" i="1" dirty="0">
                                  <a:solidFill>
                                    <a:srgbClr val="FF0000"/>
                                  </a:solidFill>
                                  <a:latin typeface="Cambria Math" panose="02040503050406030204" pitchFamily="18" charset="0"/>
                                </a:rPr>
                              </m:ctrlPr>
                            </m:sSupPr>
                            <m:e>
                              <m:r>
                                <a:rPr lang="en-US" sz="2400" i="1" dirty="0">
                                  <a:solidFill>
                                    <a:srgbClr val="FF0000"/>
                                  </a:solidFill>
                                  <a:latin typeface="Cambria Math" panose="02040503050406030204" pitchFamily="18" charset="0"/>
                                </a:rPr>
                                <m:t>𝑦</m:t>
                              </m:r>
                            </m:e>
                            <m:sup>
                              <m:d>
                                <m:dPr>
                                  <m:ctrlPr>
                                    <a:rPr lang="en-US" sz="2400" i="1" dirty="0">
                                      <a:solidFill>
                                        <a:srgbClr val="FF0000"/>
                                      </a:solidFill>
                                      <a:latin typeface="Cambria Math" panose="02040503050406030204" pitchFamily="18" charset="0"/>
                                    </a:rPr>
                                  </m:ctrlPr>
                                </m:dPr>
                                <m:e>
                                  <m:r>
                                    <a:rPr lang="en-US" sz="2400" i="1" dirty="0">
                                      <a:solidFill>
                                        <a:srgbClr val="FF0000"/>
                                      </a:solidFill>
                                      <a:latin typeface="Cambria Math" panose="02040503050406030204" pitchFamily="18" charset="0"/>
                                    </a:rPr>
                                    <m:t>𝑖</m:t>
                                  </m:r>
                                </m:e>
                              </m:d>
                            </m:sup>
                          </m:sSup>
                          <m:func>
                            <m:funcPr>
                              <m:ctrlPr>
                                <a:rPr lang="en-US" sz="2400" i="1" dirty="0">
                                  <a:solidFill>
                                    <a:srgbClr val="FF0000"/>
                                  </a:solidFill>
                                  <a:latin typeface="Cambria Math" panose="02040503050406030204" pitchFamily="18" charset="0"/>
                                </a:rPr>
                              </m:ctrlPr>
                            </m:funcPr>
                            <m:fName>
                              <m:r>
                                <m:rPr>
                                  <m:sty m:val="p"/>
                                </m:rPr>
                                <a:rPr lang="en-US" sz="2400" dirty="0">
                                  <a:solidFill>
                                    <a:srgbClr val="FF0000"/>
                                  </a:solidFill>
                                  <a:latin typeface="Cambria Math" panose="02040503050406030204" pitchFamily="18" charset="0"/>
                                </a:rPr>
                                <m:t>log</m:t>
                              </m:r>
                            </m:fName>
                            <m:e>
                              <m:d>
                                <m:dPr>
                                  <m:ctrlPr>
                                    <a:rPr lang="en-US" sz="2400" i="1" dirty="0">
                                      <a:solidFill>
                                        <a:srgbClr val="FF0000"/>
                                      </a:solidFill>
                                      <a:latin typeface="Cambria Math" panose="02040503050406030204" pitchFamily="18" charset="0"/>
                                    </a:rPr>
                                  </m:ctrlPr>
                                </m:dPr>
                                <m:e>
                                  <m:sSup>
                                    <m:sSupPr>
                                      <m:ctrlPr>
                                        <a:rPr lang="en-US" sz="2400" i="1" dirty="0">
                                          <a:solidFill>
                                            <a:srgbClr val="FF0000"/>
                                          </a:solidFill>
                                          <a:latin typeface="Cambria Math" panose="02040503050406030204" pitchFamily="18" charset="0"/>
                                        </a:rPr>
                                      </m:ctrlPr>
                                    </m:sSupPr>
                                    <m:e>
                                      <m:acc>
                                        <m:accPr>
                                          <m:chr m:val="̂"/>
                                          <m:ctrlPr>
                                            <a:rPr lang="en-US" sz="2400" i="1" dirty="0">
                                              <a:solidFill>
                                                <a:srgbClr val="FF0000"/>
                                              </a:solidFill>
                                              <a:latin typeface="Cambria Math" panose="02040503050406030204" pitchFamily="18" charset="0"/>
                                            </a:rPr>
                                          </m:ctrlPr>
                                        </m:accPr>
                                        <m:e>
                                          <m:r>
                                            <a:rPr lang="en-US" sz="2400" i="1" dirty="0">
                                              <a:solidFill>
                                                <a:srgbClr val="FF0000"/>
                                              </a:solidFill>
                                              <a:latin typeface="Cambria Math" panose="02040503050406030204" pitchFamily="18" charset="0"/>
                                            </a:rPr>
                                            <m:t>𝑝</m:t>
                                          </m:r>
                                        </m:e>
                                      </m:acc>
                                    </m:e>
                                    <m:sup>
                                      <m:d>
                                        <m:dPr>
                                          <m:ctrlPr>
                                            <a:rPr lang="en-US" sz="2400" i="1" dirty="0">
                                              <a:solidFill>
                                                <a:srgbClr val="FF0000"/>
                                              </a:solidFill>
                                              <a:latin typeface="Cambria Math" panose="02040503050406030204" pitchFamily="18" charset="0"/>
                                            </a:rPr>
                                          </m:ctrlPr>
                                        </m:dPr>
                                        <m:e>
                                          <m:r>
                                            <a:rPr lang="en-US" sz="2400" i="1" dirty="0">
                                              <a:solidFill>
                                                <a:srgbClr val="FF0000"/>
                                              </a:solidFill>
                                              <a:latin typeface="Cambria Math" panose="02040503050406030204" pitchFamily="18" charset="0"/>
                                            </a:rPr>
                                            <m:t>𝑖</m:t>
                                          </m:r>
                                        </m:e>
                                      </m:d>
                                    </m:sup>
                                  </m:sSup>
                                </m:e>
                              </m:d>
                            </m:e>
                          </m:func>
                        </m:e>
                      </m:nary>
                      <m:r>
                        <a:rPr lang="en-US" sz="2400" dirty="0">
                          <a:solidFill>
                            <a:srgbClr val="FF0000"/>
                          </a:solidFill>
                          <a:latin typeface="Cambria Math" panose="02040503050406030204" pitchFamily="18" charset="0"/>
                        </a:rPr>
                        <m:t>+</m:t>
                      </m:r>
                      <m:d>
                        <m:dPr>
                          <m:ctrlPr>
                            <a:rPr lang="en-US" sz="2400" i="1" dirty="0">
                              <a:solidFill>
                                <a:srgbClr val="FF0000"/>
                              </a:solidFill>
                              <a:latin typeface="Cambria Math" panose="02040503050406030204" pitchFamily="18" charset="0"/>
                            </a:rPr>
                          </m:ctrlPr>
                        </m:dPr>
                        <m:e>
                          <m:r>
                            <a:rPr lang="en-US" sz="2400" dirty="0">
                              <a:solidFill>
                                <a:srgbClr val="FF0000"/>
                              </a:solidFill>
                              <a:latin typeface="Cambria Math" panose="02040503050406030204" pitchFamily="18" charset="0"/>
                            </a:rPr>
                            <m:t>1−</m:t>
                          </m:r>
                          <m:sSup>
                            <m:sSupPr>
                              <m:ctrlPr>
                                <a:rPr lang="en-US" sz="2400" i="1" dirty="0">
                                  <a:solidFill>
                                    <a:srgbClr val="FF0000"/>
                                  </a:solidFill>
                                  <a:latin typeface="Cambria Math" panose="02040503050406030204" pitchFamily="18" charset="0"/>
                                </a:rPr>
                              </m:ctrlPr>
                            </m:sSupPr>
                            <m:e>
                              <m:r>
                                <a:rPr lang="en-US" sz="2400" i="1" dirty="0">
                                  <a:solidFill>
                                    <a:srgbClr val="FF0000"/>
                                  </a:solidFill>
                                  <a:latin typeface="Cambria Math" panose="02040503050406030204" pitchFamily="18" charset="0"/>
                                </a:rPr>
                                <m:t>𝑦</m:t>
                              </m:r>
                            </m:e>
                            <m:sup>
                              <m:d>
                                <m:dPr>
                                  <m:ctrlPr>
                                    <a:rPr lang="en-US" sz="2400" i="1" dirty="0">
                                      <a:solidFill>
                                        <a:srgbClr val="FF0000"/>
                                      </a:solidFill>
                                      <a:latin typeface="Cambria Math" panose="02040503050406030204" pitchFamily="18" charset="0"/>
                                    </a:rPr>
                                  </m:ctrlPr>
                                </m:dPr>
                                <m:e>
                                  <m:r>
                                    <a:rPr lang="en-US" sz="2400" dirty="0">
                                      <a:solidFill>
                                        <a:srgbClr val="FF0000"/>
                                      </a:solidFill>
                                      <a:latin typeface="Cambria Math" panose="02040503050406030204" pitchFamily="18" charset="0"/>
                                    </a:rPr>
                                    <m:t>ⅈ</m:t>
                                  </m:r>
                                </m:e>
                              </m:d>
                            </m:sup>
                          </m:sSup>
                        </m:e>
                      </m:d>
                      <m:func>
                        <m:funcPr>
                          <m:ctrlPr>
                            <a:rPr lang="en-US" sz="2400" i="1" dirty="0">
                              <a:solidFill>
                                <a:srgbClr val="FF0000"/>
                              </a:solidFill>
                              <a:latin typeface="Cambria Math" panose="02040503050406030204" pitchFamily="18" charset="0"/>
                            </a:rPr>
                          </m:ctrlPr>
                        </m:funcPr>
                        <m:fName>
                          <m:r>
                            <m:rPr>
                              <m:sty m:val="p"/>
                            </m:rPr>
                            <a:rPr lang="en-US" sz="2400" dirty="0">
                              <a:solidFill>
                                <a:srgbClr val="FF0000"/>
                              </a:solidFill>
                              <a:latin typeface="Cambria Math" panose="02040503050406030204" pitchFamily="18" charset="0"/>
                            </a:rPr>
                            <m:t>log</m:t>
                          </m:r>
                        </m:fName>
                        <m:e>
                          <m:d>
                            <m:dPr>
                              <m:endChr m:val=""/>
                              <m:ctrlPr>
                                <a:rPr lang="en-US" sz="2400" i="1" dirty="0">
                                  <a:solidFill>
                                    <a:srgbClr val="FF0000"/>
                                  </a:solidFill>
                                  <a:latin typeface="Cambria Math" panose="02040503050406030204" pitchFamily="18" charset="0"/>
                                </a:rPr>
                              </m:ctrlPr>
                            </m:dPr>
                            <m:e>
                              <m:r>
                                <a:rPr lang="en-US" sz="2400" dirty="0">
                                  <a:solidFill>
                                    <a:srgbClr val="FF0000"/>
                                  </a:solidFill>
                                  <a:latin typeface="Cambria Math" panose="02040503050406030204" pitchFamily="18" charset="0"/>
                                </a:rPr>
                                <m:t>1−</m:t>
                              </m:r>
                              <m:sSup>
                                <m:sSupPr>
                                  <m:ctrlPr>
                                    <a:rPr lang="en-US" sz="2400" i="1" dirty="0">
                                      <a:solidFill>
                                        <a:srgbClr val="FF0000"/>
                                      </a:solidFill>
                                      <a:latin typeface="Cambria Math" panose="02040503050406030204" pitchFamily="18" charset="0"/>
                                    </a:rPr>
                                  </m:ctrlPr>
                                </m:sSupPr>
                                <m:e>
                                  <m:acc>
                                    <m:accPr>
                                      <m:chr m:val="̂"/>
                                      <m:ctrlPr>
                                        <a:rPr lang="en-US" sz="2400" i="1" dirty="0">
                                          <a:solidFill>
                                            <a:srgbClr val="FF0000"/>
                                          </a:solidFill>
                                          <a:latin typeface="Cambria Math" panose="02040503050406030204" pitchFamily="18" charset="0"/>
                                        </a:rPr>
                                      </m:ctrlPr>
                                    </m:accPr>
                                    <m:e>
                                      <m:r>
                                        <a:rPr lang="en-US" sz="2400" i="1" dirty="0">
                                          <a:solidFill>
                                            <a:srgbClr val="FF0000"/>
                                          </a:solidFill>
                                          <a:latin typeface="Cambria Math" panose="02040503050406030204" pitchFamily="18" charset="0"/>
                                        </a:rPr>
                                        <m:t>𝑝</m:t>
                                      </m:r>
                                    </m:e>
                                  </m:acc>
                                </m:e>
                                <m:sup>
                                  <m:d>
                                    <m:dPr>
                                      <m:ctrlPr>
                                        <a:rPr lang="en-US" sz="2400" i="1" dirty="0">
                                          <a:solidFill>
                                            <a:srgbClr val="FF0000"/>
                                          </a:solidFill>
                                          <a:latin typeface="Cambria Math" panose="02040503050406030204" pitchFamily="18" charset="0"/>
                                        </a:rPr>
                                      </m:ctrlPr>
                                    </m:dPr>
                                    <m:e>
                                      <m:r>
                                        <a:rPr lang="en-US" sz="2400" dirty="0">
                                          <a:solidFill>
                                            <a:srgbClr val="FF0000"/>
                                          </a:solidFill>
                                          <a:latin typeface="Cambria Math" panose="02040503050406030204" pitchFamily="18" charset="0"/>
                                        </a:rPr>
                                        <m:t>ⅈ</m:t>
                                      </m:r>
                                    </m:e>
                                  </m:d>
                                </m:sup>
                              </m:sSup>
                            </m:e>
                          </m:d>
                          <m:r>
                            <a:rPr lang="en-US" sz="2400" i="1" dirty="0">
                              <a:solidFill>
                                <a:srgbClr val="FF0000"/>
                              </a:solidFill>
                              <a:latin typeface="Cambria Math" panose="02040503050406030204" pitchFamily="18" charset="0"/>
                            </a:rPr>
                            <m:t>)</m:t>
                          </m:r>
                        </m:e>
                      </m:func>
                      <m:r>
                        <a:rPr lang="en-US" sz="2400" i="1" dirty="0">
                          <a:solidFill>
                            <a:srgbClr val="FF0000"/>
                          </a:solidFill>
                          <a:latin typeface="Cambria Math" panose="02040503050406030204" pitchFamily="18" charset="0"/>
                        </a:rPr>
                        <m:t>]</m:t>
                      </m:r>
                    </m:oMath>
                  </m:oMathPara>
                </a14:m>
                <a:endParaRPr lang="en-US" sz="2400" dirty="0">
                  <a:solidFill>
                    <a:srgbClr val="FF0000"/>
                  </a:solidFill>
                </a:endParaRPr>
              </a:p>
              <a:p>
                <a:r>
                  <a:rPr lang="en-US" sz="2400" dirty="0"/>
                  <a:t>When the observation belongs to class 1 the first part of the formula becomes active and the second part vanishes and vice versa in the case observation’s actual class are 0</a:t>
                </a:r>
              </a:p>
            </p:txBody>
          </p:sp>
        </mc:Choice>
        <mc:Fallback xmlns="">
          <p:sp>
            <p:nvSpPr>
              <p:cNvPr id="3" name="Content Placeholder 2">
                <a:extLst>
                  <a:ext uri="{FF2B5EF4-FFF2-40B4-BE49-F238E27FC236}">
                    <a16:creationId xmlns:a16="http://schemas.microsoft.com/office/drawing/2014/main" id="{62D364F6-8313-49C1-9C89-87F4030E7E68}"/>
                  </a:ext>
                </a:extLst>
              </p:cNvPr>
              <p:cNvSpPr>
                <a:spLocks noGrp="1" noRot="1" noChangeAspect="1" noMove="1" noResize="1" noEditPoints="1" noAdjustHandles="1" noChangeArrowheads="1" noChangeShapeType="1" noTextEdit="1"/>
              </p:cNvSpPr>
              <p:nvPr>
                <p:ph idx="1"/>
              </p:nvPr>
            </p:nvSpPr>
            <p:spPr>
              <a:xfrm>
                <a:off x="0" y="1265882"/>
                <a:ext cx="12301538" cy="5592117"/>
              </a:xfrm>
              <a:blipFill>
                <a:blip r:embed="rId2"/>
                <a:stretch>
                  <a:fillRect l="-644" t="-1527" r="-1041"/>
                </a:stretch>
              </a:blipFill>
            </p:spPr>
            <p:txBody>
              <a:bodyPr/>
              <a:lstStyle/>
              <a:p>
                <a:r>
                  <a:rPr lang="en-US">
                    <a:noFill/>
                  </a:rPr>
                  <a:t> </a:t>
                </a:r>
              </a:p>
            </p:txBody>
          </p:sp>
        </mc:Fallback>
      </mc:AlternateContent>
    </p:spTree>
    <p:extLst>
      <p:ext uri="{BB962C8B-B14F-4D97-AF65-F5344CB8AC3E}">
        <p14:creationId xmlns:p14="http://schemas.microsoft.com/office/powerpoint/2010/main" val="22266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E238-AC0D-4EDA-A563-31184FF30519}"/>
              </a:ext>
            </a:extLst>
          </p:cNvPr>
          <p:cNvSpPr>
            <a:spLocks noGrp="1"/>
          </p:cNvSpPr>
          <p:nvPr>
            <p:ph type="title"/>
          </p:nvPr>
        </p:nvSpPr>
        <p:spPr>
          <a:xfrm>
            <a:off x="695325" y="-26043"/>
            <a:ext cx="10515600" cy="897581"/>
          </a:xfrm>
        </p:spPr>
        <p:txBody>
          <a:bodyPr/>
          <a:lstStyle/>
          <a:p>
            <a:r>
              <a:rPr lang="en-US" dirty="0"/>
              <a:t>Why Log Loss</a:t>
            </a:r>
          </a:p>
        </p:txBody>
      </p:sp>
      <p:sp>
        <p:nvSpPr>
          <p:cNvPr id="3" name="Content Placeholder 2">
            <a:extLst>
              <a:ext uri="{FF2B5EF4-FFF2-40B4-BE49-F238E27FC236}">
                <a16:creationId xmlns:a16="http://schemas.microsoft.com/office/drawing/2014/main" id="{62D364F6-8313-49C1-9C89-87F4030E7E68}"/>
              </a:ext>
            </a:extLst>
          </p:cNvPr>
          <p:cNvSpPr>
            <a:spLocks noGrp="1"/>
          </p:cNvSpPr>
          <p:nvPr>
            <p:ph idx="1"/>
          </p:nvPr>
        </p:nvSpPr>
        <p:spPr>
          <a:xfrm>
            <a:off x="0" y="871538"/>
            <a:ext cx="12301538" cy="5986461"/>
          </a:xfrm>
        </p:spPr>
        <p:txBody>
          <a:bodyPr>
            <a:normAutofit/>
          </a:bodyPr>
          <a:lstStyle/>
          <a:p>
            <a:r>
              <a:rPr lang="en-US" sz="2200" dirty="0"/>
              <a:t>Linear Regression sum-squared-error cost function gives non-convex function with many local minimums for Logistic Regression</a:t>
            </a:r>
          </a:p>
          <a:p>
            <a:r>
              <a:rPr lang="en-US" sz="2200" dirty="0"/>
              <a:t>Convex type cost function always guarantees a global minimum, whereas a non-convex type only guarantees local minima</a:t>
            </a:r>
          </a:p>
        </p:txBody>
      </p:sp>
      <p:pic>
        <p:nvPicPr>
          <p:cNvPr id="7" name="Picture 6">
            <a:extLst>
              <a:ext uri="{FF2B5EF4-FFF2-40B4-BE49-F238E27FC236}">
                <a16:creationId xmlns:a16="http://schemas.microsoft.com/office/drawing/2014/main" id="{868387D3-161C-4085-A3AF-A65AD2589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 y="2399914"/>
            <a:ext cx="11370025" cy="4458086"/>
          </a:xfrm>
          <a:prstGeom prst="rect">
            <a:avLst/>
          </a:prstGeom>
        </p:spPr>
      </p:pic>
    </p:spTree>
    <p:extLst>
      <p:ext uri="{BB962C8B-B14F-4D97-AF65-F5344CB8AC3E}">
        <p14:creationId xmlns:p14="http://schemas.microsoft.com/office/powerpoint/2010/main" val="219924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E238-AC0D-4EDA-A563-31184FF30519}"/>
              </a:ext>
            </a:extLst>
          </p:cNvPr>
          <p:cNvSpPr>
            <a:spLocks noGrp="1"/>
          </p:cNvSpPr>
          <p:nvPr>
            <p:ph type="title"/>
          </p:nvPr>
        </p:nvSpPr>
        <p:spPr>
          <a:xfrm>
            <a:off x="695325" y="-26043"/>
            <a:ext cx="10515600" cy="897581"/>
          </a:xfrm>
        </p:spPr>
        <p:txBody>
          <a:bodyPr/>
          <a:lstStyle/>
          <a:p>
            <a:r>
              <a:rPr lang="en-US" dirty="0"/>
              <a:t>Why Log Loss</a:t>
            </a:r>
          </a:p>
        </p:txBody>
      </p:sp>
      <p:sp>
        <p:nvSpPr>
          <p:cNvPr id="3" name="Content Placeholder 2">
            <a:extLst>
              <a:ext uri="{FF2B5EF4-FFF2-40B4-BE49-F238E27FC236}">
                <a16:creationId xmlns:a16="http://schemas.microsoft.com/office/drawing/2014/main" id="{62D364F6-8313-49C1-9C89-87F4030E7E68}"/>
              </a:ext>
            </a:extLst>
          </p:cNvPr>
          <p:cNvSpPr>
            <a:spLocks noGrp="1"/>
          </p:cNvSpPr>
          <p:nvPr>
            <p:ph idx="1"/>
          </p:nvPr>
        </p:nvSpPr>
        <p:spPr>
          <a:xfrm>
            <a:off x="0" y="871538"/>
            <a:ext cx="12301538" cy="5986461"/>
          </a:xfrm>
        </p:spPr>
        <p:txBody>
          <a:bodyPr>
            <a:normAutofit/>
          </a:bodyPr>
          <a:lstStyle/>
          <a:p>
            <a:r>
              <a:rPr lang="en-US" sz="2200" dirty="0"/>
              <a:t>Actual: It is the class the sample originally belongs to.</a:t>
            </a:r>
          </a:p>
          <a:p>
            <a:r>
              <a:rPr lang="en-US" sz="2200" dirty="0" err="1"/>
              <a:t>Predicted_probabilities</a:t>
            </a:r>
            <a:r>
              <a:rPr lang="en-US" sz="2200" dirty="0"/>
              <a:t>.: The is output given by the logistic regression model</a:t>
            </a:r>
          </a:p>
          <a:p>
            <a:r>
              <a:rPr lang="en-US" sz="2200" dirty="0"/>
              <a:t>ID6 originally belongs to class 1 hence its predicted probability and corrected probability is the same i.e., 0.94</a:t>
            </a:r>
          </a:p>
          <a:p>
            <a:r>
              <a:rPr lang="en-US" sz="2200" dirty="0"/>
              <a:t>ID8 originally belongs to actual class 0, but predicted 1, hence its predicted probability and corrected probability are NOT same</a:t>
            </a:r>
          </a:p>
          <a:p>
            <a:r>
              <a:rPr lang="en-US" sz="2200" dirty="0">
                <a:solidFill>
                  <a:srgbClr val="FF0000"/>
                </a:solidFill>
              </a:rPr>
              <a:t>The reason behind using the log value is, the log value offers less penalty for small differences between predicted probability and corrected probability. when the difference is large the penalty will be higher</a:t>
            </a:r>
          </a:p>
        </p:txBody>
      </p:sp>
      <p:pic>
        <p:nvPicPr>
          <p:cNvPr id="5" name="Picture 4">
            <a:extLst>
              <a:ext uri="{FF2B5EF4-FFF2-40B4-BE49-F238E27FC236}">
                <a16:creationId xmlns:a16="http://schemas.microsoft.com/office/drawing/2014/main" id="{062530CD-BA17-4D5B-BF11-401F534E5A85}"/>
              </a:ext>
            </a:extLst>
          </p:cNvPr>
          <p:cNvPicPr>
            <a:picLocks noChangeAspect="1"/>
          </p:cNvPicPr>
          <p:nvPr/>
        </p:nvPicPr>
        <p:blipFill rotWithShape="1">
          <a:blip r:embed="rId2">
            <a:extLst>
              <a:ext uri="{28A0092B-C50C-407E-A947-70E740481C1C}">
                <a14:useLocalDpi xmlns:a14="http://schemas.microsoft.com/office/drawing/2010/main" val="0"/>
              </a:ext>
            </a:extLst>
          </a:blip>
          <a:srcRect b="30502"/>
          <a:stretch/>
        </p:blipFill>
        <p:spPr>
          <a:xfrm>
            <a:off x="0" y="4714875"/>
            <a:ext cx="7314286" cy="1904426"/>
          </a:xfrm>
          <a:prstGeom prst="rect">
            <a:avLst/>
          </a:prstGeom>
        </p:spPr>
      </p:pic>
      <p:sp>
        <p:nvSpPr>
          <p:cNvPr id="6" name="Rectangle 5">
            <a:extLst>
              <a:ext uri="{FF2B5EF4-FFF2-40B4-BE49-F238E27FC236}">
                <a16:creationId xmlns:a16="http://schemas.microsoft.com/office/drawing/2014/main" id="{B6CB1F39-AFBD-469F-B2DE-F007448E00AE}"/>
              </a:ext>
            </a:extLst>
          </p:cNvPr>
          <p:cNvSpPr/>
          <p:nvPr/>
        </p:nvSpPr>
        <p:spPr>
          <a:xfrm>
            <a:off x="0" y="6029324"/>
            <a:ext cx="7329488" cy="61436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5416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9A9E-296E-988E-6AE3-8BD5270EFBCF}"/>
              </a:ext>
            </a:extLst>
          </p:cNvPr>
          <p:cNvSpPr>
            <a:spLocks noGrp="1"/>
          </p:cNvSpPr>
          <p:nvPr>
            <p:ph type="title"/>
          </p:nvPr>
        </p:nvSpPr>
        <p:spPr>
          <a:xfrm>
            <a:off x="634013" y="0"/>
            <a:ext cx="10515600" cy="1325563"/>
          </a:xfrm>
        </p:spPr>
        <p:txBody>
          <a:bodyPr/>
          <a:lstStyle/>
          <a:p>
            <a:r>
              <a:rPr lang="en-US"/>
              <a:t>Logistic Regression Hyperparameters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6410437-BB6A-8706-D849-1B59DC9DC10A}"/>
                  </a:ext>
                </a:extLst>
              </p:cNvPr>
              <p:cNvSpPr>
                <a:spLocks noGrp="1"/>
              </p:cNvSpPr>
              <p:nvPr>
                <p:ph idx="1"/>
              </p:nvPr>
            </p:nvSpPr>
            <p:spPr>
              <a:xfrm>
                <a:off x="0" y="1109709"/>
                <a:ext cx="12192000" cy="5748291"/>
              </a:xfrm>
            </p:spPr>
            <p:txBody>
              <a:bodyPr>
                <a:normAutofit/>
              </a:bodyPr>
              <a:lstStyle/>
              <a:p>
                <a:pPr marL="514350" indent="-514350">
                  <a:buFont typeface="+mj-lt"/>
                  <a:buAutoNum type="arabicPeriod"/>
                </a:pPr>
                <a:r>
                  <a:rPr lang="en-US" dirty="0">
                    <a:solidFill>
                      <a:srgbClr val="FF0000"/>
                    </a:solidFill>
                  </a:rPr>
                  <a:t>solver</a:t>
                </a:r>
                <a:r>
                  <a:rPr lang="en-US" dirty="0"/>
                  <a:t>{‘newton-cg’, ‘</a:t>
                </a:r>
                <a:r>
                  <a:rPr lang="en-US" dirty="0" err="1"/>
                  <a:t>lbfgs</a:t>
                </a:r>
                <a:r>
                  <a:rPr lang="en-US" dirty="0"/>
                  <a:t>’, ‘</a:t>
                </a:r>
                <a:r>
                  <a:rPr lang="en-US" dirty="0" err="1"/>
                  <a:t>liblinear</a:t>
                </a:r>
                <a:r>
                  <a:rPr lang="en-US" dirty="0"/>
                  <a:t>’, ‘sag’, ‘saga’}, default=’</a:t>
                </a:r>
                <a:r>
                  <a:rPr lang="en-US" dirty="0" err="1"/>
                  <a:t>lbfgs</a:t>
                </a:r>
                <a:r>
                  <a:rPr lang="en-US" dirty="0"/>
                  <a:t>’</a:t>
                </a:r>
              </a:p>
              <a:p>
                <a:r>
                  <a:rPr lang="en-US" dirty="0"/>
                  <a:t>Algorithm to use in the optimization problem</a:t>
                </a:r>
              </a:p>
              <a:p>
                <a:r>
                  <a:rPr lang="en-US" dirty="0"/>
                  <a:t>For small datasets, ‘</a:t>
                </a:r>
                <a:r>
                  <a:rPr lang="en-US" dirty="0" err="1"/>
                  <a:t>liblinear</a:t>
                </a:r>
                <a:r>
                  <a:rPr lang="en-US" dirty="0"/>
                  <a:t>’ is a good choice, whereas ‘sag’ and ‘saga’ are faster for large datasets</a:t>
                </a:r>
              </a:p>
              <a:p>
                <a:r>
                  <a:rPr lang="en-US" dirty="0"/>
                  <a:t>For multiclass problems, only ‘newton-cg’, ‘sag’, ‘saga’ and ‘</a:t>
                </a:r>
                <a:r>
                  <a:rPr lang="en-US" dirty="0" err="1"/>
                  <a:t>lbfgs</a:t>
                </a:r>
                <a:r>
                  <a:rPr lang="en-US" dirty="0"/>
                  <a:t>’ handle multinomial loss</a:t>
                </a:r>
              </a:p>
              <a:p>
                <a:pPr marL="0" indent="0">
                  <a:buNone/>
                </a:pPr>
                <a:r>
                  <a:rPr lang="en-US" dirty="0"/>
                  <a:t>2. </a:t>
                </a:r>
                <a:r>
                  <a:rPr lang="en-US" dirty="0">
                    <a:solidFill>
                      <a:srgbClr val="FF0000"/>
                    </a:solidFill>
                  </a:rPr>
                  <a:t>Penalty</a:t>
                </a:r>
                <a:r>
                  <a:rPr lang="en-US" dirty="0"/>
                  <a:t> (or regularization) intends to reduce model generalization error, regulate overfitting. Technique discourages learning a more complex model, to avoid the risk of overfitting</a:t>
                </a:r>
              </a:p>
              <a:p>
                <a:pPr marL="0" indent="0">
                  <a:buNone/>
                </a:pPr>
                <a:r>
                  <a:rPr lang="en-US" dirty="0"/>
                  <a:t>3. </a:t>
                </a:r>
                <a:r>
                  <a:rPr lang="en-US" dirty="0">
                    <a:solidFill>
                      <a:srgbClr val="FF0000"/>
                    </a:solidFill>
                  </a:rPr>
                  <a:t>C</a:t>
                </a:r>
                <a:r>
                  <a:rPr lang="en-US" dirty="0"/>
                  <a:t> (or regularization strength) must be a positive float. Regularization strength works with the penalty to regulate overfitting. Smaller values specify stronger regularization and high value tells the model to give high weight to the training data.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1</m:t>
                        </m:r>
                      </m:num>
                      <m:den>
                        <m:r>
                          <m:rPr>
                            <m:sty m:val="p"/>
                          </m:rPr>
                          <a:rPr lang="el-GR" i="1" dirty="0">
                            <a:solidFill>
                              <a:srgbClr val="FF0000"/>
                            </a:solidFill>
                            <a:latin typeface="Cambria Math" panose="02040503050406030204" pitchFamily="18" charset="0"/>
                          </a:rPr>
                          <m:t>λ</m:t>
                        </m:r>
                      </m:den>
                    </m:f>
                  </m:oMath>
                </a14:m>
                <a:endParaRPr lang="en-US" dirty="0"/>
              </a:p>
            </p:txBody>
          </p:sp>
        </mc:Choice>
        <mc:Fallback>
          <p:sp>
            <p:nvSpPr>
              <p:cNvPr id="3" name="Content Placeholder 2">
                <a:extLst>
                  <a:ext uri="{FF2B5EF4-FFF2-40B4-BE49-F238E27FC236}">
                    <a16:creationId xmlns:a16="http://schemas.microsoft.com/office/drawing/2014/main" id="{06410437-BB6A-8706-D849-1B59DC9DC10A}"/>
                  </a:ext>
                </a:extLst>
              </p:cNvPr>
              <p:cNvSpPr>
                <a:spLocks noGrp="1" noRot="1" noChangeAspect="1" noMove="1" noResize="1" noEditPoints="1" noAdjustHandles="1" noChangeArrowheads="1" noChangeShapeType="1" noTextEdit="1"/>
              </p:cNvSpPr>
              <p:nvPr>
                <p:ph idx="1"/>
              </p:nvPr>
            </p:nvSpPr>
            <p:spPr>
              <a:xfrm>
                <a:off x="0" y="1109709"/>
                <a:ext cx="12192000" cy="5748291"/>
              </a:xfrm>
              <a:blipFill>
                <a:blip r:embed="rId2"/>
                <a:stretch>
                  <a:fillRect l="-1050" t="-1909" r="-1150" b="-2545"/>
                </a:stretch>
              </a:blipFill>
            </p:spPr>
            <p:txBody>
              <a:bodyPr/>
              <a:lstStyle/>
              <a:p>
                <a:r>
                  <a:rPr lang="en-US">
                    <a:noFill/>
                  </a:rPr>
                  <a:t> </a:t>
                </a:r>
              </a:p>
            </p:txBody>
          </p:sp>
        </mc:Fallback>
      </mc:AlternateContent>
    </p:spTree>
    <p:extLst>
      <p:ext uri="{BB962C8B-B14F-4D97-AF65-F5344CB8AC3E}">
        <p14:creationId xmlns:p14="http://schemas.microsoft.com/office/powerpoint/2010/main" val="4217062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9A9E-296E-988E-6AE3-8BD5270EFBCF}"/>
              </a:ext>
            </a:extLst>
          </p:cNvPr>
          <p:cNvSpPr>
            <a:spLocks noGrp="1"/>
          </p:cNvSpPr>
          <p:nvPr>
            <p:ph type="title"/>
          </p:nvPr>
        </p:nvSpPr>
        <p:spPr>
          <a:xfrm>
            <a:off x="0" y="0"/>
            <a:ext cx="12192000" cy="1325563"/>
          </a:xfrm>
        </p:spPr>
        <p:txBody>
          <a:bodyPr>
            <a:normAutofit/>
          </a:bodyPr>
          <a:lstStyle/>
          <a:p>
            <a:r>
              <a:rPr lang="en-US" sz="4000" dirty="0"/>
              <a:t>Multiclassification Problem (</a:t>
            </a:r>
            <a:r>
              <a:rPr lang="en-US" sz="4000" dirty="0">
                <a:solidFill>
                  <a:srgbClr val="FF0000"/>
                </a:solidFill>
              </a:rPr>
              <a:t>OVR/OVA</a:t>
            </a:r>
            <a:r>
              <a:rPr lang="en-US" sz="4000" dirty="0"/>
              <a:t>): Multinomial Logistic Regression</a:t>
            </a:r>
          </a:p>
        </p:txBody>
      </p:sp>
      <p:sp>
        <p:nvSpPr>
          <p:cNvPr id="3" name="Content Placeholder 2">
            <a:extLst>
              <a:ext uri="{FF2B5EF4-FFF2-40B4-BE49-F238E27FC236}">
                <a16:creationId xmlns:a16="http://schemas.microsoft.com/office/drawing/2014/main" id="{06410437-BB6A-8706-D849-1B59DC9DC10A}"/>
              </a:ext>
            </a:extLst>
          </p:cNvPr>
          <p:cNvSpPr>
            <a:spLocks noGrp="1"/>
          </p:cNvSpPr>
          <p:nvPr>
            <p:ph idx="1"/>
          </p:nvPr>
        </p:nvSpPr>
        <p:spPr>
          <a:xfrm>
            <a:off x="0" y="1109709"/>
            <a:ext cx="12192000" cy="5748291"/>
          </a:xfrm>
        </p:spPr>
        <p:txBody>
          <a:bodyPr vert="horz" lIns="91440" tIns="45720" rIns="91440" bIns="45720" rtlCol="0" anchor="t">
            <a:normAutofit/>
          </a:bodyPr>
          <a:lstStyle/>
          <a:p>
            <a:pPr marL="0" indent="0">
              <a:buNone/>
            </a:pPr>
            <a:r>
              <a:rPr lang="en-US" dirty="0">
                <a:solidFill>
                  <a:srgbClr val="FF0000"/>
                </a:solidFill>
                <a:cs typeface="Calibri"/>
              </a:rPr>
              <a:t>One-vs-rest (</a:t>
            </a:r>
            <a:r>
              <a:rPr lang="en-US" dirty="0" err="1">
                <a:solidFill>
                  <a:srgbClr val="FF0000"/>
                </a:solidFill>
                <a:cs typeface="Calibri"/>
              </a:rPr>
              <a:t>OvR</a:t>
            </a:r>
            <a:r>
              <a:rPr lang="en-US" dirty="0">
                <a:solidFill>
                  <a:srgbClr val="FF0000"/>
                </a:solidFill>
                <a:cs typeface="Calibri"/>
              </a:rPr>
              <a:t>)/ One-vs-All (</a:t>
            </a:r>
            <a:r>
              <a:rPr lang="en-US" dirty="0" err="1">
                <a:solidFill>
                  <a:srgbClr val="FF0000"/>
                </a:solidFill>
                <a:cs typeface="Calibri"/>
              </a:rPr>
              <a:t>OvA</a:t>
            </a:r>
            <a:r>
              <a:rPr lang="en-US" dirty="0">
                <a:solidFill>
                  <a:srgbClr val="FF0000"/>
                </a:solidFill>
                <a:cs typeface="Calibri"/>
              </a:rPr>
              <a:t>)</a:t>
            </a:r>
            <a:r>
              <a:rPr lang="en-US" dirty="0">
                <a:cs typeface="Calibri"/>
              </a:rPr>
              <a:t>: uses binary classification algorithms for multi-class classification.</a:t>
            </a:r>
            <a:endParaRPr lang="en-US" dirty="0"/>
          </a:p>
          <a:p>
            <a:pPr marL="0" indent="0">
              <a:buNone/>
            </a:pPr>
            <a:r>
              <a:rPr lang="en-US" dirty="0">
                <a:cs typeface="Calibri"/>
              </a:rPr>
              <a:t>It involves splitting the multi-class dataset into multiple binary classification problems. A binary classifier is then trained on each binary classification problem and predictions are made using the model that is the most confident/highest probability.</a:t>
            </a:r>
          </a:p>
          <a:p>
            <a:pPr marL="0" indent="0">
              <a:buNone/>
            </a:pPr>
            <a:r>
              <a:rPr lang="en-US" dirty="0" err="1">
                <a:cs typeface="Calibri"/>
              </a:rPr>
              <a:t>Sklearn</a:t>
            </a:r>
            <a:r>
              <a:rPr lang="en-US" dirty="0">
                <a:cs typeface="Calibri"/>
              </a:rPr>
              <a:t>: </a:t>
            </a:r>
            <a:r>
              <a:rPr lang="en-US" dirty="0" err="1">
                <a:ea typeface="+mn-lt"/>
                <a:cs typeface="+mn-lt"/>
              </a:rPr>
              <a:t>LogisticRegression</a:t>
            </a:r>
            <a:r>
              <a:rPr lang="en-US" dirty="0">
                <a:ea typeface="+mn-lt"/>
                <a:cs typeface="+mn-lt"/>
              </a:rPr>
              <a:t>(</a:t>
            </a:r>
            <a:r>
              <a:rPr lang="en-US" dirty="0" err="1">
                <a:ea typeface="+mn-lt"/>
                <a:cs typeface="+mn-lt"/>
              </a:rPr>
              <a:t>multi_class</a:t>
            </a:r>
            <a:r>
              <a:rPr lang="en-US" dirty="0">
                <a:ea typeface="+mn-lt"/>
                <a:cs typeface="+mn-lt"/>
              </a:rPr>
              <a:t>='</a:t>
            </a:r>
            <a:r>
              <a:rPr lang="en-US" dirty="0" err="1">
                <a:ea typeface="+mn-lt"/>
                <a:cs typeface="+mn-lt"/>
              </a:rPr>
              <a:t>ovr</a:t>
            </a:r>
            <a:r>
              <a:rPr lang="en-US" dirty="0">
                <a:ea typeface="+mn-lt"/>
                <a:cs typeface="+mn-lt"/>
              </a:rPr>
              <a:t>')</a:t>
            </a:r>
            <a:endParaRPr lang="en-US" dirty="0"/>
          </a:p>
          <a:p>
            <a:pPr marL="0" indent="0">
              <a:buNone/>
            </a:pPr>
            <a:r>
              <a:rPr lang="en-US" dirty="0" err="1">
                <a:cs typeface="Calibri"/>
              </a:rPr>
              <a:t>Sklearn</a:t>
            </a:r>
            <a:r>
              <a:rPr lang="en-US" dirty="0">
                <a:cs typeface="Calibri"/>
              </a:rPr>
              <a:t>: </a:t>
            </a:r>
            <a:r>
              <a:rPr lang="en-US" dirty="0" err="1"/>
              <a:t>OneVsRestClassifier</a:t>
            </a:r>
            <a:endParaRPr lang="en-US" dirty="0"/>
          </a:p>
          <a:p>
            <a:pPr marL="0" indent="0">
              <a:buNone/>
            </a:pPr>
            <a:r>
              <a:rPr lang="en-US" dirty="0">
                <a:cs typeface="Calibri"/>
              </a:rPr>
              <a:t>Binary Classification Problem 1: </a:t>
            </a:r>
            <a:r>
              <a:rPr lang="en-US" dirty="0">
                <a:solidFill>
                  <a:schemeClr val="accent6"/>
                </a:solidFill>
                <a:cs typeface="Calibri"/>
              </a:rPr>
              <a:t>green</a:t>
            </a:r>
            <a:r>
              <a:rPr lang="en-US" dirty="0">
                <a:cs typeface="Calibri"/>
              </a:rPr>
              <a:t> vs. rest</a:t>
            </a:r>
            <a:endParaRPr lang="en-US" dirty="0">
              <a:solidFill>
                <a:srgbClr val="0070C0"/>
              </a:solidFill>
              <a:cs typeface="Calibri"/>
            </a:endParaRPr>
          </a:p>
          <a:p>
            <a:pPr marL="0" indent="0">
              <a:buNone/>
            </a:pPr>
            <a:r>
              <a:rPr lang="en-US" dirty="0">
                <a:cs typeface="Calibri"/>
              </a:rPr>
              <a:t>Binary Classification Problem 2: </a:t>
            </a:r>
            <a:r>
              <a:rPr lang="en-US" dirty="0">
                <a:solidFill>
                  <a:srgbClr val="FF0000"/>
                </a:solidFill>
                <a:cs typeface="Calibri"/>
              </a:rPr>
              <a:t>red</a:t>
            </a:r>
            <a:r>
              <a:rPr lang="en-US" dirty="0">
                <a:cs typeface="Calibri"/>
              </a:rPr>
              <a:t> vs. rest</a:t>
            </a:r>
          </a:p>
          <a:p>
            <a:pPr marL="0" indent="0">
              <a:buNone/>
            </a:pPr>
            <a:r>
              <a:rPr lang="en-US" dirty="0">
                <a:cs typeface="Calibri"/>
              </a:rPr>
              <a:t>Binary Classification Problem 4: </a:t>
            </a:r>
            <a:r>
              <a:rPr lang="en-US" dirty="0">
                <a:solidFill>
                  <a:srgbClr val="0070C0"/>
                </a:solidFill>
                <a:cs typeface="Calibri"/>
              </a:rPr>
              <a:t>blue</a:t>
            </a:r>
            <a:r>
              <a:rPr lang="en-US" dirty="0">
                <a:cs typeface="Calibri"/>
              </a:rPr>
              <a:t> vs. rest</a:t>
            </a:r>
          </a:p>
          <a:p>
            <a:pPr marL="0" indent="0">
              <a:buNone/>
            </a:pPr>
            <a:endParaRPr lang="en-US" dirty="0" err="1">
              <a:cs typeface="Calibri"/>
            </a:endParaRPr>
          </a:p>
          <a:p>
            <a:pPr marL="514350" indent="-514350">
              <a:buAutoNum type="arabicPeriod"/>
            </a:pPr>
            <a:endParaRPr lang="en-US" dirty="0">
              <a:cs typeface="Calibri"/>
            </a:endParaRPr>
          </a:p>
        </p:txBody>
      </p:sp>
      <p:pic>
        <p:nvPicPr>
          <p:cNvPr id="5" name="Picture 4">
            <a:extLst>
              <a:ext uri="{FF2B5EF4-FFF2-40B4-BE49-F238E27FC236}">
                <a16:creationId xmlns:a16="http://schemas.microsoft.com/office/drawing/2014/main" id="{F363F1E1-83D7-4D49-84D7-C62F18454AFF}"/>
              </a:ext>
            </a:extLst>
          </p:cNvPr>
          <p:cNvPicPr>
            <a:picLocks noChangeAspect="1"/>
          </p:cNvPicPr>
          <p:nvPr/>
        </p:nvPicPr>
        <p:blipFill rotWithShape="1">
          <a:blip r:embed="rId2">
            <a:extLst>
              <a:ext uri="{28A0092B-C50C-407E-A947-70E740481C1C}">
                <a14:useLocalDpi xmlns:a14="http://schemas.microsoft.com/office/drawing/2010/main" val="0"/>
              </a:ext>
            </a:extLst>
          </a:blip>
          <a:srcRect t="3007" r="4796"/>
          <a:stretch/>
        </p:blipFill>
        <p:spPr>
          <a:xfrm>
            <a:off x="6600825" y="3243263"/>
            <a:ext cx="5591175" cy="3614737"/>
          </a:xfrm>
          <a:prstGeom prst="rect">
            <a:avLst/>
          </a:prstGeom>
        </p:spPr>
      </p:pic>
    </p:spTree>
    <p:extLst>
      <p:ext uri="{BB962C8B-B14F-4D97-AF65-F5344CB8AC3E}">
        <p14:creationId xmlns:p14="http://schemas.microsoft.com/office/powerpoint/2010/main" val="3123329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9A9E-296E-988E-6AE3-8BD5270EFBCF}"/>
              </a:ext>
            </a:extLst>
          </p:cNvPr>
          <p:cNvSpPr>
            <a:spLocks noGrp="1"/>
          </p:cNvSpPr>
          <p:nvPr>
            <p:ph type="title"/>
          </p:nvPr>
        </p:nvSpPr>
        <p:spPr>
          <a:xfrm>
            <a:off x="634013" y="0"/>
            <a:ext cx="10515600" cy="1325563"/>
          </a:xfrm>
        </p:spPr>
        <p:txBody>
          <a:bodyPr/>
          <a:lstStyle/>
          <a:p>
            <a:r>
              <a:rPr lang="en-US" dirty="0"/>
              <a:t>Multiclassification Problem (OVO)</a:t>
            </a:r>
          </a:p>
        </p:txBody>
      </p:sp>
      <p:sp>
        <p:nvSpPr>
          <p:cNvPr id="3" name="Content Placeholder 2">
            <a:extLst>
              <a:ext uri="{FF2B5EF4-FFF2-40B4-BE49-F238E27FC236}">
                <a16:creationId xmlns:a16="http://schemas.microsoft.com/office/drawing/2014/main" id="{06410437-BB6A-8706-D849-1B59DC9DC10A}"/>
              </a:ext>
            </a:extLst>
          </p:cNvPr>
          <p:cNvSpPr>
            <a:spLocks noGrp="1"/>
          </p:cNvSpPr>
          <p:nvPr>
            <p:ph idx="1"/>
          </p:nvPr>
        </p:nvSpPr>
        <p:spPr>
          <a:xfrm>
            <a:off x="0" y="1109709"/>
            <a:ext cx="12192000" cy="5748291"/>
          </a:xfrm>
        </p:spPr>
        <p:txBody>
          <a:bodyPr vert="horz" lIns="91440" tIns="45720" rIns="91440" bIns="45720" rtlCol="0" anchor="t">
            <a:normAutofit fontScale="92500"/>
          </a:bodyPr>
          <a:lstStyle/>
          <a:p>
            <a:pPr marL="0" indent="0">
              <a:buNone/>
            </a:pPr>
            <a:r>
              <a:rPr lang="en-US" dirty="0">
                <a:solidFill>
                  <a:srgbClr val="FF0000"/>
                </a:solidFill>
                <a:cs typeface="Calibri"/>
              </a:rPr>
              <a:t>One-vs-one (</a:t>
            </a:r>
            <a:r>
              <a:rPr lang="en-US" dirty="0" err="1">
                <a:solidFill>
                  <a:srgbClr val="FF0000"/>
                </a:solidFill>
                <a:cs typeface="Calibri"/>
              </a:rPr>
              <a:t>OvO</a:t>
            </a:r>
            <a:r>
              <a:rPr lang="en-US" dirty="0">
                <a:solidFill>
                  <a:srgbClr val="FF0000"/>
                </a:solidFill>
                <a:cs typeface="Calibri"/>
              </a:rPr>
              <a:t>) </a:t>
            </a:r>
            <a:r>
              <a:rPr lang="en-US" dirty="0">
                <a:cs typeface="Calibri"/>
              </a:rPr>
              <a:t>splits a multi-class classification dataset into multiple binary classification problems. Unlike one-vs-rest that splits it into one binary dataset for each class, the one-vs-one approach splits the dataset into one dataset for each class versus every other class.</a:t>
            </a:r>
          </a:p>
          <a:p>
            <a:pPr marL="0" indent="0">
              <a:buNone/>
            </a:pPr>
            <a:r>
              <a:rPr lang="en-US" dirty="0">
                <a:cs typeface="Calibri"/>
              </a:rPr>
              <a:t>For example, consider a multi-class classification problem with four classes: ‘</a:t>
            </a:r>
            <a:r>
              <a:rPr lang="en-US" dirty="0">
                <a:solidFill>
                  <a:srgbClr val="FF0000"/>
                </a:solidFill>
                <a:cs typeface="Calibri"/>
              </a:rPr>
              <a:t>red</a:t>
            </a:r>
            <a:r>
              <a:rPr lang="en-US" dirty="0">
                <a:cs typeface="Calibri"/>
              </a:rPr>
              <a:t>,’ ‘</a:t>
            </a:r>
            <a:r>
              <a:rPr lang="en-US" dirty="0">
                <a:solidFill>
                  <a:srgbClr val="0070C0"/>
                </a:solidFill>
                <a:cs typeface="Calibri"/>
              </a:rPr>
              <a:t>blue</a:t>
            </a:r>
            <a:r>
              <a:rPr lang="en-US" dirty="0">
                <a:cs typeface="Calibri"/>
              </a:rPr>
              <a:t>,’ and ‘black.’ This could be divided into three binary classification datasets as follows:</a:t>
            </a:r>
          </a:p>
          <a:p>
            <a:pPr marL="0" indent="0">
              <a:buNone/>
            </a:pPr>
            <a:r>
              <a:rPr lang="en-US" dirty="0">
                <a:cs typeface="Calibri"/>
              </a:rPr>
              <a:t>Binary Classification Problem 1: </a:t>
            </a:r>
            <a:r>
              <a:rPr lang="en-US" dirty="0">
                <a:solidFill>
                  <a:srgbClr val="FF0000"/>
                </a:solidFill>
                <a:cs typeface="Calibri"/>
              </a:rPr>
              <a:t>red</a:t>
            </a:r>
            <a:r>
              <a:rPr lang="en-US" dirty="0">
                <a:cs typeface="Calibri"/>
              </a:rPr>
              <a:t> vs. </a:t>
            </a:r>
            <a:r>
              <a:rPr lang="en-US" dirty="0">
                <a:solidFill>
                  <a:srgbClr val="0070C0"/>
                </a:solidFill>
                <a:cs typeface="Calibri"/>
              </a:rPr>
              <a:t>blue</a:t>
            </a:r>
          </a:p>
          <a:p>
            <a:pPr marL="0" indent="0">
              <a:buNone/>
            </a:pPr>
            <a:r>
              <a:rPr lang="en-US" dirty="0">
                <a:cs typeface="Calibri"/>
              </a:rPr>
              <a:t>Binary Classification Problem 2: </a:t>
            </a:r>
            <a:r>
              <a:rPr lang="en-US" dirty="0">
                <a:solidFill>
                  <a:srgbClr val="FF0000"/>
                </a:solidFill>
                <a:cs typeface="Calibri"/>
              </a:rPr>
              <a:t>red</a:t>
            </a:r>
            <a:r>
              <a:rPr lang="en-US" dirty="0">
                <a:cs typeface="Calibri"/>
              </a:rPr>
              <a:t> vs. black</a:t>
            </a:r>
          </a:p>
          <a:p>
            <a:pPr marL="0" indent="0">
              <a:buNone/>
            </a:pPr>
            <a:r>
              <a:rPr lang="en-US" dirty="0">
                <a:cs typeface="Calibri"/>
              </a:rPr>
              <a:t>Binary Classification Problem 3: </a:t>
            </a:r>
            <a:r>
              <a:rPr lang="en-US" dirty="0">
                <a:solidFill>
                  <a:srgbClr val="0070C0"/>
                </a:solidFill>
                <a:cs typeface="Calibri"/>
              </a:rPr>
              <a:t>blue</a:t>
            </a:r>
            <a:r>
              <a:rPr lang="en-US" dirty="0">
                <a:cs typeface="Calibri"/>
              </a:rPr>
              <a:t> vs. black</a:t>
            </a:r>
          </a:p>
          <a:p>
            <a:pPr marL="0" indent="0">
              <a:buNone/>
            </a:pPr>
            <a:r>
              <a:rPr lang="en-US" dirty="0">
                <a:cs typeface="Calibri"/>
              </a:rPr>
              <a:t>Each binary classifier predicts one class label. </a:t>
            </a:r>
          </a:p>
          <a:p>
            <a:pPr marL="0" indent="0">
              <a:buNone/>
            </a:pPr>
            <a:r>
              <a:rPr lang="en-US" dirty="0">
                <a:solidFill>
                  <a:srgbClr val="FF0000"/>
                </a:solidFill>
                <a:cs typeface="Calibri"/>
              </a:rPr>
              <a:t>When we input the test data to the classifier, </a:t>
            </a:r>
          </a:p>
          <a:p>
            <a:pPr marL="0" indent="0">
              <a:buNone/>
            </a:pPr>
            <a:r>
              <a:rPr lang="en-US" dirty="0">
                <a:solidFill>
                  <a:srgbClr val="FF0000"/>
                </a:solidFill>
                <a:cs typeface="Calibri"/>
              </a:rPr>
              <a:t>then the model with the majority counts is </a:t>
            </a:r>
          </a:p>
          <a:p>
            <a:pPr marL="0" indent="0">
              <a:buNone/>
            </a:pPr>
            <a:r>
              <a:rPr lang="en-US" dirty="0">
                <a:solidFill>
                  <a:srgbClr val="FF0000"/>
                </a:solidFill>
                <a:cs typeface="Calibri"/>
              </a:rPr>
              <a:t>concluded as the prediction</a:t>
            </a:r>
          </a:p>
        </p:txBody>
      </p:sp>
      <p:pic>
        <p:nvPicPr>
          <p:cNvPr id="10" name="Picture 9">
            <a:extLst>
              <a:ext uri="{FF2B5EF4-FFF2-40B4-BE49-F238E27FC236}">
                <a16:creationId xmlns:a16="http://schemas.microsoft.com/office/drawing/2014/main" id="{0A81262B-1E31-445E-930D-E8A75470480B}"/>
              </a:ext>
            </a:extLst>
          </p:cNvPr>
          <p:cNvPicPr>
            <a:picLocks noChangeAspect="1"/>
          </p:cNvPicPr>
          <p:nvPr/>
        </p:nvPicPr>
        <p:blipFill rotWithShape="1">
          <a:blip r:embed="rId2">
            <a:extLst>
              <a:ext uri="{28A0092B-C50C-407E-A947-70E740481C1C}">
                <a14:useLocalDpi xmlns:a14="http://schemas.microsoft.com/office/drawing/2010/main" val="0"/>
              </a:ext>
            </a:extLst>
          </a:blip>
          <a:srcRect r="3352"/>
          <a:stretch/>
        </p:blipFill>
        <p:spPr>
          <a:xfrm>
            <a:off x="6257925" y="3429000"/>
            <a:ext cx="5772151" cy="3410264"/>
          </a:xfrm>
          <a:prstGeom prst="rect">
            <a:avLst/>
          </a:prstGeom>
        </p:spPr>
      </p:pic>
    </p:spTree>
    <p:extLst>
      <p:ext uri="{BB962C8B-B14F-4D97-AF65-F5344CB8AC3E}">
        <p14:creationId xmlns:p14="http://schemas.microsoft.com/office/powerpoint/2010/main" val="3916893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E238-AC0D-4EDA-A563-31184FF30519}"/>
              </a:ext>
            </a:extLst>
          </p:cNvPr>
          <p:cNvSpPr>
            <a:spLocks noGrp="1"/>
          </p:cNvSpPr>
          <p:nvPr>
            <p:ph type="title"/>
          </p:nvPr>
        </p:nvSpPr>
        <p:spPr>
          <a:xfrm>
            <a:off x="695325" y="-26043"/>
            <a:ext cx="10515600" cy="897581"/>
          </a:xfrm>
        </p:spPr>
        <p:txBody>
          <a:bodyPr/>
          <a:lstStyle/>
          <a:p>
            <a:r>
              <a:rPr lang="en-US" dirty="0"/>
              <a:t>Activation/Transfer Function</a:t>
            </a:r>
          </a:p>
        </p:txBody>
      </p:sp>
      <p:sp>
        <p:nvSpPr>
          <p:cNvPr id="3" name="Content Placeholder 2">
            <a:extLst>
              <a:ext uri="{FF2B5EF4-FFF2-40B4-BE49-F238E27FC236}">
                <a16:creationId xmlns:a16="http://schemas.microsoft.com/office/drawing/2014/main" id="{62D364F6-8313-49C1-9C89-87F4030E7E68}"/>
              </a:ext>
            </a:extLst>
          </p:cNvPr>
          <p:cNvSpPr>
            <a:spLocks noGrp="1"/>
          </p:cNvSpPr>
          <p:nvPr>
            <p:ph idx="1"/>
          </p:nvPr>
        </p:nvSpPr>
        <p:spPr>
          <a:xfrm>
            <a:off x="0" y="871538"/>
            <a:ext cx="12301538" cy="5986461"/>
          </a:xfrm>
        </p:spPr>
        <p:txBody>
          <a:bodyPr>
            <a:normAutofit/>
          </a:bodyPr>
          <a:lstStyle/>
          <a:p>
            <a:r>
              <a:rPr lang="en-US" sz="2300" dirty="0"/>
              <a:t>In Deep Learning/neural network: An Activation Function decides whether a neuron should be activated/fired/transferred or not</a:t>
            </a:r>
          </a:p>
          <a:p>
            <a:r>
              <a:rPr lang="en-US" sz="2300" dirty="0"/>
              <a:t>This means that it will decide whether the </a:t>
            </a:r>
            <a:r>
              <a:rPr lang="en-US" sz="2300" dirty="0">
                <a:solidFill>
                  <a:srgbClr val="FF0000"/>
                </a:solidFill>
              </a:rPr>
              <a:t>neuron’s input to the network is important or not</a:t>
            </a:r>
            <a:r>
              <a:rPr lang="en-US" sz="2300" dirty="0"/>
              <a:t> in the process of prediction</a:t>
            </a:r>
          </a:p>
          <a:p>
            <a:r>
              <a:rPr lang="en-US" sz="2300" dirty="0"/>
              <a:t>Activation Function is used in the hidden layer as well as at the output layer of the network</a:t>
            </a:r>
          </a:p>
          <a:p>
            <a:r>
              <a:rPr lang="en-US" sz="2300" dirty="0"/>
              <a:t>Primary role: transform </a:t>
            </a:r>
            <a:r>
              <a:rPr lang="en-US" sz="2300" dirty="0">
                <a:solidFill>
                  <a:srgbClr val="FF0000"/>
                </a:solidFill>
              </a:rPr>
              <a:t>the summed input + bias from the node into an output value </a:t>
            </a:r>
            <a:r>
              <a:rPr lang="en-US" sz="2300" dirty="0"/>
              <a:t>to be fed to the next hidden layer or as output</a:t>
            </a:r>
          </a:p>
          <a:p>
            <a:r>
              <a:rPr lang="en-US" sz="2300" dirty="0"/>
              <a:t>Purpose of an activation function is to </a:t>
            </a:r>
            <a:r>
              <a:rPr lang="en-US" sz="2300" dirty="0">
                <a:solidFill>
                  <a:srgbClr val="FF0000"/>
                </a:solidFill>
              </a:rPr>
              <a:t>add non-linearity </a:t>
            </a:r>
            <a:r>
              <a:rPr lang="en-US" sz="2300" dirty="0"/>
              <a:t>to the neural network</a:t>
            </a:r>
          </a:p>
          <a:p>
            <a:endParaRPr lang="en-US" sz="2300" dirty="0"/>
          </a:p>
          <a:p>
            <a:endParaRPr lang="en-US" sz="2300" dirty="0"/>
          </a:p>
        </p:txBody>
      </p:sp>
      <p:pic>
        <p:nvPicPr>
          <p:cNvPr id="5" name="Picture 4">
            <a:extLst>
              <a:ext uri="{FF2B5EF4-FFF2-40B4-BE49-F238E27FC236}">
                <a16:creationId xmlns:a16="http://schemas.microsoft.com/office/drawing/2014/main" id="{FE527C33-99BB-4707-9B93-A377672395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606486" y="3979072"/>
            <a:ext cx="5585514" cy="2843211"/>
          </a:xfrm>
          <a:prstGeom prst="rect">
            <a:avLst/>
          </a:prstGeom>
        </p:spPr>
      </p:pic>
    </p:spTree>
    <p:extLst>
      <p:ext uri="{BB962C8B-B14F-4D97-AF65-F5344CB8AC3E}">
        <p14:creationId xmlns:p14="http://schemas.microsoft.com/office/powerpoint/2010/main" val="107663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E238-AC0D-4EDA-A563-31184FF30519}"/>
              </a:ext>
            </a:extLst>
          </p:cNvPr>
          <p:cNvSpPr>
            <a:spLocks noGrp="1"/>
          </p:cNvSpPr>
          <p:nvPr>
            <p:ph type="title"/>
          </p:nvPr>
        </p:nvSpPr>
        <p:spPr>
          <a:xfrm>
            <a:off x="695325" y="-26043"/>
            <a:ext cx="10515600" cy="897581"/>
          </a:xfrm>
        </p:spPr>
        <p:txBody>
          <a:bodyPr/>
          <a:lstStyle/>
          <a:p>
            <a:r>
              <a:rPr lang="en-US" dirty="0"/>
              <a:t>Activation/Transfer Function</a:t>
            </a:r>
          </a:p>
        </p:txBody>
      </p:sp>
      <p:sp>
        <p:nvSpPr>
          <p:cNvPr id="3" name="Content Placeholder 2">
            <a:extLst>
              <a:ext uri="{FF2B5EF4-FFF2-40B4-BE49-F238E27FC236}">
                <a16:creationId xmlns:a16="http://schemas.microsoft.com/office/drawing/2014/main" id="{62D364F6-8313-49C1-9C89-87F4030E7E68}"/>
              </a:ext>
            </a:extLst>
          </p:cNvPr>
          <p:cNvSpPr>
            <a:spLocks noGrp="1"/>
          </p:cNvSpPr>
          <p:nvPr>
            <p:ph idx="1"/>
          </p:nvPr>
        </p:nvSpPr>
        <p:spPr>
          <a:xfrm>
            <a:off x="0" y="871538"/>
            <a:ext cx="12301538" cy="5986461"/>
          </a:xfrm>
        </p:spPr>
        <p:txBody>
          <a:bodyPr>
            <a:normAutofit/>
          </a:bodyPr>
          <a:lstStyle/>
          <a:p>
            <a:r>
              <a:rPr lang="en-US" sz="2300" dirty="0">
                <a:solidFill>
                  <a:srgbClr val="FF0000"/>
                </a:solidFill>
              </a:rPr>
              <a:t>Input Layer</a:t>
            </a:r>
            <a:r>
              <a:rPr lang="en-US" sz="2300" dirty="0"/>
              <a:t>: This layer accepts input features/image/data. It provides information from the outside world to the network, no computation is performed at this layer, nodes here just pass on the information (features) to the hidden layer. </a:t>
            </a:r>
          </a:p>
          <a:p>
            <a:r>
              <a:rPr lang="en-US" sz="2300" dirty="0">
                <a:solidFill>
                  <a:srgbClr val="FF0000"/>
                </a:solidFill>
              </a:rPr>
              <a:t>Hidden Layer</a:t>
            </a:r>
            <a:r>
              <a:rPr lang="en-US" sz="2300" dirty="0"/>
              <a:t>: Nodes of this layer are not exposed to the outer world, they are part of the abstraction provided by any neural network. The hidden layer performs all sorts of computation (convolution, pooling, normalization, dropping) on the features entered through the input layer and transfers the result to the output layer</a:t>
            </a:r>
          </a:p>
          <a:p>
            <a:r>
              <a:rPr lang="en-US" sz="2300" dirty="0"/>
              <a:t>Backpropagation aims to minimize the cost function by adjusting the network’s weights and biases</a:t>
            </a:r>
          </a:p>
          <a:p>
            <a:endParaRPr lang="en-US" sz="2300" dirty="0"/>
          </a:p>
        </p:txBody>
      </p:sp>
      <p:pic>
        <p:nvPicPr>
          <p:cNvPr id="5" name="Picture 4">
            <a:extLst>
              <a:ext uri="{FF2B5EF4-FFF2-40B4-BE49-F238E27FC236}">
                <a16:creationId xmlns:a16="http://schemas.microsoft.com/office/drawing/2014/main" id="{FE527C33-99BB-4707-9B93-A377672395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3431" y="3914776"/>
            <a:ext cx="6845235" cy="2943224"/>
          </a:xfrm>
          <a:prstGeom prst="rect">
            <a:avLst/>
          </a:prstGeom>
        </p:spPr>
      </p:pic>
    </p:spTree>
    <p:extLst>
      <p:ext uri="{BB962C8B-B14F-4D97-AF65-F5344CB8AC3E}">
        <p14:creationId xmlns:p14="http://schemas.microsoft.com/office/powerpoint/2010/main" val="162015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E238-AC0D-4EDA-A563-31184FF30519}"/>
              </a:ext>
            </a:extLst>
          </p:cNvPr>
          <p:cNvSpPr>
            <a:spLocks noGrp="1"/>
          </p:cNvSpPr>
          <p:nvPr>
            <p:ph type="title"/>
          </p:nvPr>
        </p:nvSpPr>
        <p:spPr>
          <a:xfrm>
            <a:off x="695325" y="-26043"/>
            <a:ext cx="10515600" cy="897581"/>
          </a:xfrm>
        </p:spPr>
        <p:txBody>
          <a:bodyPr/>
          <a:lstStyle/>
          <a:p>
            <a:r>
              <a:rPr lang="en-US" dirty="0"/>
              <a:t>Activation/Transfer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D364F6-8313-49C1-9C89-87F4030E7E68}"/>
                  </a:ext>
                </a:extLst>
              </p:cNvPr>
              <p:cNvSpPr>
                <a:spLocks noGrp="1"/>
              </p:cNvSpPr>
              <p:nvPr>
                <p:ph idx="1"/>
              </p:nvPr>
            </p:nvSpPr>
            <p:spPr>
              <a:xfrm>
                <a:off x="0" y="871538"/>
                <a:ext cx="12301538" cy="5986461"/>
              </a:xfrm>
            </p:spPr>
            <p:txBody>
              <a:bodyPr>
                <a:normAutofit/>
              </a:bodyPr>
              <a:lstStyle/>
              <a:p>
                <a:r>
                  <a:rPr lang="en-US" sz="2300" dirty="0"/>
                  <a:t>Non-Linear Neural Networks Activation Functions: Sigmoid / Logistic Activation Function: Mostly used for the final output layer. Range: [ 0 to 1]</a:t>
                </a:r>
              </a:p>
              <a:p>
                <a:r>
                  <a:rPr lang="en-US" sz="2300" dirty="0"/>
                  <a:t>This function takes any real value as input and outputs values in the range of 0 to 1</a:t>
                </a:r>
              </a:p>
              <a:p>
                <a:r>
                  <a:rPr lang="en-US" sz="2300" dirty="0"/>
                  <a:t> Sigmoid function is especially used for classification models where we have to predict the probability as an output. Since probability of anything exists only between the range of 0 and 1, sigmoid is the right choice.</a:t>
                </a:r>
              </a:p>
              <a:p>
                <a:r>
                  <a:rPr lang="en-US" sz="2300" dirty="0"/>
                  <a:t>Tanh/Hyperbolic Tangent function: similar to the sigmoid/logistic activation function and has the same S-shape with the difference in output range of </a:t>
                </a:r>
                <a14:m>
                  <m:oMath xmlns:m="http://schemas.openxmlformats.org/officeDocument/2006/math">
                    <m:r>
                      <a:rPr lang="en-US" sz="2300" i="1" dirty="0">
                        <a:latin typeface="Cambria Math" panose="02040503050406030204" pitchFamily="18" charset="0"/>
                      </a:rPr>
                      <m:t>−</m:t>
                    </m:r>
                  </m:oMath>
                </a14:m>
                <a:r>
                  <a:rPr lang="en-US" sz="2300" dirty="0"/>
                  <a:t>1 to +1. </a:t>
                </a:r>
              </a:p>
              <a:p>
                <a:r>
                  <a:rPr lang="en-US" sz="2300" dirty="0"/>
                  <a:t>Range: [ </a:t>
                </a:r>
                <a14:m>
                  <m:oMath xmlns:m="http://schemas.openxmlformats.org/officeDocument/2006/math">
                    <m:r>
                      <a:rPr lang="en-US" sz="2300" i="1" dirty="0">
                        <a:latin typeface="Cambria Math" panose="02040503050406030204" pitchFamily="18" charset="0"/>
                      </a:rPr>
                      <m:t>−</m:t>
                    </m:r>
                  </m:oMath>
                </a14:m>
                <a:r>
                  <a:rPr lang="en-US" sz="2300" dirty="0"/>
                  <a:t>1 to +1]</a:t>
                </a:r>
              </a:p>
              <a:p>
                <a:endParaRPr lang="en-US" sz="2300" dirty="0"/>
              </a:p>
            </p:txBody>
          </p:sp>
        </mc:Choice>
        <mc:Fallback>
          <p:sp>
            <p:nvSpPr>
              <p:cNvPr id="3" name="Content Placeholder 2">
                <a:extLst>
                  <a:ext uri="{FF2B5EF4-FFF2-40B4-BE49-F238E27FC236}">
                    <a16:creationId xmlns:a16="http://schemas.microsoft.com/office/drawing/2014/main" id="{62D364F6-8313-49C1-9C89-87F4030E7E68}"/>
                  </a:ext>
                </a:extLst>
              </p:cNvPr>
              <p:cNvSpPr>
                <a:spLocks noGrp="1" noRot="1" noChangeAspect="1" noMove="1" noResize="1" noEditPoints="1" noAdjustHandles="1" noChangeArrowheads="1" noChangeShapeType="1" noTextEdit="1"/>
              </p:cNvSpPr>
              <p:nvPr>
                <p:ph idx="1"/>
              </p:nvPr>
            </p:nvSpPr>
            <p:spPr>
              <a:xfrm>
                <a:off x="0" y="871538"/>
                <a:ext cx="12301538" cy="5986461"/>
              </a:xfrm>
              <a:blipFill>
                <a:blip r:embed="rId2"/>
                <a:stretch>
                  <a:fillRect l="-595" t="-1426"/>
                </a:stretch>
              </a:blipFill>
            </p:spPr>
            <p:txBody>
              <a:bodyPr/>
              <a:lstStyle/>
              <a:p>
                <a:r>
                  <a:rPr lang="en-US">
                    <a:noFill/>
                  </a:rPr>
                  <a:t> </a:t>
                </a:r>
              </a:p>
            </p:txBody>
          </p:sp>
        </mc:Fallback>
      </mc:AlternateContent>
      <p:pic>
        <p:nvPicPr>
          <p:cNvPr id="7" name="Picture 6" descr="Chart, line chart&#10;&#10;Description automatically generated">
            <a:extLst>
              <a:ext uri="{FF2B5EF4-FFF2-40B4-BE49-F238E27FC236}">
                <a16:creationId xmlns:a16="http://schemas.microsoft.com/office/drawing/2014/main" id="{E02F563B-9793-7C0F-1280-AF6F7BE4634F}"/>
              </a:ext>
            </a:extLst>
          </p:cNvPr>
          <p:cNvPicPr>
            <a:picLocks noChangeAspect="1"/>
          </p:cNvPicPr>
          <p:nvPr/>
        </p:nvPicPr>
        <p:blipFill rotWithShape="1">
          <a:blip r:embed="rId3">
            <a:extLst>
              <a:ext uri="{28A0092B-C50C-407E-A947-70E740481C1C}">
                <a14:useLocalDpi xmlns:a14="http://schemas.microsoft.com/office/drawing/2010/main" val="0"/>
              </a:ext>
            </a:extLst>
          </a:blip>
          <a:srcRect l="1899" t="7541" r="7054"/>
          <a:stretch/>
        </p:blipFill>
        <p:spPr>
          <a:xfrm>
            <a:off x="6624332" y="3857624"/>
            <a:ext cx="5451403" cy="3000375"/>
          </a:xfrm>
          <a:prstGeom prst="rect">
            <a:avLst/>
          </a:prstGeom>
        </p:spPr>
      </p:pic>
    </p:spTree>
    <p:extLst>
      <p:ext uri="{BB962C8B-B14F-4D97-AF65-F5344CB8AC3E}">
        <p14:creationId xmlns:p14="http://schemas.microsoft.com/office/powerpoint/2010/main" val="2289185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E238-AC0D-4EDA-A563-31184FF30519}"/>
              </a:ext>
            </a:extLst>
          </p:cNvPr>
          <p:cNvSpPr>
            <a:spLocks noGrp="1"/>
          </p:cNvSpPr>
          <p:nvPr>
            <p:ph type="title"/>
          </p:nvPr>
        </p:nvSpPr>
        <p:spPr>
          <a:xfrm>
            <a:off x="695325" y="-26043"/>
            <a:ext cx="10515600" cy="897581"/>
          </a:xfrm>
        </p:spPr>
        <p:txBody>
          <a:bodyPr/>
          <a:lstStyle/>
          <a:p>
            <a:r>
              <a:rPr lang="en-US" dirty="0"/>
              <a:t>Vanishing gradient problem</a:t>
            </a:r>
          </a:p>
        </p:txBody>
      </p:sp>
      <p:sp>
        <p:nvSpPr>
          <p:cNvPr id="3" name="Content Placeholder 2">
            <a:extLst>
              <a:ext uri="{FF2B5EF4-FFF2-40B4-BE49-F238E27FC236}">
                <a16:creationId xmlns:a16="http://schemas.microsoft.com/office/drawing/2014/main" id="{62D364F6-8313-49C1-9C89-87F4030E7E68}"/>
              </a:ext>
            </a:extLst>
          </p:cNvPr>
          <p:cNvSpPr>
            <a:spLocks noGrp="1"/>
          </p:cNvSpPr>
          <p:nvPr>
            <p:ph idx="1"/>
          </p:nvPr>
        </p:nvSpPr>
        <p:spPr>
          <a:xfrm>
            <a:off x="0" y="871538"/>
            <a:ext cx="12301538" cy="5986461"/>
          </a:xfrm>
        </p:spPr>
        <p:txBody>
          <a:bodyPr>
            <a:normAutofit/>
          </a:bodyPr>
          <a:lstStyle/>
          <a:p>
            <a:r>
              <a:rPr lang="en-US" sz="2300" dirty="0"/>
              <a:t>The use of sigmoid function restricted the training of deep neural networks because it caused the vanishing gradient problem. This caused the neural network to learn at a slower pace or in some cases no learning at all</a:t>
            </a:r>
          </a:p>
          <a:p>
            <a:endParaRPr lang="en-US" sz="2300" dirty="0"/>
          </a:p>
          <a:p>
            <a:endParaRPr lang="en-US" sz="2300" dirty="0"/>
          </a:p>
          <a:p>
            <a:r>
              <a:rPr lang="en-US" sz="2300" dirty="0"/>
              <a:t>The gradient will be vanishingly small, effectively preventing the weight from changing its value</a:t>
            </a:r>
          </a:p>
          <a:p>
            <a:r>
              <a:rPr lang="en-US" sz="2300" dirty="0"/>
              <a:t>Vanishing GD: Low gradient leads to slow training: weights/parameters will change very slowly</a:t>
            </a:r>
          </a:p>
          <a:p>
            <a:r>
              <a:rPr lang="en-US" sz="2300" dirty="0"/>
              <a:t>Vanishing gradients make it difficult to know which direction the parameters should move to improve the cost function</a:t>
            </a:r>
          </a:p>
          <a:p>
            <a:r>
              <a:rPr lang="en-US" sz="2300" dirty="0"/>
              <a:t>Exploding GD: Large gradient leads to fast training: weights/parameters will change very fast/explode</a:t>
            </a:r>
          </a:p>
          <a:p>
            <a:endParaRPr lang="en-US" sz="2300" dirty="0"/>
          </a:p>
        </p:txBody>
      </p:sp>
      <p:pic>
        <p:nvPicPr>
          <p:cNvPr id="5" name="Picture 4">
            <a:extLst>
              <a:ext uri="{FF2B5EF4-FFF2-40B4-BE49-F238E27FC236}">
                <a16:creationId xmlns:a16="http://schemas.microsoft.com/office/drawing/2014/main" id="{0BFCE52B-B3F7-42C6-9CD7-A99CCDA2A285}"/>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139827" y="1769119"/>
            <a:ext cx="4368799" cy="1050227"/>
          </a:xfrm>
          <a:prstGeom prst="rect">
            <a:avLst/>
          </a:prstGeom>
        </p:spPr>
      </p:pic>
      <p:sp>
        <p:nvSpPr>
          <p:cNvPr id="4" name="Rectangle 3">
            <a:extLst>
              <a:ext uri="{FF2B5EF4-FFF2-40B4-BE49-F238E27FC236}">
                <a16:creationId xmlns:a16="http://schemas.microsoft.com/office/drawing/2014/main" id="{7E1DF30C-37EC-4EA5-9A3C-C6AA9913E133}"/>
              </a:ext>
            </a:extLst>
          </p:cNvPr>
          <p:cNvSpPr/>
          <p:nvPr/>
        </p:nvSpPr>
        <p:spPr>
          <a:xfrm>
            <a:off x="3714750" y="1769119"/>
            <a:ext cx="1914525" cy="1050227"/>
          </a:xfrm>
          <a:prstGeom prst="rect">
            <a:avLst/>
          </a:prstGeom>
          <a:noFill/>
          <a:ln w="254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1923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E238-AC0D-4EDA-A563-31184FF30519}"/>
              </a:ext>
            </a:extLst>
          </p:cNvPr>
          <p:cNvSpPr>
            <a:spLocks noGrp="1"/>
          </p:cNvSpPr>
          <p:nvPr>
            <p:ph type="title"/>
          </p:nvPr>
        </p:nvSpPr>
        <p:spPr>
          <a:xfrm>
            <a:off x="695325" y="-26043"/>
            <a:ext cx="10515600" cy="897581"/>
          </a:xfrm>
        </p:spPr>
        <p:txBody>
          <a:bodyPr/>
          <a:lstStyle/>
          <a:p>
            <a:r>
              <a:rPr lang="en-US" dirty="0"/>
              <a:t>Activation/Transfer Function: </a:t>
            </a:r>
            <a:r>
              <a:rPr lang="en-US" dirty="0" err="1"/>
              <a:t>ReLU</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D364F6-8313-49C1-9C89-87F4030E7E68}"/>
                  </a:ext>
                </a:extLst>
              </p:cNvPr>
              <p:cNvSpPr>
                <a:spLocks noGrp="1"/>
              </p:cNvSpPr>
              <p:nvPr>
                <p:ph idx="1"/>
              </p:nvPr>
            </p:nvSpPr>
            <p:spPr>
              <a:xfrm>
                <a:off x="0" y="871538"/>
                <a:ext cx="12301538" cy="5986461"/>
              </a:xfrm>
            </p:spPr>
            <p:txBody>
              <a:bodyPr>
                <a:normAutofit/>
              </a:bodyPr>
              <a:lstStyle/>
              <a:p>
                <a:r>
                  <a:rPr lang="en-US" sz="2300" dirty="0"/>
                  <a:t>ReLU (Rectified Linear Unit): </a:t>
                </a:r>
                <a:r>
                  <a:rPr lang="en-US" sz="2300" dirty="0" err="1"/>
                  <a:t>ReLU</a:t>
                </a:r>
                <a:r>
                  <a:rPr lang="en-US" sz="2300" dirty="0"/>
                  <a:t> is half rectified (from bottom). </a:t>
                </a:r>
                <a14:m>
                  <m:oMath xmlns:m="http://schemas.openxmlformats.org/officeDocument/2006/math">
                    <m:r>
                      <a:rPr lang="en-US" sz="2300" i="1" dirty="0" smtClean="0">
                        <a:latin typeface="Cambria Math" panose="02040503050406030204" pitchFamily="18" charset="0"/>
                      </a:rPr>
                      <m:t>𝑓</m:t>
                    </m:r>
                    <m:r>
                      <a:rPr lang="en-US" sz="2300" i="1" dirty="0" smtClean="0">
                        <a:latin typeface="Cambria Math" panose="02040503050406030204" pitchFamily="18" charset="0"/>
                      </a:rPr>
                      <m:t>(</m:t>
                    </m:r>
                    <m:r>
                      <a:rPr lang="en-US" sz="2300" b="0" i="1" dirty="0" smtClean="0">
                        <a:latin typeface="Cambria Math" panose="02040503050406030204" pitchFamily="18" charset="0"/>
                      </a:rPr>
                      <m:t>𝑦</m:t>
                    </m:r>
                    <m:r>
                      <a:rPr lang="en-US" sz="2300" i="1" dirty="0" smtClean="0">
                        <a:latin typeface="Cambria Math" panose="02040503050406030204" pitchFamily="18" charset="0"/>
                      </a:rPr>
                      <m:t>)</m:t>
                    </m:r>
                  </m:oMath>
                </a14:m>
                <a:r>
                  <a:rPr lang="en-US" sz="2300" dirty="0"/>
                  <a:t> is zero when </a:t>
                </a:r>
                <a14:m>
                  <m:oMath xmlns:m="http://schemas.openxmlformats.org/officeDocument/2006/math">
                    <m:r>
                      <m:rPr>
                        <m:sty m:val="p"/>
                      </m:rPr>
                      <a:rPr lang="en-US" sz="2300" b="0" i="0" dirty="0" smtClean="0">
                        <a:latin typeface="Cambria Math" panose="02040503050406030204" pitchFamily="18" charset="0"/>
                      </a:rPr>
                      <m:t>y</m:t>
                    </m:r>
                  </m:oMath>
                </a14:m>
                <a:r>
                  <a:rPr lang="en-US" sz="2300" dirty="0"/>
                  <a:t> is less than zero and </a:t>
                </a:r>
                <a14:m>
                  <m:oMath xmlns:m="http://schemas.openxmlformats.org/officeDocument/2006/math">
                    <m:r>
                      <a:rPr lang="en-US" sz="2300" i="1" dirty="0" smtClean="0">
                        <a:latin typeface="Cambria Math" panose="02040503050406030204" pitchFamily="18" charset="0"/>
                      </a:rPr>
                      <m:t>𝑓</m:t>
                    </m:r>
                    <m:r>
                      <a:rPr lang="en-US" sz="2300" i="1" dirty="0" smtClean="0">
                        <a:latin typeface="Cambria Math" panose="02040503050406030204" pitchFamily="18" charset="0"/>
                      </a:rPr>
                      <m:t>(</m:t>
                    </m:r>
                    <m:r>
                      <a:rPr lang="en-US" sz="2300" b="0" i="1" dirty="0" smtClean="0">
                        <a:latin typeface="Cambria Math" panose="02040503050406030204" pitchFamily="18" charset="0"/>
                      </a:rPr>
                      <m:t>𝑦</m:t>
                    </m:r>
                    <m:r>
                      <a:rPr lang="en-US" sz="2300" i="1" dirty="0" smtClean="0">
                        <a:latin typeface="Cambria Math" panose="02040503050406030204" pitchFamily="18" charset="0"/>
                      </a:rPr>
                      <m:t>)</m:t>
                    </m:r>
                  </m:oMath>
                </a14:m>
                <a:r>
                  <a:rPr lang="en-US" sz="2300" dirty="0"/>
                  <a:t> is equal to </a:t>
                </a:r>
                <a14:m>
                  <m:oMath xmlns:m="http://schemas.openxmlformats.org/officeDocument/2006/math">
                    <m:r>
                      <m:rPr>
                        <m:sty m:val="p"/>
                      </m:rPr>
                      <a:rPr lang="en-US" sz="2300" b="0" i="0" dirty="0" smtClean="0">
                        <a:latin typeface="Cambria Math" panose="02040503050406030204" pitchFamily="18" charset="0"/>
                      </a:rPr>
                      <m:t>y</m:t>
                    </m:r>
                  </m:oMath>
                </a14:m>
                <a:r>
                  <a:rPr lang="en-US" sz="2300" dirty="0"/>
                  <a:t> when </a:t>
                </a:r>
                <a14:m>
                  <m:oMath xmlns:m="http://schemas.openxmlformats.org/officeDocument/2006/math">
                    <m:r>
                      <m:rPr>
                        <m:sty m:val="p"/>
                      </m:rPr>
                      <a:rPr lang="en-US" sz="2300" b="0" i="0" dirty="0" smtClean="0">
                        <a:latin typeface="Cambria Math" panose="02040503050406030204" pitchFamily="18" charset="0"/>
                      </a:rPr>
                      <m:t>y</m:t>
                    </m:r>
                  </m:oMath>
                </a14:m>
                <a:r>
                  <a:rPr lang="en-US" sz="2300" dirty="0"/>
                  <a:t> is above or equal to zero. Range: [ 0 to infinity)</a:t>
                </a:r>
              </a:p>
              <a:p>
                <a14:m>
                  <m:oMath xmlns:m="http://schemas.openxmlformats.org/officeDocument/2006/math">
                    <m:r>
                      <a:rPr lang="en-US" sz="2300" i="1" dirty="0" smtClean="0">
                        <a:latin typeface="Cambria Math" panose="02040503050406030204" pitchFamily="18" charset="0"/>
                      </a:rPr>
                      <m:t>𝑓</m:t>
                    </m:r>
                    <m:r>
                      <a:rPr lang="en-US" sz="2300" i="1" dirty="0" smtClean="0">
                        <a:latin typeface="Cambria Math" panose="02040503050406030204" pitchFamily="18" charset="0"/>
                      </a:rPr>
                      <m:t>(</m:t>
                    </m:r>
                    <m:r>
                      <a:rPr lang="en-US" sz="2300" b="0" i="1" dirty="0" smtClean="0">
                        <a:latin typeface="Cambria Math" panose="02040503050406030204" pitchFamily="18" charset="0"/>
                      </a:rPr>
                      <m:t>𝑦</m:t>
                    </m:r>
                    <m:r>
                      <a:rPr lang="en-US" sz="2300" i="1" dirty="0" smtClean="0">
                        <a:latin typeface="Cambria Math" panose="02040503050406030204" pitchFamily="18" charset="0"/>
                      </a:rPr>
                      <m:t>) = </m:t>
                    </m:r>
                    <m:r>
                      <m:rPr>
                        <m:sty m:val="p"/>
                      </m:rPr>
                      <a:rPr lang="en-US" sz="2300" i="1" dirty="0" smtClean="0">
                        <a:latin typeface="Cambria Math" panose="02040503050406030204" pitchFamily="18" charset="0"/>
                      </a:rPr>
                      <m:t>max</m:t>
                    </m:r>
                    <m:r>
                      <a:rPr lang="en-US" sz="2300" i="1" dirty="0" smtClean="0">
                        <a:latin typeface="Cambria Math" panose="02040503050406030204" pitchFamily="18" charset="0"/>
                      </a:rPr>
                      <m:t>⁡(0,</m:t>
                    </m:r>
                    <m:r>
                      <a:rPr lang="en-US" sz="2300" b="0" i="1" dirty="0" smtClean="0">
                        <a:latin typeface="Cambria Math" panose="02040503050406030204" pitchFamily="18" charset="0"/>
                      </a:rPr>
                      <m:t>𝑦</m:t>
                    </m:r>
                    <m:r>
                      <a:rPr lang="en-US" sz="2300" i="1" dirty="0" smtClean="0">
                        <a:latin typeface="Cambria Math" panose="02040503050406030204" pitchFamily="18" charset="0"/>
                      </a:rPr>
                      <m:t>)</m:t>
                    </m:r>
                  </m:oMath>
                </a14:m>
                <a:endParaRPr lang="en-US" sz="2300" dirty="0"/>
              </a:p>
              <a:p>
                <a:r>
                  <a:rPr lang="en-US" sz="2300" dirty="0" err="1"/>
                  <a:t>ReLU</a:t>
                </a:r>
                <a:r>
                  <a:rPr lang="en-US" sz="2300" dirty="0"/>
                  <a:t>: Mostly used in hidden layers</a:t>
                </a:r>
              </a:p>
              <a:p>
                <a:r>
                  <a:rPr lang="en-US" sz="2300" dirty="0" err="1"/>
                  <a:t>ReLu</a:t>
                </a:r>
                <a:r>
                  <a:rPr lang="en-US" sz="2300" dirty="0"/>
                  <a:t> is less computationally expensive than tanh and sigmoid because it involves simpler mathematical operations</a:t>
                </a:r>
              </a:p>
              <a:p>
                <a:r>
                  <a:rPr lang="en-US" sz="2300" dirty="0">
                    <a:solidFill>
                      <a:srgbClr val="FF0000"/>
                    </a:solidFill>
                  </a:rPr>
                  <a:t>Dying </a:t>
                </a:r>
                <a:r>
                  <a:rPr lang="en-US" sz="2300" dirty="0" err="1">
                    <a:solidFill>
                      <a:srgbClr val="FF0000"/>
                    </a:solidFill>
                  </a:rPr>
                  <a:t>ReLU</a:t>
                </a:r>
                <a:r>
                  <a:rPr lang="en-US" sz="2300" dirty="0">
                    <a:solidFill>
                      <a:srgbClr val="FF0000"/>
                    </a:solidFill>
                  </a:rPr>
                  <a:t> problem</a:t>
                </a:r>
                <a:r>
                  <a:rPr lang="en-US" sz="2300" dirty="0"/>
                  <a:t>: </a:t>
                </a:r>
                <a:r>
                  <a:rPr lang="en-US" sz="2300" dirty="0" err="1"/>
                  <a:t>ReLU</a:t>
                </a:r>
                <a:r>
                  <a:rPr lang="en-US" sz="2300" dirty="0"/>
                  <a:t> function prevents the gradient from vanishing. The problem with the use of </a:t>
                </a:r>
                <a:r>
                  <a:rPr lang="en-US" sz="2300" dirty="0" err="1"/>
                  <a:t>ReLU</a:t>
                </a:r>
                <a:r>
                  <a:rPr lang="en-US" sz="2300" dirty="0"/>
                  <a:t> is when the gradient has a value of 0. In such cases, the node is considered as a dead node since the old and new values of the weights remain the same. This situation can be avoided by the use of a </a:t>
                </a:r>
                <a:r>
                  <a:rPr lang="en-US" sz="2300" dirty="0">
                    <a:solidFill>
                      <a:srgbClr val="FF0000"/>
                    </a:solidFill>
                  </a:rPr>
                  <a:t>leaky </a:t>
                </a:r>
                <a:r>
                  <a:rPr lang="en-US" sz="2300" dirty="0" err="1">
                    <a:solidFill>
                      <a:srgbClr val="FF0000"/>
                    </a:solidFill>
                  </a:rPr>
                  <a:t>ReLU</a:t>
                </a:r>
                <a:r>
                  <a:rPr lang="en-US" sz="2300" dirty="0"/>
                  <a:t> function which prevents the gradient from falling to the zero value</a:t>
                </a:r>
              </a:p>
              <a:p>
                <a:r>
                  <a:rPr lang="en-US" sz="2300" dirty="0"/>
                  <a:t>During the backpropagation process, the weights and biases for </a:t>
                </a:r>
              </a:p>
              <a:p>
                <a:pPr marL="0" indent="0">
                  <a:buNone/>
                </a:pPr>
                <a:r>
                  <a:rPr lang="en-US" sz="2300" dirty="0"/>
                  <a:t>all neurons of negative input values are not updated</a:t>
                </a:r>
              </a:p>
              <a:p>
                <a:endParaRPr lang="en-US" sz="2300" dirty="0"/>
              </a:p>
              <a:p>
                <a:endParaRPr lang="en-US" sz="2300" dirty="0"/>
              </a:p>
            </p:txBody>
          </p:sp>
        </mc:Choice>
        <mc:Fallback>
          <p:sp>
            <p:nvSpPr>
              <p:cNvPr id="3" name="Content Placeholder 2">
                <a:extLst>
                  <a:ext uri="{FF2B5EF4-FFF2-40B4-BE49-F238E27FC236}">
                    <a16:creationId xmlns:a16="http://schemas.microsoft.com/office/drawing/2014/main" id="{62D364F6-8313-49C1-9C89-87F4030E7E68}"/>
                  </a:ext>
                </a:extLst>
              </p:cNvPr>
              <p:cNvSpPr>
                <a:spLocks noGrp="1" noRot="1" noChangeAspect="1" noMove="1" noResize="1" noEditPoints="1" noAdjustHandles="1" noChangeArrowheads="1" noChangeShapeType="1" noTextEdit="1"/>
              </p:cNvSpPr>
              <p:nvPr>
                <p:ph idx="1"/>
              </p:nvPr>
            </p:nvSpPr>
            <p:spPr>
              <a:xfrm>
                <a:off x="0" y="871538"/>
                <a:ext cx="12301538" cy="5986461"/>
              </a:xfrm>
              <a:blipFill>
                <a:blip r:embed="rId2"/>
                <a:stretch>
                  <a:fillRect l="-694" t="-1426" r="-99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162B14F-6092-49B3-AC9A-6D6CA46076C2}"/>
              </a:ext>
            </a:extLst>
          </p:cNvPr>
          <p:cNvPicPr>
            <a:picLocks noChangeAspect="1"/>
          </p:cNvPicPr>
          <p:nvPr/>
        </p:nvPicPr>
        <p:blipFill rotWithShape="1">
          <a:blip r:embed="rId3">
            <a:extLst>
              <a:ext uri="{28A0092B-C50C-407E-A947-70E740481C1C}">
                <a14:useLocalDpi xmlns:a14="http://schemas.microsoft.com/office/drawing/2010/main" val="0"/>
              </a:ext>
            </a:extLst>
          </a:blip>
          <a:srcRect l="6825" r="54687" b="6915"/>
          <a:stretch/>
        </p:blipFill>
        <p:spPr>
          <a:xfrm>
            <a:off x="8929689" y="4714874"/>
            <a:ext cx="3128962" cy="2143125"/>
          </a:xfrm>
          <a:prstGeom prst="rect">
            <a:avLst/>
          </a:prstGeom>
        </p:spPr>
      </p:pic>
    </p:spTree>
    <p:extLst>
      <p:ext uri="{BB962C8B-B14F-4D97-AF65-F5344CB8AC3E}">
        <p14:creationId xmlns:p14="http://schemas.microsoft.com/office/powerpoint/2010/main" val="158378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E238-AC0D-4EDA-A563-31184FF30519}"/>
              </a:ext>
            </a:extLst>
          </p:cNvPr>
          <p:cNvSpPr>
            <a:spLocks noGrp="1"/>
          </p:cNvSpPr>
          <p:nvPr>
            <p:ph type="title"/>
          </p:nvPr>
        </p:nvSpPr>
        <p:spPr>
          <a:xfrm>
            <a:off x="695325" y="-26043"/>
            <a:ext cx="10515600" cy="897581"/>
          </a:xfrm>
        </p:spPr>
        <p:txBody>
          <a:bodyPr/>
          <a:lstStyle/>
          <a:p>
            <a:r>
              <a:rPr lang="en-US" dirty="0"/>
              <a:t>Activation/Transfer Function: Leaky </a:t>
            </a:r>
            <a:r>
              <a:rPr lang="en-US" dirty="0" err="1"/>
              <a:t>ReLU</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D364F6-8313-49C1-9C89-87F4030E7E68}"/>
                  </a:ext>
                </a:extLst>
              </p:cNvPr>
              <p:cNvSpPr>
                <a:spLocks noGrp="1"/>
              </p:cNvSpPr>
              <p:nvPr>
                <p:ph idx="1"/>
              </p:nvPr>
            </p:nvSpPr>
            <p:spPr>
              <a:xfrm>
                <a:off x="0" y="871538"/>
                <a:ext cx="12301538" cy="5986461"/>
              </a:xfrm>
            </p:spPr>
            <p:txBody>
              <a:bodyPr>
                <a:normAutofit/>
              </a:bodyPr>
              <a:lstStyle/>
              <a:p>
                <a:r>
                  <a:rPr lang="en-US" sz="2300" dirty="0"/>
                  <a:t>Leaky </a:t>
                </a:r>
                <a:r>
                  <a:rPr lang="en-US" sz="2300" dirty="0" err="1"/>
                  <a:t>ReLU</a:t>
                </a:r>
                <a:r>
                  <a:rPr lang="en-US" sz="2300" dirty="0"/>
                  <a:t> is an improved version of </a:t>
                </a:r>
                <a:r>
                  <a:rPr lang="en-US" sz="2300" dirty="0" err="1"/>
                  <a:t>ReLU</a:t>
                </a:r>
                <a:r>
                  <a:rPr lang="en-US" sz="2300" dirty="0"/>
                  <a:t> function to solve the Dying </a:t>
                </a:r>
                <a:r>
                  <a:rPr lang="en-US" sz="2300" dirty="0" err="1"/>
                  <a:t>ReLU</a:t>
                </a:r>
                <a:r>
                  <a:rPr lang="en-US" sz="2300" dirty="0"/>
                  <a:t> problem as it has a small positive slope in the negative area. </a:t>
                </a:r>
                <a:endParaRPr lang="en-US" sz="2300" i="1" dirty="0">
                  <a:latin typeface="Cambria Math" panose="02040503050406030204" pitchFamily="18" charset="0"/>
                </a:endParaRPr>
              </a:p>
              <a:p>
                <a:r>
                  <a:rPr lang="en-US" sz="2300" dirty="0"/>
                  <a:t>Leaky ReLU: </a:t>
                </a:r>
                <a14:m>
                  <m:oMath xmlns:m="http://schemas.openxmlformats.org/officeDocument/2006/math">
                    <m:r>
                      <a:rPr lang="en-US" sz="2300" i="1" dirty="0">
                        <a:latin typeface="Cambria Math" panose="02040503050406030204" pitchFamily="18" charset="0"/>
                      </a:rPr>
                      <m:t>𝑓</m:t>
                    </m:r>
                    <m:r>
                      <a:rPr lang="en-US" sz="2300" i="1" dirty="0">
                        <a:latin typeface="Cambria Math" panose="02040503050406030204" pitchFamily="18" charset="0"/>
                      </a:rPr>
                      <m:t>(</m:t>
                    </m:r>
                    <m:r>
                      <a:rPr lang="en-US" sz="2300" i="1" dirty="0">
                        <a:latin typeface="Cambria Math" panose="02040503050406030204" pitchFamily="18" charset="0"/>
                      </a:rPr>
                      <m:t>𝑦</m:t>
                    </m:r>
                    <m:r>
                      <a:rPr lang="en-US" sz="2300" i="1" dirty="0">
                        <a:latin typeface="Cambria Math" panose="02040503050406030204" pitchFamily="18" charset="0"/>
                      </a:rPr>
                      <m:t>) = </m:t>
                    </m:r>
                    <m:r>
                      <m:rPr>
                        <m:sty m:val="p"/>
                      </m:rPr>
                      <a:rPr lang="en-US" sz="2300" i="1" dirty="0">
                        <a:latin typeface="Cambria Math" panose="02040503050406030204" pitchFamily="18" charset="0"/>
                      </a:rPr>
                      <m:t>max</m:t>
                    </m:r>
                    <m:r>
                      <a:rPr lang="en-US" sz="2300" i="1" dirty="0">
                        <a:latin typeface="Cambria Math" panose="02040503050406030204" pitchFamily="18" charset="0"/>
                      </a:rPr>
                      <m:t>⁡(0.1×</m:t>
                    </m:r>
                    <m:r>
                      <a:rPr lang="en-US" sz="2300" b="0" i="1" dirty="0" smtClean="0">
                        <a:latin typeface="Cambria Math" panose="02040503050406030204" pitchFamily="18" charset="0"/>
                        <a:ea typeface="Cambria Math" panose="02040503050406030204" pitchFamily="18" charset="0"/>
                      </a:rPr>
                      <m:t>𝑦</m:t>
                    </m:r>
                    <m:r>
                      <a:rPr lang="en-US" sz="2300" i="1" dirty="0">
                        <a:latin typeface="Cambria Math" panose="02040503050406030204" pitchFamily="18" charset="0"/>
                      </a:rPr>
                      <m:t>,</m:t>
                    </m:r>
                    <m:r>
                      <a:rPr lang="en-US" sz="2300" i="1" dirty="0">
                        <a:latin typeface="Cambria Math" panose="02040503050406030204" pitchFamily="18" charset="0"/>
                      </a:rPr>
                      <m:t>𝑦</m:t>
                    </m:r>
                    <m:r>
                      <a:rPr lang="en-US" sz="2300" i="1" dirty="0">
                        <a:latin typeface="Cambria Math" panose="02040503050406030204" pitchFamily="18" charset="0"/>
                      </a:rPr>
                      <m:t>)</m:t>
                    </m:r>
                  </m:oMath>
                </a14:m>
                <a:endParaRPr lang="en-US" sz="2300" dirty="0"/>
              </a:p>
              <a:p>
                <a:r>
                  <a:rPr lang="en-US" sz="2300" dirty="0"/>
                  <a:t>It does enable backpropagation, even for negative input values</a:t>
                </a:r>
              </a:p>
              <a:p>
                <a:r>
                  <a:rPr lang="en-US" sz="2300" dirty="0"/>
                  <a:t>Parametric Leaky ReLU: </a:t>
                </a:r>
                <a14:m>
                  <m:oMath xmlns:m="http://schemas.openxmlformats.org/officeDocument/2006/math">
                    <m:r>
                      <a:rPr lang="en-US" sz="2300" i="1" dirty="0">
                        <a:latin typeface="Cambria Math" panose="02040503050406030204" pitchFamily="18" charset="0"/>
                      </a:rPr>
                      <m:t>𝑓</m:t>
                    </m:r>
                    <m:r>
                      <a:rPr lang="en-US" sz="2300" i="1" dirty="0">
                        <a:latin typeface="Cambria Math" panose="02040503050406030204" pitchFamily="18" charset="0"/>
                      </a:rPr>
                      <m:t>(</m:t>
                    </m:r>
                    <m:r>
                      <a:rPr lang="en-US" sz="2300" i="1" dirty="0">
                        <a:latin typeface="Cambria Math" panose="02040503050406030204" pitchFamily="18" charset="0"/>
                      </a:rPr>
                      <m:t>𝑦</m:t>
                    </m:r>
                    <m:r>
                      <a:rPr lang="en-US" sz="2300" i="1" dirty="0">
                        <a:latin typeface="Cambria Math" panose="02040503050406030204" pitchFamily="18" charset="0"/>
                      </a:rPr>
                      <m:t>) = </m:t>
                    </m:r>
                    <m:r>
                      <m:rPr>
                        <m:sty m:val="p"/>
                      </m:rPr>
                      <a:rPr lang="en-US" sz="2300" i="1" dirty="0">
                        <a:latin typeface="Cambria Math" panose="02040503050406030204" pitchFamily="18" charset="0"/>
                      </a:rPr>
                      <m:t>max</m:t>
                    </m:r>
                    <m:r>
                      <a:rPr lang="en-US" sz="2300" i="1" dirty="0">
                        <a:latin typeface="Cambria Math" panose="02040503050406030204" pitchFamily="18" charset="0"/>
                      </a:rPr>
                      <m:t>⁡(</m:t>
                    </m:r>
                    <m:r>
                      <a:rPr lang="en-US" sz="2300" b="0" i="1" dirty="0" smtClean="0">
                        <a:latin typeface="Cambria Math" panose="02040503050406030204" pitchFamily="18" charset="0"/>
                      </a:rPr>
                      <m:t>𝑎</m:t>
                    </m:r>
                    <m:r>
                      <a:rPr lang="en-US" sz="2300" i="1" dirty="0">
                        <a:latin typeface="Cambria Math" panose="02040503050406030204" pitchFamily="18" charset="0"/>
                      </a:rPr>
                      <m:t>×</m:t>
                    </m:r>
                    <m:r>
                      <a:rPr lang="en-US" sz="2300" i="1" dirty="0">
                        <a:latin typeface="Cambria Math" panose="02040503050406030204" pitchFamily="18" charset="0"/>
                        <a:ea typeface="Cambria Math" panose="02040503050406030204" pitchFamily="18" charset="0"/>
                      </a:rPr>
                      <m:t>𝑦</m:t>
                    </m:r>
                    <m:r>
                      <a:rPr lang="en-US" sz="2300" i="1" dirty="0">
                        <a:latin typeface="Cambria Math" panose="02040503050406030204" pitchFamily="18" charset="0"/>
                      </a:rPr>
                      <m:t>,</m:t>
                    </m:r>
                    <m:r>
                      <a:rPr lang="en-US" sz="2300" i="1" dirty="0">
                        <a:latin typeface="Cambria Math" panose="02040503050406030204" pitchFamily="18" charset="0"/>
                      </a:rPr>
                      <m:t>𝑦</m:t>
                    </m:r>
                    <m:r>
                      <a:rPr lang="en-US" sz="2300" i="1" dirty="0">
                        <a:latin typeface="Cambria Math" panose="02040503050406030204" pitchFamily="18" charset="0"/>
                      </a:rPr>
                      <m:t>)</m:t>
                    </m:r>
                  </m:oMath>
                </a14:m>
                <a:endParaRPr lang="en-US" sz="2300" dirty="0"/>
              </a:p>
              <a:p>
                <a14:m>
                  <m:oMath xmlns:m="http://schemas.openxmlformats.org/officeDocument/2006/math">
                    <m:r>
                      <a:rPr lang="en-US" sz="2300" i="1" dirty="0" smtClean="0">
                        <a:latin typeface="Cambria Math" panose="02040503050406030204" pitchFamily="18" charset="0"/>
                      </a:rPr>
                      <m:t>𝑎</m:t>
                    </m:r>
                  </m:oMath>
                </a14:m>
                <a:r>
                  <a:rPr lang="en-US" sz="2300" dirty="0"/>
                  <a:t> is the slope parameter for negative values</a:t>
                </a:r>
              </a:p>
              <a:p>
                <a:endParaRPr lang="en-US" sz="2300" dirty="0"/>
              </a:p>
              <a:p>
                <a:endParaRPr lang="en-US" sz="2300" dirty="0"/>
              </a:p>
            </p:txBody>
          </p:sp>
        </mc:Choice>
        <mc:Fallback>
          <p:sp>
            <p:nvSpPr>
              <p:cNvPr id="3" name="Content Placeholder 2">
                <a:extLst>
                  <a:ext uri="{FF2B5EF4-FFF2-40B4-BE49-F238E27FC236}">
                    <a16:creationId xmlns:a16="http://schemas.microsoft.com/office/drawing/2014/main" id="{62D364F6-8313-49C1-9C89-87F4030E7E68}"/>
                  </a:ext>
                </a:extLst>
              </p:cNvPr>
              <p:cNvSpPr>
                <a:spLocks noGrp="1" noRot="1" noChangeAspect="1" noMove="1" noResize="1" noEditPoints="1" noAdjustHandles="1" noChangeArrowheads="1" noChangeShapeType="1" noTextEdit="1"/>
              </p:cNvSpPr>
              <p:nvPr>
                <p:ph idx="1"/>
              </p:nvPr>
            </p:nvSpPr>
            <p:spPr>
              <a:xfrm>
                <a:off x="0" y="871538"/>
                <a:ext cx="12301538" cy="5986461"/>
              </a:xfrm>
              <a:blipFill>
                <a:blip r:embed="rId2"/>
                <a:stretch>
                  <a:fillRect l="-595" t="-142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162B14F-6092-49B3-AC9A-6D6CA46076C2}"/>
              </a:ext>
            </a:extLst>
          </p:cNvPr>
          <p:cNvPicPr>
            <a:picLocks noChangeAspect="1"/>
          </p:cNvPicPr>
          <p:nvPr/>
        </p:nvPicPr>
        <p:blipFill rotWithShape="1">
          <a:blip r:embed="rId3">
            <a:extLst>
              <a:ext uri="{28A0092B-C50C-407E-A947-70E740481C1C}">
                <a14:useLocalDpi xmlns:a14="http://schemas.microsoft.com/office/drawing/2010/main" val="0"/>
              </a:ext>
            </a:extLst>
          </a:blip>
          <a:srcRect l="54628" r="6006" b="6915"/>
          <a:stretch/>
        </p:blipFill>
        <p:spPr>
          <a:xfrm>
            <a:off x="9029698" y="4714874"/>
            <a:ext cx="3200400" cy="2143125"/>
          </a:xfrm>
          <a:prstGeom prst="rect">
            <a:avLst/>
          </a:prstGeom>
        </p:spPr>
      </p:pic>
    </p:spTree>
    <p:extLst>
      <p:ext uri="{BB962C8B-B14F-4D97-AF65-F5344CB8AC3E}">
        <p14:creationId xmlns:p14="http://schemas.microsoft.com/office/powerpoint/2010/main" val="2353269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d}{d \theta_1} J(\theta_1)&#10;$ &#10;&#10;% \delta_i^{(l)} = \left(\sum_j W_{ji}^{(l)} \delta_j^{(l+1)}\right) f'(z_i^{(l)})&#10;&#10;&#10;&#10;\end{document}"/>
  <p:tag name="IGUANATEXSIZE" val="3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1511</TotalTime>
  <Words>2124</Words>
  <Application>Microsoft Office PowerPoint</Application>
  <PresentationFormat>Widescreen</PresentationFormat>
  <Paragraphs>135</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Cambria Math</vt:lpstr>
      <vt:lpstr>Helvetica Neue</vt:lpstr>
      <vt:lpstr>Times New Roman</vt:lpstr>
      <vt:lpstr>Wingdings</vt:lpstr>
      <vt:lpstr>Office Theme</vt:lpstr>
      <vt:lpstr>Logistic Regression</vt:lpstr>
      <vt:lpstr>Linear Regression for Classification Problem</vt:lpstr>
      <vt:lpstr>Linear Regression for Classification Problem: Outliers</vt:lpstr>
      <vt:lpstr>Why Linear Regression fail for Classification Problem</vt:lpstr>
      <vt:lpstr>Logistic Regression for Classification Problem</vt:lpstr>
      <vt:lpstr>Logistic Regression</vt:lpstr>
      <vt:lpstr>Logistic Regression for Classification Problem</vt:lpstr>
      <vt:lpstr>Logistic Regression</vt:lpstr>
      <vt:lpstr>Linear Regression vs. Logistic Regression</vt:lpstr>
      <vt:lpstr>Logistic Regression Cost Function</vt:lpstr>
      <vt:lpstr>Why Log Loss</vt:lpstr>
      <vt:lpstr>Why Log Loss</vt:lpstr>
      <vt:lpstr>Logistic Regression Hyperparameters</vt:lpstr>
      <vt:lpstr>Multiclassification Problem (OVR/OVA): Multinomial Logistic Regression</vt:lpstr>
      <vt:lpstr>Multiclassification Problem (OVO)</vt:lpstr>
      <vt:lpstr>Activation/Transfer Function</vt:lpstr>
      <vt:lpstr>Activation/Transfer Function</vt:lpstr>
      <vt:lpstr>Activation/Transfer Function</vt:lpstr>
      <vt:lpstr>Vanishing gradient problem</vt:lpstr>
      <vt:lpstr>Activation/Transfer Function: ReLU</vt:lpstr>
      <vt:lpstr>Activation/Transfer Function: Leaky ReLU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 Regression</dc:title>
  <dc:creator>Riasat Khan</dc:creator>
  <cp:lastModifiedBy>Riasat Khan</cp:lastModifiedBy>
  <cp:revision>34</cp:revision>
  <dcterms:created xsi:type="dcterms:W3CDTF">2022-11-22T12:12:05Z</dcterms:created>
  <dcterms:modified xsi:type="dcterms:W3CDTF">2023-04-12T05:52:54Z</dcterms:modified>
</cp:coreProperties>
</file>